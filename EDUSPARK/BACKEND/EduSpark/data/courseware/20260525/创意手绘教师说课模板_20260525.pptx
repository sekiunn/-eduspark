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2" Target="printerSettings/printerSettings1.bin" Type="http://schemas.openxmlformats.org/officeDocument/2006/relationships/printerSettings"/><Relationship Id="rId3" Target="presProps.xml" Type="http://schemas.openxmlformats.org/officeDocument/2006/relationships/presProps"/><Relationship Id="rId4" Target="viewProps.xml" Type="http://schemas.openxmlformats.org/officeDocument/2006/relationships/viewProps"/><Relationship Id="rId5" Target="theme/theme1.xml" Type="http://schemas.openxmlformats.org/officeDocument/2006/relationships/theme"/><Relationship Id="rId6" Target="tableStyles.xml" Type="http://schemas.openxmlformats.org/officeDocument/2006/relationships/tableStyles"/><Relationship Id="rId8" Target="notesMasters/notesMaster1.xml" Type="http://schemas.openxmlformats.org/officeDocument/2006/relationships/notes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4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3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选择排序说课</a:t>
            </a:r>
          </a:p>
        </p:txBody>
      </p:sp>
      <p:sp xmlns:r="http://schemas.openxmlformats.org/officeDocument/2006/relationships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大一计算机科学：选择排序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教学分析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左：教材属数据结构核心。</a:t>
            </a:r>
          </a:p>
          <a:p>
            <a:r>
              <a:rPr lang="en-US"/>
              <a:t>右：学生已掌握循环语法。</a:t>
            </a:r>
          </a:p>
          <a:p>
            <a:r>
              <a:rPr lang="en-US"/>
              <a:t>左：重点在于理解交换逻辑。</a:t>
            </a:r>
          </a:p>
          <a:p>
            <a:r>
              <a:rPr lang="en-US"/>
              <a:t>右：难点为边界条件处理。</a:t>
            </a:r>
          </a:p>
        </p:txBody>
      </p:sp>
      <p:sp xmlns:r="http://schemas.openxmlformats.org/officeDocument/2006/relationships"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左：教材属数据结构核心。</a:t>
            </a:r>
          </a:p>
          <a:p>
            <a:r>
              <a:rPr lang="en-US"/>
              <a:t>右：学生已掌握循环语法。</a:t>
            </a:r>
          </a:p>
          <a:p>
            <a:r>
              <a:rPr lang="en-US"/>
              <a:t>左：重点在于理解交换逻辑。</a:t>
            </a:r>
          </a:p>
          <a:p>
            <a:r>
              <a:rPr lang="en-US"/>
              <a:t>右：难点为边界条件处理。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教学目标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掌握选择排序核心思想。</a:t>
            </a:r>
          </a:p>
          <a:p>
            <a:r>
              <a:rPr lang="en-US"/>
              <a:t>培养算法复杂度分析力。</a:t>
            </a:r>
          </a:p>
          <a:p>
            <a:r>
              <a:rPr lang="en-US"/>
              <a:t>提升逻辑思维与调试技。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教学设计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“以练促学，化繁为简。”</a:t>
            </a:r>
          </a:p>
          <a:p>
            <a:r>
              <a:rPr lang="en-US"/>
              <a:t>采用任务驱动案例教学。</a:t>
            </a:r>
          </a:p>
          <a:p>
            <a:r>
              <a:rPr lang="en-US"/>
              <a:t>结合手绘图示辅助理解。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情景导入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创设排队身高排序情境。</a:t>
            </a:r>
          </a:p>
          <a:p>
            <a:r>
              <a:rPr lang="en-US"/>
              <a:t>引导学生提出手动策略。</a:t>
            </a:r>
          </a:p>
          <a:p>
            <a:r>
              <a:rPr lang="en-US"/>
              <a:t>抽象出找最小放首位逻辑。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算法演示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初始数组呈无序随机态。</a:t>
            </a:r>
          </a:p>
          <a:p>
            <a:r>
              <a:rPr lang="en-US"/>
              <a:t>首轮遍历定位最小值索引。</a:t>
            </a:r>
          </a:p>
          <a:p>
            <a:r>
              <a:rPr lang="en-US"/>
              <a:t>交换元素完成一轮排序。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代码实现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i=0</a:t>
            </a:r>
          </a:p>
          <a:p>
            <a:r>
              <a:rPr lang="en-US"/>
              <a:t>while i&lt;n:swap()</a:t>
            </a:r>
          </a:p>
          <a:p>
            <a:r>
              <a:rPr lang="en-US"/>
              <a:t>外层循环控制已排序区。</a:t>
            </a:r>
          </a:p>
          <a:p>
            <a:r>
              <a:rPr lang="en-US"/>
              <a:t>内层负责遍历查找极值。</a:t>
            </a:r>
          </a:p>
          <a:p>
            <a:r>
              <a:rPr lang="en-US"/>
              <a:t>交换操作完成数据归位。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对比拓展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优：交换次数少性能稳定。</a:t>
            </a:r>
          </a:p>
          <a:p>
            <a:r>
              <a:rPr lang="en-US"/>
              <a:t>劣：时间复杂度恒为平方。</a:t>
            </a:r>
          </a:p>
          <a:p>
            <a:r>
              <a:rPr lang="en-US"/>
              <a:t>优：原地排序空间开销低。</a:t>
            </a:r>
          </a:p>
          <a:p>
            <a:r>
              <a:rPr lang="en-US"/>
              <a:t>劣：不适合大规模数据集。</a:t>
            </a:r>
          </a:p>
        </p:txBody>
      </p:sp>
      <p:sp xmlns:r="http://schemas.openxmlformats.org/officeDocument/2006/relationships"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优：交换次数少性能稳定。</a:t>
            </a:r>
          </a:p>
          <a:p>
            <a:r>
              <a:rPr lang="en-US"/>
              <a:t>劣：时间复杂度恒为平方。</a:t>
            </a:r>
          </a:p>
          <a:p>
            <a:r>
              <a:rPr lang="en-US"/>
              <a:t>优：原地排序空间开销低。</a:t>
            </a:r>
          </a:p>
          <a:p>
            <a:r>
              <a:rPr lang="en-US"/>
              <a:t>劣：不适合大规模数据集。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教学反思</a:t>
            </a:r>
          </a:p>
        </p:txBody>
      </p:sp>
      <p:sp xmlns:r="http://schemas.openxmlformats.org/officeDocument/2006/relationships"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左：图示演示有效化解抽象。</a:t>
            </a:r>
          </a:p>
          <a:p>
            <a:r>
              <a:rPr lang="en-US"/>
              <a:t>右：部分学生边界易混淆。</a:t>
            </a:r>
          </a:p>
          <a:p>
            <a:r>
              <a:rPr lang="en-US"/>
              <a:t>左：需增加动态代码追踪。</a:t>
            </a:r>
          </a:p>
          <a:p>
            <a:r>
              <a:rPr lang="en-US"/>
              <a:t>右：课后练习巩固算法思维。</a:t>
            </a:r>
          </a:p>
        </p:txBody>
      </p:sp>
      <p:sp xmlns:r="http://schemas.openxmlformats.org/officeDocument/2006/relationships"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左：图示演示有效化解抽象。</a:t>
            </a:r>
          </a:p>
          <a:p>
            <a:r>
              <a:rPr lang="en-US"/>
              <a:t>右：部分学生边界易混淆。</a:t>
            </a:r>
          </a:p>
          <a:p>
            <a:r>
              <a:rPr lang="en-US"/>
              <a:t>左：需增加动态代码追踪。</a:t>
            </a:r>
          </a:p>
          <a:p>
            <a:r>
              <a:rPr lang="en-US"/>
              <a:t>右：课后练习巩固算法思维。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r="http://schemas.openxmlformats.org/officeDocument/2006/relationships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课堂总结</a:t>
            </a:r>
          </a:p>
        </p:txBody>
      </p:sp>
      <p:sp xmlns:r="http://schemas.openxmlformats.org/officeDocument/2006/relationships"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掌握选择排序核心逻辑。</a:t>
            </a:r>
          </a:p>
          <a:p>
            <a:r>
              <a:rPr lang="en-US"/>
              <a:t>理解时间与空间复杂度。</a:t>
            </a:r>
          </a:p>
          <a:p>
            <a:r>
              <a:rPr lang="en-US"/>
              <a:t>熟练编写基础排序代码。</a:t>
            </a:r>
          </a:p>
          <a:p>
            <a:r>
              <a:rPr lang="en-US"/>
              <a:t>拓展思考其他排序算法。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2013-01-27T09:14:16Z</dcterms:created>
  <dc:description>generated using python-pptx</dc:description>
  <cp:lastModifiedBy>Steve Canny</cp:lastModifiedBy>
  <dcterms:modified xsi:type="dcterms:W3CDTF">2013-01-27T09:15:58Z</dcterms:modified>
  <cp:revision>1</cp:revision>
</cp:coreProperties>
</file>