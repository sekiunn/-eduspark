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tags+xml" PartName="/ppt/tags/tag3.xml"/>
  <Override ContentType="application/vnd.openxmlformats-officedocument.presentationml.tags+xml" PartName="/ppt/tags/tag4.xml"/>
  <Override ContentType="application/vnd.openxmlformats-officedocument.presentationml.tags+xml" PartName="/ppt/tags/tag5.xml"/>
  <Override ContentType="application/vnd.openxmlformats-officedocument.presentationml.tags+xml" PartName="/ppt/tags/tag6.xml"/>
  <Override ContentType="application/vnd.openxmlformats-officedocument.presentationml.tags+xml" PartName="/ppt/tags/tag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562" r:id="rId2"/>
    <p:sldId id="1164" r:id="rId3"/>
    <p:sldId id="259" r:id="rId4"/>
    <p:sldId id="302" r:id="rId5"/>
    <p:sldId id="1166" r:id="rId6"/>
    <p:sldId id="2676" r:id="rId7"/>
    <p:sldId id="2677" r:id="rId8"/>
    <p:sldId id="4560" r:id="rId9"/>
    <p:sldId id="1167" r:id="rId10"/>
    <p:sldId id="4555" r:id="rId11"/>
    <p:sldId id="350" r:id="rId12"/>
    <p:sldId id="1168" r:id="rId13"/>
    <p:sldId id="4561" r:id="rId14"/>
    <p:sldId id="4547" r:id="rId15"/>
    <p:sldId id="1169" r:id="rId16"/>
    <p:sldId id="4546" r:id="rId17"/>
    <p:sldId id="349" r:id="rId18"/>
    <p:sldId id="1171" r:id="rId19"/>
    <p:sldId id="2847" r:id="rId20"/>
    <p:sldId id="2848" r:id="rId21"/>
  </p:sldIdLst>
  <p:sldSz cx="12192000" cy="6858000"/>
  <p:notesSz cx="6858000" cy="9144000"/>
  <p:embeddedFontLst>
    <p:embeddedFont>
      <p:font typeface="汉仪文黑-55简" panose="02010600030101010101" charset="-122"/>
      <p:regular r:id="rId24"/>
    </p:embeddedFont>
    <p:embeddedFont>
      <p:font typeface="汉仪中黑S" panose="02010600030101010101" charset="-122"/>
      <p:regular r:id="rId25"/>
    </p:embeddedFont>
    <p:embeddedFont>
      <p:font typeface="微软雅黑" panose="020B0503020204020204" pitchFamily="34" charset="-122"/>
      <p:regular r:id="rId26"/>
      <p:bold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2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BC9D"/>
    <a:srgbClr val="FFFDF5"/>
    <a:srgbClr val="FFFAE1"/>
    <a:srgbClr val="0F4061"/>
    <a:srgbClr val="4E7C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2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730" y="72"/>
      </p:cViewPr>
      <p:guideLst>
        <p:guide pos="3840"/>
        <p:guide orient="horz" pos="22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notesMasters/notesMaster1.xml" Type="http://schemas.openxmlformats.org/officeDocument/2006/relationships/notesMaster"/><Relationship Id="rId23" Target="handoutMasters/handoutMaster1.xml" Type="http://schemas.openxmlformats.org/officeDocument/2006/relationships/handoutMaster"/><Relationship Id="rId24" Target="fonts/font1.fntdata" Type="http://schemas.openxmlformats.org/officeDocument/2006/relationships/font"/><Relationship Id="rId25" Target="fonts/font2.fntdata" Type="http://schemas.openxmlformats.org/officeDocument/2006/relationships/font"/><Relationship Id="rId26" Target="fonts/font3.fntdata" Type="http://schemas.openxmlformats.org/officeDocument/2006/relationships/font"/><Relationship Id="rId27" Target="fonts/font4.fntdata" Type="http://schemas.openxmlformats.org/officeDocument/2006/relationships/font"/><Relationship Id="rId28" Target="presProps.xml" Type="http://schemas.openxmlformats.org/officeDocument/2006/relationships/presProps"/><Relationship Id="rId29" Target="viewProps.xml" Type="http://schemas.openxmlformats.org/officeDocument/2006/relationships/viewProps"/><Relationship Id="rId3" Target="slides/slide2.xml" Type="http://schemas.openxmlformats.org/officeDocument/2006/relationships/slide"/><Relationship Id="rId30" Target="theme/theme1.xml" Type="http://schemas.openxmlformats.org/officeDocument/2006/relationships/theme"/><Relationship Id="rId31" Target="tableStyles.xml" Type="http://schemas.openxmlformats.org/officeDocument/2006/relationships/tableStyles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中黑S" panose="00020600040101010101" pitchFamily="18" charset="-122"/>
              <a:ea typeface="汉仪中黑S" panose="00020600040101010101" pitchFamily="18" charset="-122"/>
              <a:cs typeface="汉仪中黑S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中黑S" panose="00020600040101010101" pitchFamily="18" charset="-122"/>
              </a:rPr>
              <a:t>2026-05-29</a:t>
            </a:fld>
            <a:endParaRPr lang="zh-CN" altLang="en-US">
              <a:latin typeface="汉仪中黑S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中黑S" panose="00020600040101010101" pitchFamily="18" charset="-122"/>
              <a:ea typeface="汉仪中黑S" panose="00020600040101010101" pitchFamily="18" charset="-122"/>
              <a:cs typeface="汉仪中黑S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中黑S" panose="00020600040101010101" pitchFamily="18" charset="-122"/>
              </a:rPr>
              <a:t>‹#›</a:t>
            </a:fld>
            <a:endParaRPr lang="zh-CN" altLang="en-US">
              <a:latin typeface="汉仪中黑S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fld id="{5682993E-5628-4786-B06E-631BB402538D}" type="datetimeFigureOut">
              <a:rPr lang="zh-CN" altLang="en-US" smtClean="0"/>
              <a:t>2026-05-29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fld id="{8BC778BD-3EC7-4AB9-8FE9-A52C2DF6815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中黑S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9C61C9-9D17-4586-B2E5-E1A115DE627B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+mn-ea"/>
                <a:cs typeface="+mn-cs"/>
              </a:rPr>
              <a:t>2</a:t>
            </a:fld>
            <a:endParaRPr kumimoji="0" lang="en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72B3-2108-43BC-B424-7A69E5D4398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4213" y="1141413"/>
            <a:ext cx="5486400" cy="3086100"/>
          </a:xfrm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备注占位符 2"/>
          <p:cNvSpPr>
            <a:spLocks noGrp="1" noChangeArrowheads="1"/>
          </p:cNvSpPr>
          <p:nvPr>
            <p:ph type="body" idx="1"/>
          </p:nvPr>
        </p:nvSpPr>
        <p:spPr>
          <a:xfrm>
            <a:off x="684213" y="4398963"/>
            <a:ext cx="5486400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7892" name="灯片编号占位符 3"/>
          <p:cNvSpPr txBox="1">
            <a:spLocks noGrp="1" noChangeArrowheads="1"/>
          </p:cNvSpPr>
          <p:nvPr/>
        </p:nvSpPr>
        <p:spPr bwMode="auto">
          <a:xfrm>
            <a:off x="3883025" y="8683625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72CDB6-E1FA-46ED-B4B9-DDF96359B0C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中黑S" panose="00020600040101010101" pitchFamily="18" charset="-122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中黑S" panose="00020600040101010101" pitchFamily="18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E7980EB-E687-4C59-91A6-01D43F85AFD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中黑S" panose="00020600040101010101" pitchFamily="18" charset="-122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中黑S" panose="00020600040101010101" pitchFamily="18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72B3-2108-43BC-B424-7A69E5D4398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672B3-2108-43BC-B424-7A69E5D4398F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778BD-3EC7-4AB9-8FE9-A52C2DF6815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tags/tag1.xml" Type="http://schemas.openxmlformats.org/officeDocument/2006/relationships/tags"/><Relationship Id="rId2" Target="../tags/tag2.xml" Type="http://schemas.openxmlformats.org/officeDocument/2006/relationships/tags"/><Relationship Id="rId3" Target="../tags/tag3.xml" Type="http://schemas.openxmlformats.org/officeDocument/2006/relationships/tags"/><Relationship Id="rId4" Target="../tags/tag4.xml" Type="http://schemas.openxmlformats.org/officeDocument/2006/relationships/tags"/><Relationship Id="rId5" Target="../tags/tag5.xml" Type="http://schemas.openxmlformats.org/officeDocument/2006/relationships/tags"/><Relationship Id="rId6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pPr>
              <a:defRPr/>
            </a:pPr>
            <a:fld id="{07D04115-C947-4B3B-8BC9-A0E76F31C3BF}" type="slidenum">
              <a:rPr lang="zh-CN" altLang="zh-CN" smtClean="0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1pPr>
            <a:lvl2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2pPr>
            <a:lvl3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3pPr>
            <a:lvl4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4pPr>
            <a:lvl5pPr>
              <a:defRPr>
                <a:latin typeface="汉仪文黑-55简" panose="00020600040101010101" pitchFamily="18" charset="-122"/>
                <a:ea typeface="汉仪中黑S" panose="00020600040101010101" pitchFamily="18" charset="-122"/>
                <a:cs typeface="汉仪中黑S" panose="00020600040101010101" pitchFamily="18" charset="-122"/>
                <a:sym typeface="汉仪中黑S" panose="00020600040101010101" pitchFamily="18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2026-05-29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中黑S" panose="00020600040101010101" pitchFamily="18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tags/tag6.xml" Type="http://schemas.openxmlformats.org/officeDocument/2006/relationships/tags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Relationship Id="rId4" Target="../media/image1.svg" Type="http://schemas.openxmlformats.org/officeDocument/2006/relationships/image"/><Relationship Id="rId5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tags/tag7.xml" Type="http://schemas.openxmlformats.org/officeDocument/2006/relationships/tags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sv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sv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sv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sv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svg" Type="http://schemas.openxmlformats.org/officeDocument/2006/relationships/image"/><Relationship Id="rId4" Target="../media/image2.sv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3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7" name="稻壳儿：耗崽 2"/>
          <p:cNvSpPr/>
          <p:nvPr/>
        </p:nvSpPr>
        <p:spPr>
          <a:xfrm>
            <a:off x="8071370" y="4736034"/>
            <a:ext cx="4118500" cy="2127233"/>
          </a:xfrm>
          <a:custGeom>
            <a:avLst/>
            <a:gdLst>
              <a:gd fmla="*/ 1609916 w 1609915" name="connsiteX0"/>
              <a:gd fmla="*/ 0 h 831532" name="connsiteY0"/>
              <a:gd fmla="*/ 888778 w 1609915" name="connsiteX1"/>
              <a:gd fmla="*/ 393002 h 831532" name="connsiteY1"/>
              <a:gd fmla="*/ 0 w 1609915" name="connsiteX2"/>
              <a:gd fmla="*/ 831533 h 831532" name="connsiteY2"/>
              <a:gd fmla="*/ 1609916 w 1609915" name="connsiteX3"/>
              <a:gd fmla="*/ 831533 h 831532" name="connsiteY3"/>
              <a:gd fmla="*/ 1609916 w 1609915" name="connsiteX4"/>
              <a:gd fmla="*/ 0 h 831532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831532" w="1609915">
                <a:moveTo>
                  <a:pt x="1609916" y="0"/>
                </a:moveTo>
                <a:cubicBezTo>
                  <a:pt x="1609916" y="0"/>
                  <a:pt x="1188149" y="11430"/>
                  <a:pt x="888778" y="393002"/>
                </a:cubicBezTo>
                <a:cubicBezTo>
                  <a:pt x="577025" y="790385"/>
                  <a:pt x="294227" y="339471"/>
                  <a:pt x="0" y="831533"/>
                </a:cubicBezTo>
                <a:lnTo>
                  <a:pt x="1609916" y="831533"/>
                </a:lnTo>
                <a:lnTo>
                  <a:pt x="1609916" y="0"/>
                </a:lnTo>
                <a:close/>
              </a:path>
            </a:pathLst>
          </a:custGeom>
          <a:solidFill>
            <a:srgbClr val="E3BC9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dirty="0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8" name="稻壳儿：耗崽 3"/>
          <p:cNvSpPr/>
          <p:nvPr/>
        </p:nvSpPr>
        <p:spPr>
          <a:xfrm>
            <a:off x="8192230" y="6083525"/>
            <a:ext cx="1909148" cy="854792"/>
          </a:xfrm>
          <a:custGeom>
            <a:avLst/>
            <a:gdLst>
              <a:gd fmla="*/ 746284 w 746283" name="connsiteX0"/>
              <a:gd fmla="*/ 0 h 334137" name="connsiteY0"/>
              <a:gd fmla="*/ 727520 w 746283" name="connsiteX1"/>
              <a:gd fmla="*/ 19812 h 334137" name="connsiteY1"/>
              <a:gd fmla="*/ 722376 w 746283" name="connsiteX2"/>
              <a:gd fmla="*/ 24289 h 334137" name="connsiteY2"/>
              <a:gd fmla="*/ 716947 w 746283" name="connsiteX3"/>
              <a:gd fmla="*/ 28480 h 334137" name="connsiteY3"/>
              <a:gd fmla="*/ 711518 w 746283" name="connsiteX4"/>
              <a:gd fmla="*/ 32671 h 334137" name="connsiteY4"/>
              <a:gd fmla="*/ 705898 w 746283" name="connsiteX5"/>
              <a:gd fmla="*/ 36576 h 334137" name="connsiteY5"/>
              <a:gd fmla="*/ 682657 w 746283" name="connsiteX6"/>
              <a:gd fmla="*/ 51054 h 334137" name="connsiteY6"/>
              <a:gd fmla="*/ 670465 w 746283" name="connsiteX7"/>
              <a:gd fmla="*/ 57245 h 334137" name="connsiteY7"/>
              <a:gd fmla="*/ 664369 w 746283" name="connsiteX8"/>
              <a:gd fmla="*/ 60293 h 334137" name="connsiteY8"/>
              <a:gd fmla="*/ 658082 w 746283" name="connsiteX9"/>
              <a:gd fmla="*/ 62960 h 334137" name="connsiteY9"/>
              <a:gd fmla="*/ 552260 w 746283" name="connsiteX10"/>
              <a:gd fmla="*/ 91154 h 334137" name="connsiteY10"/>
              <a:gd fmla="*/ 538639 w 746283" name="connsiteX11"/>
              <a:gd fmla="*/ 92773 h 334137" name="connsiteY11"/>
              <a:gd fmla="*/ 531781 w 746283" name="connsiteX12"/>
              <a:gd fmla="*/ 93631 h 334137" name="connsiteY12"/>
              <a:gd fmla="*/ 524923 w 746283" name="connsiteX13"/>
              <a:gd fmla="*/ 94107 h 334137" name="connsiteY13"/>
              <a:gd fmla="*/ 497491 w 746283" name="connsiteX14"/>
              <a:gd fmla="*/ 95536 h 334137" name="connsiteY14"/>
              <a:gd fmla="*/ 470059 w 746283" name="connsiteX15"/>
              <a:gd fmla="*/ 95345 h 334137" name="connsiteY15"/>
              <a:gd fmla="*/ 456343 w 746283" name="connsiteX16"/>
              <a:gd fmla="*/ 95155 h 334137" name="connsiteY16"/>
              <a:gd fmla="*/ 442722 w 746283" name="connsiteX17"/>
              <a:gd fmla="*/ 94678 h 334137" name="connsiteY17"/>
              <a:gd fmla="*/ 388239 w 746283" name="connsiteX18"/>
              <a:gd fmla="*/ 94202 h 334137" name="connsiteY18"/>
              <a:gd fmla="*/ 333947 w 746283" name="connsiteX19"/>
              <a:gd fmla="*/ 96965 h 334137" name="connsiteY19"/>
              <a:gd fmla="*/ 280035 w 746283" name="connsiteX20"/>
              <a:gd fmla="*/ 103822 h 334137" name="connsiteY20"/>
              <a:gd fmla="*/ 227267 w 746283" name="connsiteX21"/>
              <a:gd fmla="*/ 116396 h 334137" name="connsiteY21"/>
              <a:gd fmla="*/ 130016 w 746283" name="connsiteX22"/>
              <a:gd fmla="*/ 163163 h 334137" name="connsiteY22"/>
              <a:gd fmla="*/ 88487 w 746283" name="connsiteX23"/>
              <a:gd fmla="*/ 197929 h 334137" name="connsiteY23"/>
              <a:gd fmla="*/ 53245 w 746283" name="connsiteX24"/>
              <a:gd fmla="*/ 239268 h 334137" name="connsiteY24"/>
              <a:gd fmla="*/ 0 w 746283" name="connsiteX25"/>
              <a:gd fmla="*/ 334137 h 334137" name="connsiteY25"/>
              <a:gd fmla="*/ 50673 w 746283" name="connsiteX26"/>
              <a:gd fmla="*/ 237363 h 334137" name="connsiteY26"/>
              <a:gd fmla="*/ 85535 w 746283" name="connsiteX27"/>
              <a:gd fmla="*/ 194977 h 334137" name="connsiteY27"/>
              <a:gd fmla="*/ 127063 w 746283" name="connsiteX28"/>
              <a:gd fmla="*/ 158972 h 334137" name="connsiteY28"/>
              <a:gd fmla="*/ 225457 w 746283" name="connsiteX29"/>
              <a:gd fmla="*/ 110585 h 334137" name="connsiteY29"/>
              <a:gd fmla="*/ 278892 w 746283" name="connsiteX30"/>
              <a:gd fmla="*/ 97536 h 334137" name="connsiteY30"/>
              <a:gd fmla="*/ 333375 w 746283" name="connsiteX31"/>
              <a:gd fmla="*/ 90297 h 334137" name="connsiteY31"/>
              <a:gd fmla="*/ 388144 w 746283" name="connsiteX32"/>
              <a:gd fmla="*/ 87821 h 334137" name="connsiteY32"/>
              <a:gd fmla="*/ 442913 w 746283" name="connsiteX33"/>
              <a:gd fmla="*/ 88582 h 334137" name="connsiteY33"/>
              <a:gd fmla="*/ 456629 w 746283" name="connsiteX34"/>
              <a:gd fmla="*/ 89154 h 334137" name="connsiteY34"/>
              <a:gd fmla="*/ 470249 w 746283" name="connsiteX35"/>
              <a:gd fmla="*/ 89440 h 334137" name="connsiteY35"/>
              <a:gd fmla="*/ 497396 w 746283" name="connsiteX36"/>
              <a:gd fmla="*/ 89821 h 334137" name="connsiteY36"/>
              <a:gd fmla="*/ 524542 w 746283" name="connsiteX37"/>
              <a:gd fmla="*/ 88678 h 334137" name="connsiteY37"/>
              <a:gd fmla="*/ 531305 w 746283" name="connsiteX38"/>
              <a:gd fmla="*/ 88392 h 334137" name="connsiteY38"/>
              <a:gd fmla="*/ 538067 w 746283" name="connsiteX39"/>
              <a:gd fmla="*/ 87725 h 334137" name="connsiteY39"/>
              <a:gd fmla="*/ 551593 w 746283" name="connsiteX40"/>
              <a:gd fmla="*/ 86296 h 334137" name="connsiteY40"/>
              <a:gd fmla="*/ 656749 w 746283" name="connsiteX41"/>
              <a:gd fmla="*/ 60198 h 334137" name="connsiteY41"/>
              <a:gd fmla="*/ 663035 w 746283" name="connsiteX42"/>
              <a:gd fmla="*/ 57721 h 334137" name="connsiteY42"/>
              <a:gd fmla="*/ 669227 w 746283" name="connsiteX43"/>
              <a:gd fmla="*/ 54864 h 334137" name="connsiteY43"/>
              <a:gd fmla="*/ 681514 w 746283" name="connsiteX44"/>
              <a:gd fmla="*/ 49054 h 334137" name="connsiteY44"/>
              <a:gd fmla="*/ 704945 w 746283" name="connsiteX45"/>
              <a:gd fmla="*/ 35338 h 334137" name="connsiteY45"/>
              <a:gd fmla="*/ 710660 w 746283" name="connsiteX46"/>
              <a:gd fmla="*/ 31623 h 334137" name="connsiteY46"/>
              <a:gd fmla="*/ 716185 w 746283" name="connsiteX47"/>
              <a:gd fmla="*/ 27622 h 334137" name="connsiteY47"/>
              <a:gd fmla="*/ 721614 w 746283" name="connsiteX48"/>
              <a:gd fmla="*/ 23527 h 334137" name="connsiteY48"/>
              <a:gd fmla="*/ 726853 w 746283" name="connsiteX49"/>
              <a:gd fmla="*/ 19145 h 334137" name="connsiteY49"/>
              <a:gd fmla="*/ 746284 w 746283" name="connsiteX50"/>
              <a:gd fmla="*/ 0 h 334137" name="connsiteY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b="b" l="l" r="r" t="t"/>
            <a:pathLst>
              <a:path h="334137" w="746283">
                <a:moveTo>
                  <a:pt x="746284" y="0"/>
                </a:moveTo>
                <a:cubicBezTo>
                  <a:pt x="740759" y="7239"/>
                  <a:pt x="734378" y="13811"/>
                  <a:pt x="727520" y="19812"/>
                </a:cubicBezTo>
                <a:cubicBezTo>
                  <a:pt x="725805" y="21336"/>
                  <a:pt x="724091" y="22860"/>
                  <a:pt x="722376" y="24289"/>
                </a:cubicBezTo>
                <a:lnTo>
                  <a:pt x="716947" y="28480"/>
                </a:lnTo>
                <a:cubicBezTo>
                  <a:pt x="715137" y="29908"/>
                  <a:pt x="713327" y="31337"/>
                  <a:pt x="711518" y="32671"/>
                </a:cubicBezTo>
                <a:lnTo>
                  <a:pt x="705898" y="36576"/>
                </a:lnTo>
                <a:cubicBezTo>
                  <a:pt x="698468" y="42005"/>
                  <a:pt x="690467" y="46387"/>
                  <a:pt x="682657" y="51054"/>
                </a:cubicBezTo>
                <a:lnTo>
                  <a:pt x="670465" y="57245"/>
                </a:lnTo>
                <a:lnTo>
                  <a:pt x="664369" y="60293"/>
                </a:lnTo>
                <a:lnTo>
                  <a:pt x="658082" y="62960"/>
                </a:lnTo>
                <a:cubicBezTo>
                  <a:pt x="624459" y="77438"/>
                  <a:pt x="588550" y="86296"/>
                  <a:pt x="552260" y="91154"/>
                </a:cubicBezTo>
                <a:lnTo>
                  <a:pt x="538639" y="92773"/>
                </a:lnTo>
                <a:lnTo>
                  <a:pt x="531781" y="93631"/>
                </a:lnTo>
                <a:cubicBezTo>
                  <a:pt x="529495" y="93917"/>
                  <a:pt x="527209" y="93917"/>
                  <a:pt x="524923" y="94107"/>
                </a:cubicBezTo>
                <a:lnTo>
                  <a:pt x="497491" y="95536"/>
                </a:lnTo>
                <a:cubicBezTo>
                  <a:pt x="488347" y="95726"/>
                  <a:pt x="479203" y="95345"/>
                  <a:pt x="470059" y="95345"/>
                </a:cubicBezTo>
                <a:lnTo>
                  <a:pt x="456343" y="95155"/>
                </a:lnTo>
                <a:lnTo>
                  <a:pt x="442722" y="94678"/>
                </a:lnTo>
                <a:cubicBezTo>
                  <a:pt x="424529" y="94012"/>
                  <a:pt x="406432" y="93821"/>
                  <a:pt x="388239" y="94202"/>
                </a:cubicBezTo>
                <a:cubicBezTo>
                  <a:pt x="370046" y="94488"/>
                  <a:pt x="351949" y="95440"/>
                  <a:pt x="333947" y="96965"/>
                </a:cubicBezTo>
                <a:cubicBezTo>
                  <a:pt x="315849" y="98393"/>
                  <a:pt x="297847" y="100679"/>
                  <a:pt x="280035" y="103822"/>
                </a:cubicBezTo>
                <a:cubicBezTo>
                  <a:pt x="262223" y="106966"/>
                  <a:pt x="244507" y="110966"/>
                  <a:pt x="227267" y="116396"/>
                </a:cubicBezTo>
                <a:cubicBezTo>
                  <a:pt x="192691" y="126968"/>
                  <a:pt x="159544" y="142399"/>
                  <a:pt x="130016" y="163163"/>
                </a:cubicBezTo>
                <a:cubicBezTo>
                  <a:pt x="115252" y="173546"/>
                  <a:pt x="101346" y="185166"/>
                  <a:pt x="88487" y="197929"/>
                </a:cubicBezTo>
                <a:cubicBezTo>
                  <a:pt x="75628" y="210693"/>
                  <a:pt x="64008" y="224695"/>
                  <a:pt x="53245" y="239268"/>
                </a:cubicBezTo>
                <a:cubicBezTo>
                  <a:pt x="31528" y="268415"/>
                  <a:pt x="14573" y="300800"/>
                  <a:pt x="0" y="334137"/>
                </a:cubicBezTo>
                <a:cubicBezTo>
                  <a:pt x="13240" y="300228"/>
                  <a:pt x="29718" y="267367"/>
                  <a:pt x="50673" y="237363"/>
                </a:cubicBezTo>
                <a:cubicBezTo>
                  <a:pt x="61246" y="222409"/>
                  <a:pt x="72771" y="208217"/>
                  <a:pt x="85535" y="194977"/>
                </a:cubicBezTo>
                <a:cubicBezTo>
                  <a:pt x="98393" y="181832"/>
                  <a:pt x="112300" y="169831"/>
                  <a:pt x="127063" y="158972"/>
                </a:cubicBezTo>
                <a:cubicBezTo>
                  <a:pt x="156686" y="137065"/>
                  <a:pt x="190595" y="121539"/>
                  <a:pt x="225457" y="110585"/>
                </a:cubicBezTo>
                <a:cubicBezTo>
                  <a:pt x="242983" y="105061"/>
                  <a:pt x="260890" y="100870"/>
                  <a:pt x="278892" y="97536"/>
                </a:cubicBezTo>
                <a:cubicBezTo>
                  <a:pt x="296894" y="94202"/>
                  <a:pt x="315087" y="91821"/>
                  <a:pt x="333375" y="90297"/>
                </a:cubicBezTo>
                <a:cubicBezTo>
                  <a:pt x="351663" y="88773"/>
                  <a:pt x="369856" y="87916"/>
                  <a:pt x="388144" y="87821"/>
                </a:cubicBezTo>
                <a:cubicBezTo>
                  <a:pt x="406432" y="87535"/>
                  <a:pt x="424720" y="87916"/>
                  <a:pt x="442913" y="88582"/>
                </a:cubicBezTo>
                <a:lnTo>
                  <a:pt x="456629" y="89154"/>
                </a:lnTo>
                <a:lnTo>
                  <a:pt x="470249" y="89440"/>
                </a:lnTo>
                <a:cubicBezTo>
                  <a:pt x="479298" y="89535"/>
                  <a:pt x="488347" y="89916"/>
                  <a:pt x="497396" y="89821"/>
                </a:cubicBezTo>
                <a:lnTo>
                  <a:pt x="524542" y="88678"/>
                </a:lnTo>
                <a:cubicBezTo>
                  <a:pt x="526828" y="88582"/>
                  <a:pt x="529114" y="88582"/>
                  <a:pt x="531305" y="88392"/>
                </a:cubicBezTo>
                <a:lnTo>
                  <a:pt x="538067" y="87725"/>
                </a:lnTo>
                <a:lnTo>
                  <a:pt x="551593" y="86296"/>
                </a:lnTo>
                <a:cubicBezTo>
                  <a:pt x="587597" y="82105"/>
                  <a:pt x="623221" y="73914"/>
                  <a:pt x="656749" y="60198"/>
                </a:cubicBezTo>
                <a:lnTo>
                  <a:pt x="663035" y="57721"/>
                </a:lnTo>
                <a:lnTo>
                  <a:pt x="669227" y="54864"/>
                </a:lnTo>
                <a:lnTo>
                  <a:pt x="681514" y="49054"/>
                </a:lnTo>
                <a:cubicBezTo>
                  <a:pt x="689420" y="44577"/>
                  <a:pt x="697516" y="40481"/>
                  <a:pt x="704945" y="35338"/>
                </a:cubicBezTo>
                <a:lnTo>
                  <a:pt x="710660" y="31623"/>
                </a:lnTo>
                <a:cubicBezTo>
                  <a:pt x="712565" y="30290"/>
                  <a:pt x="714280" y="28956"/>
                  <a:pt x="716185" y="27622"/>
                </a:cubicBezTo>
                <a:lnTo>
                  <a:pt x="721614" y="23527"/>
                </a:lnTo>
                <a:cubicBezTo>
                  <a:pt x="723424" y="22098"/>
                  <a:pt x="725138" y="20669"/>
                  <a:pt x="726853" y="19145"/>
                </a:cubicBezTo>
                <a:cubicBezTo>
                  <a:pt x="733806" y="13335"/>
                  <a:pt x="740474" y="7048"/>
                  <a:pt x="746284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9" name="稻壳儿：耗崽 4"/>
          <p:cNvSpPr/>
          <p:nvPr/>
        </p:nvSpPr>
        <p:spPr>
          <a:xfrm>
            <a:off x="8067960" y="4723849"/>
            <a:ext cx="4122155" cy="2133324"/>
          </a:xfrm>
          <a:custGeom>
            <a:avLst/>
            <a:gdLst>
              <a:gd fmla="*/ 1611249 w 1611344" name="connsiteX0"/>
              <a:gd fmla="*/ 0 h 833913" name="connsiteY0"/>
              <a:gd fmla="*/ 1611344 w 1611344" name="connsiteX1"/>
              <a:gd fmla="*/ 3334 h 833913" name="connsiteY1"/>
              <a:gd fmla="*/ 1363409 w 1611344" name="connsiteX2"/>
              <a:gd fmla="*/ 56674 h 833913" name="connsiteY2"/>
              <a:gd fmla="*/ 891445 w 1611344" name="connsiteX3"/>
              <a:gd fmla="*/ 395669 h 833913" name="connsiteY3"/>
              <a:gd fmla="*/ 462344 w 1611344" name="connsiteX4"/>
              <a:gd fmla="*/ 580358 h 833913" name="connsiteY4"/>
              <a:gd fmla="*/ 2857 w 1611344" name="connsiteX5"/>
              <a:gd fmla="*/ 833914 h 833913" name="connsiteY5"/>
              <a:gd fmla="*/ 0 w 1611344" name="connsiteX6"/>
              <a:gd fmla="*/ 832199 h 833913" name="connsiteY6"/>
              <a:gd fmla="*/ 231458 w 1611344" name="connsiteX7"/>
              <a:gd fmla="*/ 606362 h 833913" name="connsiteY7"/>
              <a:gd fmla="*/ 462439 w 1611344" name="connsiteX8"/>
              <a:gd fmla="*/ 577025 h 833913" name="connsiteY8"/>
              <a:gd fmla="*/ 888873 w 1611344" name="connsiteX9"/>
              <a:gd fmla="*/ 393573 h 833913" name="connsiteY9"/>
              <a:gd fmla="*/ 1362456 w 1611344" name="connsiteX10"/>
              <a:gd fmla="*/ 53435 h 833913" name="connsiteY10"/>
              <a:gd fmla="*/ 1611249 w 1611344" name="connsiteX11"/>
              <a:gd fmla="*/ 0 h 8339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833913" w="1611344">
                <a:moveTo>
                  <a:pt x="1611249" y="0"/>
                </a:moveTo>
                <a:lnTo>
                  <a:pt x="1611344" y="3334"/>
                </a:lnTo>
                <a:cubicBezTo>
                  <a:pt x="1610297" y="3334"/>
                  <a:pt x="1504474" y="6763"/>
                  <a:pt x="1363409" y="56674"/>
                </a:cubicBezTo>
                <a:cubicBezTo>
                  <a:pt x="1233297" y="102775"/>
                  <a:pt x="1045845" y="198977"/>
                  <a:pt x="891445" y="395669"/>
                </a:cubicBezTo>
                <a:cubicBezTo>
                  <a:pt x="743236" y="584549"/>
                  <a:pt x="600456" y="582454"/>
                  <a:pt x="462344" y="580358"/>
                </a:cubicBezTo>
                <a:cubicBezTo>
                  <a:pt x="305467" y="578072"/>
                  <a:pt x="157163" y="575786"/>
                  <a:pt x="2857" y="833914"/>
                </a:cubicBezTo>
                <a:lnTo>
                  <a:pt x="0" y="832199"/>
                </a:lnTo>
                <a:cubicBezTo>
                  <a:pt x="69723" y="715613"/>
                  <a:pt x="145447" y="641795"/>
                  <a:pt x="231458" y="606362"/>
                </a:cubicBezTo>
                <a:cubicBezTo>
                  <a:pt x="308324" y="574739"/>
                  <a:pt x="386715" y="575882"/>
                  <a:pt x="462439" y="577025"/>
                </a:cubicBezTo>
                <a:cubicBezTo>
                  <a:pt x="599789" y="579120"/>
                  <a:pt x="741712" y="581216"/>
                  <a:pt x="888873" y="393573"/>
                </a:cubicBezTo>
                <a:cubicBezTo>
                  <a:pt x="1043750" y="196120"/>
                  <a:pt x="1231868" y="99631"/>
                  <a:pt x="1362456" y="53435"/>
                </a:cubicBezTo>
                <a:cubicBezTo>
                  <a:pt x="1503902" y="3429"/>
                  <a:pt x="1610201" y="0"/>
                  <a:pt x="1611249" y="0"/>
                </a:cubicBezTo>
                <a:close/>
              </a:path>
            </a:pathLst>
          </a:custGeom>
          <a:solidFill>
            <a:srgbClr val="BCBCBC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0" name="稻壳儿：耗崽 5"/>
          <p:cNvSpPr/>
          <p:nvPr/>
        </p:nvSpPr>
        <p:spPr>
          <a:xfrm>
            <a:off x="9594972" y="3681039"/>
            <a:ext cx="2597028" cy="3176961"/>
          </a:xfrm>
          <a:custGeom>
            <a:avLst/>
            <a:gdLst>
              <a:gd fmla="*/ 1015079 w 1015174" name="connsiteX0"/>
              <a:gd fmla="*/ 0 h 1241869" name="connsiteY0"/>
              <a:gd fmla="*/ 415195 w 1015174" name="connsiteX1"/>
              <a:gd fmla="*/ 529495 h 1241869" name="connsiteY1"/>
              <a:gd fmla="*/ 0 w 1015174" name="connsiteX2"/>
              <a:gd fmla="*/ 1241870 h 1241869" name="connsiteY2"/>
              <a:gd fmla="*/ 1015175 w 1015174" name="connsiteX3"/>
              <a:gd fmla="*/ 1241870 h 1241869" name="connsiteY3"/>
              <a:gd fmla="*/ 1015175 w 1015174" name="connsiteX4"/>
              <a:gd fmla="*/ 0 h 1241869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1241869" w="1015174">
                <a:moveTo>
                  <a:pt x="1015079" y="0"/>
                </a:moveTo>
                <a:cubicBezTo>
                  <a:pt x="1015079" y="0"/>
                  <a:pt x="975646" y="218694"/>
                  <a:pt x="415195" y="529495"/>
                </a:cubicBezTo>
                <a:cubicBezTo>
                  <a:pt x="69818" y="721043"/>
                  <a:pt x="203359" y="1189292"/>
                  <a:pt x="0" y="1241870"/>
                </a:cubicBezTo>
                <a:lnTo>
                  <a:pt x="1015175" y="1241870"/>
                </a:lnTo>
                <a:lnTo>
                  <a:pt x="1015175" y="0"/>
                </a:lnTo>
                <a:close/>
              </a:path>
            </a:pathLst>
          </a:custGeom>
          <a:solidFill>
            <a:srgbClr val="4E7C9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1" name="稻壳儿：耗崽 6"/>
          <p:cNvSpPr/>
          <p:nvPr/>
        </p:nvSpPr>
        <p:spPr>
          <a:xfrm>
            <a:off x="9938853" y="4174131"/>
            <a:ext cx="2386497" cy="2698880"/>
          </a:xfrm>
          <a:custGeom>
            <a:avLst/>
            <a:gdLst>
              <a:gd fmla="*/ 932879 w 932878" name="connsiteX0"/>
              <a:gd fmla="*/ 0 h 1054988" name="connsiteY0"/>
              <a:gd fmla="*/ 904589 w 932878" name="connsiteX1"/>
              <a:gd fmla="*/ 87249 h 1054988" name="connsiteY1"/>
              <a:gd fmla="*/ 868871 w 932878" name="connsiteX2"/>
              <a:gd fmla="*/ 171926 h 1054988" name="connsiteY2"/>
              <a:gd fmla="*/ 777812 w 932878" name="connsiteX3"/>
              <a:gd fmla="*/ 331756 h 1054988" name="connsiteY3"/>
              <a:gd fmla="*/ 660178 w 932878" name="connsiteX4"/>
              <a:gd fmla="*/ 473488 h 1054988" name="connsiteY4"/>
              <a:gd fmla="*/ 515398 w 932878" name="connsiteX5"/>
              <a:gd fmla="*/ 587788 h 1054988" name="connsiteY5"/>
              <a:gd fmla="*/ 495491 w 932878" name="connsiteX6"/>
              <a:gd fmla="*/ 599504 h 1054988" name="connsiteY6"/>
              <a:gd fmla="*/ 475298 w 932878" name="connsiteX7"/>
              <a:gd fmla="*/ 610838 h 1054988" name="connsiteY7"/>
              <a:gd fmla="*/ 434531 w 932878" name="connsiteX8"/>
              <a:gd fmla="*/ 632079 h 1054988" name="connsiteY8"/>
              <a:gd fmla="*/ 352425 w 932878" name="connsiteX9"/>
              <a:gd fmla="*/ 673227 h 1054988" name="connsiteY9"/>
              <a:gd fmla="*/ 190405 w 932878" name="connsiteX10"/>
              <a:gd fmla="*/ 757809 h 1054988" name="connsiteY10"/>
              <a:gd fmla="*/ 152972 w 932878" name="connsiteX11"/>
              <a:gd fmla="*/ 783431 h 1054988" name="connsiteY11"/>
              <a:gd fmla="*/ 135350 w 932878" name="connsiteX12"/>
              <a:gd fmla="*/ 797719 h 1054988" name="connsiteY12"/>
              <a:gd fmla="*/ 126778 w 932878" name="connsiteX13"/>
              <a:gd fmla="*/ 805148 h 1054988" name="connsiteY13"/>
              <a:gd fmla="*/ 118586 w 932878" name="connsiteX14"/>
              <a:gd fmla="*/ 812864 h 1054988" name="connsiteY14"/>
              <a:gd fmla="*/ 63056 w 932878" name="connsiteX15"/>
              <a:gd fmla="*/ 884111 h 1054988" name="connsiteY15"/>
              <a:gd fmla="*/ 25527 w 932878" name="connsiteX16"/>
              <a:gd fmla="*/ 967073 h 1054988" name="connsiteY16"/>
              <a:gd fmla="*/ 18288 w 932878" name="connsiteX17"/>
              <a:gd fmla="*/ 988790 h 1054988" name="connsiteY17"/>
              <a:gd fmla="*/ 11716 w 932878" name="connsiteX18"/>
              <a:gd fmla="*/ 1010698 h 1054988" name="connsiteY18"/>
              <a:gd fmla="*/ 5620 w 932878" name="connsiteX19"/>
              <a:gd fmla="*/ 1032796 h 1054988" name="connsiteY19"/>
              <a:gd fmla="*/ 0 w 932878" name="connsiteX20"/>
              <a:gd fmla="*/ 1054989 h 1054988" name="connsiteY20"/>
              <a:gd fmla="*/ 4667 w 932878" name="connsiteX21"/>
              <a:gd fmla="*/ 1032510 h 1054988" name="connsiteY21"/>
              <a:gd fmla="*/ 9811 w 932878" name="connsiteX22"/>
              <a:gd fmla="*/ 1010126 h 1054988" name="connsiteY22"/>
              <a:gd fmla="*/ 15621 w 932878" name="connsiteX23"/>
              <a:gd fmla="*/ 987933 h 1054988" name="connsiteY23"/>
              <a:gd fmla="*/ 22193 w 932878" name="connsiteX24"/>
              <a:gd fmla="*/ 965930 h 1054988" name="connsiteY24"/>
              <a:gd fmla="*/ 57436 w 932878" name="connsiteX25"/>
              <a:gd fmla="*/ 880872 h 1054988" name="connsiteY25"/>
              <a:gd fmla="*/ 112490 w 932878" name="connsiteX26"/>
              <a:gd fmla="*/ 806672 h 1054988" name="connsiteY26"/>
              <a:gd fmla="*/ 184880 w 932878" name="connsiteX27"/>
              <a:gd fmla="*/ 749046 h 1054988" name="connsiteY27"/>
              <a:gd fmla="*/ 264890 w 932878" name="connsiteX28"/>
              <a:gd fmla="*/ 703326 h 1054988" name="connsiteY28"/>
              <a:gd fmla="*/ 346805 w 932878" name="connsiteX29"/>
              <a:gd fmla="*/ 661892 h 1054988" name="connsiteY29"/>
              <a:gd fmla="*/ 428530 w 932878" name="connsiteX30"/>
              <a:gd fmla="*/ 620554 h 1054988" name="connsiteY30"/>
              <a:gd fmla="*/ 469011 w 932878" name="connsiteX31"/>
              <a:gd fmla="*/ 599218 h 1054988" name="connsiteY31"/>
              <a:gd fmla="*/ 488823 w 932878" name="connsiteX32"/>
              <a:gd fmla="*/ 587978 h 1054988" name="connsiteY32"/>
              <a:gd fmla="*/ 508349 w 932878" name="connsiteX33"/>
              <a:gd fmla="*/ 576453 h 1054988" name="connsiteY33"/>
              <a:gd fmla="*/ 651320 w 932878" name="connsiteX34"/>
              <a:gd fmla="*/ 464534 h 1054988" name="connsiteY34"/>
              <a:gd fmla="*/ 713423 w 932878" name="connsiteX35"/>
              <a:gd fmla="*/ 397955 h 1054988" name="connsiteY35"/>
              <a:gd fmla="*/ 727996 w 932878" name="connsiteX36"/>
              <a:gd fmla="*/ 380429 h 1054988" name="connsiteY36"/>
              <a:gd fmla="*/ 742093 w 932878" name="connsiteX37"/>
              <a:gd fmla="*/ 362522 h 1054988" name="connsiteY37"/>
              <a:gd fmla="*/ 749141 w 932878" name="connsiteX38"/>
              <a:gd fmla="*/ 353568 h 1054988" name="connsiteY38"/>
              <a:gd fmla="*/ 755904 w 932878" name="connsiteX39"/>
              <a:gd fmla="*/ 344424 h 1054988" name="connsiteY39"/>
              <a:gd fmla="*/ 769334 w 932878" name="connsiteX40"/>
              <a:gd fmla="*/ 325946 h 1054988" name="connsiteY40"/>
              <a:gd fmla="*/ 862965 w 932878" name="connsiteX41"/>
              <a:gd fmla="*/ 169259 h 1054988" name="connsiteY41"/>
              <a:gd fmla="*/ 932879 w 932878" name="connsiteX42"/>
              <a:gd fmla="*/ 0 h 1054988" name="connsiteY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b="b" l="l" r="r" t="t"/>
            <a:pathLst>
              <a:path h="1054988" w="932878">
                <a:moveTo>
                  <a:pt x="932879" y="0"/>
                </a:moveTo>
                <a:cubicBezTo>
                  <a:pt x="925163" y="29623"/>
                  <a:pt x="915353" y="58674"/>
                  <a:pt x="904589" y="87249"/>
                </a:cubicBezTo>
                <a:cubicBezTo>
                  <a:pt x="893731" y="115919"/>
                  <a:pt x="881825" y="144113"/>
                  <a:pt x="868871" y="171926"/>
                </a:cubicBezTo>
                <a:cubicBezTo>
                  <a:pt x="842867" y="227457"/>
                  <a:pt x="812483" y="280988"/>
                  <a:pt x="777812" y="331756"/>
                </a:cubicBezTo>
                <a:cubicBezTo>
                  <a:pt x="743045" y="382429"/>
                  <a:pt x="703993" y="430244"/>
                  <a:pt x="660178" y="473488"/>
                </a:cubicBezTo>
                <a:cubicBezTo>
                  <a:pt x="616649" y="517017"/>
                  <a:pt x="567785" y="555212"/>
                  <a:pt x="515398" y="587788"/>
                </a:cubicBezTo>
                <a:cubicBezTo>
                  <a:pt x="509016" y="592074"/>
                  <a:pt x="502158" y="595598"/>
                  <a:pt x="495491" y="599504"/>
                </a:cubicBezTo>
                <a:cubicBezTo>
                  <a:pt x="488728" y="603314"/>
                  <a:pt x="482060" y="607124"/>
                  <a:pt x="475298" y="610838"/>
                </a:cubicBezTo>
                <a:cubicBezTo>
                  <a:pt x="461772" y="617982"/>
                  <a:pt x="448246" y="625126"/>
                  <a:pt x="434531" y="632079"/>
                </a:cubicBezTo>
                <a:cubicBezTo>
                  <a:pt x="407289" y="646081"/>
                  <a:pt x="379952" y="659797"/>
                  <a:pt x="352425" y="673227"/>
                </a:cubicBezTo>
                <a:cubicBezTo>
                  <a:pt x="297561" y="700183"/>
                  <a:pt x="242126" y="725996"/>
                  <a:pt x="190405" y="757809"/>
                </a:cubicBezTo>
                <a:cubicBezTo>
                  <a:pt x="177451" y="765715"/>
                  <a:pt x="165068" y="774383"/>
                  <a:pt x="152972" y="783431"/>
                </a:cubicBezTo>
                <a:cubicBezTo>
                  <a:pt x="147066" y="788099"/>
                  <a:pt x="140970" y="792671"/>
                  <a:pt x="135350" y="797719"/>
                </a:cubicBezTo>
                <a:cubicBezTo>
                  <a:pt x="132493" y="800195"/>
                  <a:pt x="129540" y="802576"/>
                  <a:pt x="126778" y="805148"/>
                </a:cubicBezTo>
                <a:lnTo>
                  <a:pt x="118586" y="812864"/>
                </a:lnTo>
                <a:cubicBezTo>
                  <a:pt x="96774" y="833819"/>
                  <a:pt x="78391" y="858107"/>
                  <a:pt x="63056" y="884111"/>
                </a:cubicBezTo>
                <a:cubicBezTo>
                  <a:pt x="47720" y="910304"/>
                  <a:pt x="35624" y="938308"/>
                  <a:pt x="25527" y="967073"/>
                </a:cubicBezTo>
                <a:cubicBezTo>
                  <a:pt x="23051" y="974312"/>
                  <a:pt x="20479" y="981456"/>
                  <a:pt x="18288" y="988790"/>
                </a:cubicBezTo>
                <a:cubicBezTo>
                  <a:pt x="16097" y="996125"/>
                  <a:pt x="13716" y="1003364"/>
                  <a:pt x="11716" y="1010698"/>
                </a:cubicBezTo>
                <a:cubicBezTo>
                  <a:pt x="9716" y="1018032"/>
                  <a:pt x="7429" y="1025366"/>
                  <a:pt x="5620" y="1032796"/>
                </a:cubicBezTo>
                <a:lnTo>
                  <a:pt x="0" y="1054989"/>
                </a:lnTo>
                <a:lnTo>
                  <a:pt x="4667" y="1032510"/>
                </a:lnTo>
                <a:cubicBezTo>
                  <a:pt x="6191" y="1024985"/>
                  <a:pt x="8096" y="1017651"/>
                  <a:pt x="9811" y="1010126"/>
                </a:cubicBezTo>
                <a:cubicBezTo>
                  <a:pt x="11525" y="1002697"/>
                  <a:pt x="13621" y="995363"/>
                  <a:pt x="15621" y="987933"/>
                </a:cubicBezTo>
                <a:cubicBezTo>
                  <a:pt x="17526" y="980504"/>
                  <a:pt x="19907" y="973265"/>
                  <a:pt x="22193" y="965930"/>
                </a:cubicBezTo>
                <a:cubicBezTo>
                  <a:pt x="31433" y="936689"/>
                  <a:pt x="42767" y="908018"/>
                  <a:pt x="57436" y="880872"/>
                </a:cubicBezTo>
                <a:cubicBezTo>
                  <a:pt x="72390" y="853916"/>
                  <a:pt x="90678" y="828580"/>
                  <a:pt x="112490" y="806672"/>
                </a:cubicBezTo>
                <a:cubicBezTo>
                  <a:pt x="134303" y="784574"/>
                  <a:pt x="158972" y="765715"/>
                  <a:pt x="184880" y="749046"/>
                </a:cubicBezTo>
                <a:cubicBezTo>
                  <a:pt x="210788" y="732282"/>
                  <a:pt x="237744" y="717423"/>
                  <a:pt x="264890" y="703326"/>
                </a:cubicBezTo>
                <a:cubicBezTo>
                  <a:pt x="292132" y="689229"/>
                  <a:pt x="319469" y="675608"/>
                  <a:pt x="346805" y="661892"/>
                </a:cubicBezTo>
                <a:cubicBezTo>
                  <a:pt x="374142" y="648272"/>
                  <a:pt x="401479" y="634556"/>
                  <a:pt x="428530" y="620554"/>
                </a:cubicBezTo>
                <a:cubicBezTo>
                  <a:pt x="442055" y="613601"/>
                  <a:pt x="455581" y="606362"/>
                  <a:pt x="469011" y="599218"/>
                </a:cubicBezTo>
                <a:cubicBezTo>
                  <a:pt x="475679" y="595598"/>
                  <a:pt x="482155" y="591788"/>
                  <a:pt x="488823" y="587978"/>
                </a:cubicBezTo>
                <a:cubicBezTo>
                  <a:pt x="495395" y="584168"/>
                  <a:pt x="502063" y="580644"/>
                  <a:pt x="508349" y="576453"/>
                </a:cubicBezTo>
                <a:cubicBezTo>
                  <a:pt x="559975" y="544640"/>
                  <a:pt x="608076" y="507111"/>
                  <a:pt x="651320" y="464534"/>
                </a:cubicBezTo>
                <a:cubicBezTo>
                  <a:pt x="673322" y="443579"/>
                  <a:pt x="693706" y="421005"/>
                  <a:pt x="713423" y="397955"/>
                </a:cubicBezTo>
                <a:lnTo>
                  <a:pt x="727996" y="380429"/>
                </a:lnTo>
                <a:cubicBezTo>
                  <a:pt x="732854" y="374523"/>
                  <a:pt x="737330" y="368427"/>
                  <a:pt x="742093" y="362522"/>
                </a:cubicBezTo>
                <a:lnTo>
                  <a:pt x="749141" y="353568"/>
                </a:lnTo>
                <a:lnTo>
                  <a:pt x="755904" y="344424"/>
                </a:lnTo>
                <a:cubicBezTo>
                  <a:pt x="760381" y="338233"/>
                  <a:pt x="764953" y="332232"/>
                  <a:pt x="769334" y="325946"/>
                </a:cubicBezTo>
                <a:cubicBezTo>
                  <a:pt x="804291" y="276130"/>
                  <a:pt x="835724" y="223742"/>
                  <a:pt x="862965" y="169259"/>
                </a:cubicBezTo>
                <a:cubicBezTo>
                  <a:pt x="890492" y="114681"/>
                  <a:pt x="914305" y="58293"/>
                  <a:pt x="932879" y="0"/>
                </a:cubicBezTo>
                <a:close/>
              </a:path>
            </a:pathLst>
          </a:custGeom>
          <a:solidFill>
            <a:schemeClr val="bg1">
              <a:alpha val="35000"/>
            </a:schemeClr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2" name="稻壳儿：耗崽 7"/>
          <p:cNvSpPr/>
          <p:nvPr/>
        </p:nvSpPr>
        <p:spPr>
          <a:xfrm>
            <a:off x="9591867" y="3690936"/>
            <a:ext cx="2602144" cy="3182078"/>
          </a:xfrm>
          <a:custGeom>
            <a:avLst/>
            <a:gdLst>
              <a:gd fmla="*/ 1013936 w 1017174" name="connsiteX0"/>
              <a:gd fmla="*/ 0 h 1243869" name="connsiteY0"/>
              <a:gd fmla="*/ 1017175 w 1017174" name="connsiteX1"/>
              <a:gd fmla="*/ 572 h 1243869" name="connsiteY1"/>
              <a:gd fmla="*/ 927068 w 1017174" name="connsiteX2"/>
              <a:gd fmla="*/ 149543 h 1243869" name="connsiteY2"/>
              <a:gd fmla="*/ 416433 w 1017174" name="connsiteX3"/>
              <a:gd fmla="*/ 531305 h 1243869" name="connsiteY3"/>
              <a:gd fmla="*/ 144971 w 1017174" name="connsiteX4"/>
              <a:gd fmla="*/ 987933 h 1243869" name="connsiteY4"/>
              <a:gd fmla="*/ 857 w 1017174" name="connsiteX5"/>
              <a:gd fmla="*/ 1243870 h 1243869" name="connsiteY5"/>
              <a:gd fmla="*/ 0 w 1017174" name="connsiteX6"/>
              <a:gd fmla="*/ 1240631 h 1243869" name="connsiteY6"/>
              <a:gd fmla="*/ 141732 w 1017174" name="connsiteX7"/>
              <a:gd fmla="*/ 987171 h 1243869" name="connsiteY7"/>
              <a:gd fmla="*/ 414814 w 1017174" name="connsiteX8"/>
              <a:gd fmla="*/ 528447 h 1243869" name="connsiteY8"/>
              <a:gd fmla="*/ 924211 w 1017174" name="connsiteX9"/>
              <a:gd fmla="*/ 147828 h 1243869" name="connsiteY9"/>
              <a:gd fmla="*/ 1013936 w 1017174" name="connsiteX10"/>
              <a:gd fmla="*/ 0 h 1243869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1243869" w="1017174">
                <a:moveTo>
                  <a:pt x="1013936" y="0"/>
                </a:moveTo>
                <a:lnTo>
                  <a:pt x="1017175" y="572"/>
                </a:lnTo>
                <a:cubicBezTo>
                  <a:pt x="1017080" y="1143"/>
                  <a:pt x="1006316" y="56769"/>
                  <a:pt x="927068" y="149543"/>
                </a:cubicBezTo>
                <a:cubicBezTo>
                  <a:pt x="854107" y="234982"/>
                  <a:pt x="706184" y="370523"/>
                  <a:pt x="416433" y="531305"/>
                </a:cubicBezTo>
                <a:cubicBezTo>
                  <a:pt x="224790" y="637604"/>
                  <a:pt x="180499" y="831818"/>
                  <a:pt x="144971" y="987933"/>
                </a:cubicBezTo>
                <a:cubicBezTo>
                  <a:pt x="116586" y="1112615"/>
                  <a:pt x="92012" y="1220343"/>
                  <a:pt x="857" y="1243870"/>
                </a:cubicBezTo>
                <a:lnTo>
                  <a:pt x="0" y="1240631"/>
                </a:lnTo>
                <a:cubicBezTo>
                  <a:pt x="89154" y="1217581"/>
                  <a:pt x="113538" y="1110806"/>
                  <a:pt x="141732" y="987171"/>
                </a:cubicBezTo>
                <a:cubicBezTo>
                  <a:pt x="177451" y="830485"/>
                  <a:pt x="221933" y="635413"/>
                  <a:pt x="414814" y="528447"/>
                </a:cubicBezTo>
                <a:cubicBezTo>
                  <a:pt x="703802" y="368141"/>
                  <a:pt x="851345" y="232981"/>
                  <a:pt x="924211" y="147828"/>
                </a:cubicBezTo>
                <a:cubicBezTo>
                  <a:pt x="1003078" y="55531"/>
                  <a:pt x="1013841" y="572"/>
                  <a:pt x="1013936" y="0"/>
                </a:cubicBezTo>
                <a:close/>
              </a:path>
            </a:pathLst>
          </a:custGeom>
          <a:solidFill>
            <a:srgbClr val="ADADA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3" name="稻壳儿：耗崽 8"/>
          <p:cNvSpPr/>
          <p:nvPr/>
        </p:nvSpPr>
        <p:spPr>
          <a:xfrm>
            <a:off x="9975585" y="4936749"/>
            <a:ext cx="2216415" cy="1921251"/>
          </a:xfrm>
          <a:custGeom>
            <a:avLst/>
            <a:gdLst>
              <a:gd fmla="*/ 866394 w 866393" name="connsiteX0"/>
              <a:gd fmla="*/ 350 h 751014" name="connsiteY0"/>
              <a:gd fmla="*/ 460724 w 866393" name="connsiteX1"/>
              <a:gd fmla="*/ 303530 h 751014" name="connsiteY1"/>
              <a:gd fmla="*/ 0 w 866393" name="connsiteX2"/>
              <a:gd fmla="*/ 751015 h 751014" name="connsiteY2"/>
              <a:gd fmla="*/ 866394 w 866393" name="connsiteX3"/>
              <a:gd fmla="*/ 751015 h 751014" name="connsiteY3"/>
              <a:gd fmla="*/ 866394 w 866393" name="connsiteX4"/>
              <a:gd fmla="*/ 350 h 751014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751014" w="866393">
                <a:moveTo>
                  <a:pt x="866394" y="350"/>
                </a:moveTo>
                <a:cubicBezTo>
                  <a:pt x="866394" y="350"/>
                  <a:pt x="483584" y="-22606"/>
                  <a:pt x="460724" y="303530"/>
                </a:cubicBezTo>
                <a:cubicBezTo>
                  <a:pt x="441674" y="574707"/>
                  <a:pt x="158401" y="486220"/>
                  <a:pt x="0" y="751015"/>
                </a:cubicBezTo>
                <a:lnTo>
                  <a:pt x="866394" y="751015"/>
                </a:lnTo>
                <a:lnTo>
                  <a:pt x="866394" y="350"/>
                </a:lnTo>
                <a:close/>
              </a:path>
            </a:pathLst>
          </a:custGeom>
          <a:solidFill>
            <a:srgbClr val="0F4061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4" name="稻壳儿：耗崽 9"/>
          <p:cNvSpPr/>
          <p:nvPr/>
        </p:nvSpPr>
        <p:spPr>
          <a:xfrm>
            <a:off x="9971749" y="4944369"/>
            <a:ext cx="2220070" cy="1927667"/>
          </a:xfrm>
          <a:custGeom>
            <a:avLst/>
            <a:gdLst>
              <a:gd fmla="*/ 852392 w 867822" name="connsiteX0"/>
              <a:gd fmla="*/ 0 h 753522" name="connsiteY0"/>
              <a:gd fmla="*/ 867823 w 867822" name="connsiteX1"/>
              <a:gd fmla="*/ 286 h 753522" name="connsiteY1"/>
              <a:gd fmla="*/ 867632 w 867822" name="connsiteX2"/>
              <a:gd fmla="*/ 3620 h 753522" name="connsiteY2"/>
              <a:gd fmla="*/ 673989 w 867822" name="connsiteX3"/>
              <a:gd fmla="*/ 32861 h 753522" name="connsiteY3"/>
              <a:gd fmla="*/ 463772 w 867822" name="connsiteX4"/>
              <a:gd fmla="*/ 305276 h 753522" name="connsiteY4"/>
              <a:gd fmla="*/ 261842 w 867822" name="connsiteX5"/>
              <a:gd fmla="*/ 543687 h 753522" name="connsiteY5"/>
              <a:gd fmla="*/ 2857 w 867822" name="connsiteX6"/>
              <a:gd fmla="*/ 753523 h 753522" name="connsiteY6"/>
              <a:gd fmla="*/ 0 w 867822" name="connsiteX7"/>
              <a:gd fmla="*/ 751808 h 753522" name="connsiteY7"/>
              <a:gd fmla="*/ 260413 w 867822" name="connsiteX8"/>
              <a:gd fmla="*/ 540734 h 753522" name="connsiteY8"/>
              <a:gd fmla="*/ 460438 w 867822" name="connsiteX9"/>
              <a:gd fmla="*/ 305086 h 753522" name="connsiteY9"/>
              <a:gd fmla="*/ 533876 w 867822" name="connsiteX10"/>
              <a:gd fmla="*/ 119158 h 753522" name="connsiteY10"/>
              <a:gd fmla="*/ 672941 w 867822" name="connsiteX11"/>
              <a:gd fmla="*/ 29813 h 753522" name="connsiteY11"/>
              <a:gd fmla="*/ 852392 w 867822" name="connsiteX12"/>
              <a:gd fmla="*/ 0 h 753522" name="connsiteY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b="b" l="l" r="r" t="t"/>
            <a:pathLst>
              <a:path h="753522" w="867822">
                <a:moveTo>
                  <a:pt x="852392" y="0"/>
                </a:moveTo>
                <a:cubicBezTo>
                  <a:pt x="862013" y="0"/>
                  <a:pt x="867632" y="286"/>
                  <a:pt x="867823" y="286"/>
                </a:cubicBezTo>
                <a:lnTo>
                  <a:pt x="867632" y="3620"/>
                </a:lnTo>
                <a:cubicBezTo>
                  <a:pt x="866680" y="3524"/>
                  <a:pt x="771049" y="-1715"/>
                  <a:pt x="673989" y="32861"/>
                </a:cubicBezTo>
                <a:cubicBezTo>
                  <a:pt x="584549" y="64675"/>
                  <a:pt x="475488" y="137732"/>
                  <a:pt x="463772" y="305276"/>
                </a:cubicBezTo>
                <a:cubicBezTo>
                  <a:pt x="453390" y="452819"/>
                  <a:pt x="364617" y="494919"/>
                  <a:pt x="261842" y="543687"/>
                </a:cubicBezTo>
                <a:cubicBezTo>
                  <a:pt x="174403" y="585216"/>
                  <a:pt x="75343" y="632270"/>
                  <a:pt x="2857" y="753523"/>
                </a:cubicBezTo>
                <a:lnTo>
                  <a:pt x="0" y="751808"/>
                </a:lnTo>
                <a:cubicBezTo>
                  <a:pt x="73057" y="629698"/>
                  <a:pt x="172593" y="582454"/>
                  <a:pt x="260413" y="540734"/>
                </a:cubicBezTo>
                <a:cubicBezTo>
                  <a:pt x="362236" y="492347"/>
                  <a:pt x="450247" y="450628"/>
                  <a:pt x="460438" y="305086"/>
                </a:cubicBezTo>
                <a:cubicBezTo>
                  <a:pt x="465677" y="230315"/>
                  <a:pt x="490442" y="167735"/>
                  <a:pt x="533876" y="119158"/>
                </a:cubicBezTo>
                <a:cubicBezTo>
                  <a:pt x="568643" y="80296"/>
                  <a:pt x="615410" y="50197"/>
                  <a:pt x="672941" y="29813"/>
                </a:cubicBezTo>
                <a:cubicBezTo>
                  <a:pt x="747522" y="3239"/>
                  <a:pt x="821246" y="0"/>
                  <a:pt x="852392" y="0"/>
                </a:cubicBezTo>
                <a:close/>
              </a:path>
            </a:pathLst>
          </a:custGeom>
          <a:solidFill>
            <a:srgbClr val="606060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1" name="稻壳儿：耗崽 10"/>
          <p:cNvSpPr/>
          <p:nvPr/>
        </p:nvSpPr>
        <p:spPr>
          <a:xfrm>
            <a:off x="-3775" y="-8988"/>
            <a:ext cx="4650343" cy="2401921"/>
          </a:xfrm>
          <a:custGeom>
            <a:avLst/>
            <a:gdLst>
              <a:gd fmla="*/ 0 w 1613058" name="connsiteX0"/>
              <a:gd fmla="*/ 833152 h 833151" name="connsiteY0"/>
              <a:gd fmla="*/ 722567 w 1613058" name="connsiteX1"/>
              <a:gd fmla="*/ 439388 h 833151" name="connsiteY1"/>
              <a:gd fmla="*/ 1613059 w 1613058" name="connsiteX2"/>
              <a:gd fmla="*/ 0 h 833151" name="connsiteY2"/>
              <a:gd fmla="*/ 0 w 1613058" name="connsiteX3"/>
              <a:gd fmla="*/ 0 h 833151" name="connsiteY3"/>
              <a:gd fmla="*/ 0 w 1613058" name="connsiteX4"/>
              <a:gd fmla="*/ 833152 h 833151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833151" w="1613058">
                <a:moveTo>
                  <a:pt x="0" y="833152"/>
                </a:moveTo>
                <a:cubicBezTo>
                  <a:pt x="0" y="833152"/>
                  <a:pt x="422624" y="821722"/>
                  <a:pt x="722567" y="439388"/>
                </a:cubicBezTo>
                <a:cubicBezTo>
                  <a:pt x="1034891" y="41148"/>
                  <a:pt x="1318260" y="493014"/>
                  <a:pt x="1613059" y="0"/>
                </a:cubicBezTo>
                <a:lnTo>
                  <a:pt x="0" y="0"/>
                </a:lnTo>
                <a:lnTo>
                  <a:pt x="0" y="833152"/>
                </a:lnTo>
                <a:close/>
              </a:path>
            </a:pathLst>
          </a:custGeom>
          <a:solidFill>
            <a:srgbClr val="E3BC9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2" name="稻壳儿：耗崽 11"/>
          <p:cNvSpPr/>
          <p:nvPr/>
        </p:nvSpPr>
        <p:spPr>
          <a:xfrm>
            <a:off x="2325378" y="-82855"/>
            <a:ext cx="2156704" cy="965216"/>
          </a:xfrm>
          <a:custGeom>
            <a:avLst/>
            <a:gdLst>
              <a:gd fmla="*/ 0 w 748093" name="connsiteX0"/>
              <a:gd fmla="*/ 334804 h 334803" name="connsiteY0"/>
              <a:gd fmla="*/ 18859 w 748093" name="connsiteX1"/>
              <a:gd fmla="*/ 314897 h 334803" name="connsiteY1"/>
              <a:gd fmla="*/ 24003 w 748093" name="connsiteX2"/>
              <a:gd fmla="*/ 310420 h 334803" name="connsiteY2"/>
              <a:gd fmla="*/ 29432 w 748093" name="connsiteX3"/>
              <a:gd fmla="*/ 306229 h 334803" name="connsiteY3"/>
              <a:gd fmla="*/ 34861 w 748093" name="connsiteX4"/>
              <a:gd fmla="*/ 302038 h 334803" name="connsiteY4"/>
              <a:gd fmla="*/ 40481 w 748093" name="connsiteX5"/>
              <a:gd fmla="*/ 298133 h 334803" name="connsiteY5"/>
              <a:gd fmla="*/ 63817 w 748093" name="connsiteX6"/>
              <a:gd fmla="*/ 283559 h 334803" name="connsiteY6"/>
              <a:gd fmla="*/ 76105 w 748093" name="connsiteX7"/>
              <a:gd fmla="*/ 277368 h 334803" name="connsiteY7"/>
              <a:gd fmla="*/ 82296 w 748093" name="connsiteX8"/>
              <a:gd fmla="*/ 274320 h 334803" name="connsiteY8"/>
              <a:gd fmla="*/ 88582 w 748093" name="connsiteX9"/>
              <a:gd fmla="*/ 271653 h 334803" name="connsiteY9"/>
              <a:gd fmla="*/ 194596 w 748093" name="connsiteX10"/>
              <a:gd fmla="*/ 243459 h 334803" name="connsiteY10"/>
              <a:gd fmla="*/ 208217 w 748093" name="connsiteX11"/>
              <a:gd fmla="*/ 241840 h 334803" name="connsiteY11"/>
              <a:gd fmla="*/ 215075 w 748093" name="connsiteX12"/>
              <a:gd fmla="*/ 240983 h 334803" name="connsiteY12"/>
              <a:gd fmla="*/ 221932 w 748093" name="connsiteX13"/>
              <a:gd fmla="*/ 240506 h 334803" name="connsiteY13"/>
              <a:gd fmla="*/ 249460 w 748093" name="connsiteX14"/>
              <a:gd fmla="*/ 239078 h 334803" name="connsiteY14"/>
              <a:gd fmla="*/ 276987 w 748093" name="connsiteX15"/>
              <a:gd fmla="*/ 239268 h 334803" name="connsiteY15"/>
              <a:gd fmla="*/ 290703 w 748093" name="connsiteX16"/>
              <a:gd fmla="*/ 239459 h 334803" name="connsiteY16"/>
              <a:gd fmla="*/ 304324 w 748093" name="connsiteX17"/>
              <a:gd fmla="*/ 239935 h 334803" name="connsiteY17"/>
              <a:gd fmla="*/ 358902 w 748093" name="connsiteX18"/>
              <a:gd fmla="*/ 240411 h 334803" name="connsiteY18"/>
              <a:gd fmla="*/ 413385 w 748093" name="connsiteX19"/>
              <a:gd fmla="*/ 237649 h 334803" name="connsiteY19"/>
              <a:gd fmla="*/ 467392 w 748093" name="connsiteX20"/>
              <a:gd fmla="*/ 230791 h 334803" name="connsiteY20"/>
              <a:gd fmla="*/ 520256 w 748093" name="connsiteX21"/>
              <a:gd fmla="*/ 218218 h 334803" name="connsiteY21"/>
              <a:gd fmla="*/ 617696 w 748093" name="connsiteX22"/>
              <a:gd fmla="*/ 171355 h 334803" name="connsiteY22"/>
              <a:gd fmla="*/ 659320 w 748093" name="connsiteX23"/>
              <a:gd fmla="*/ 136493 h 334803" name="connsiteY23"/>
              <a:gd fmla="*/ 694658 w 748093" name="connsiteX24"/>
              <a:gd fmla="*/ 95060 h 334803" name="connsiteY24"/>
              <a:gd fmla="*/ 748094 w 748093" name="connsiteX25"/>
              <a:gd fmla="*/ 0 h 334803" name="connsiteY25"/>
              <a:gd fmla="*/ 697325 w 748093" name="connsiteX26"/>
              <a:gd fmla="*/ 97060 h 334803" name="connsiteY26"/>
              <a:gd fmla="*/ 662369 w 748093" name="connsiteX27"/>
              <a:gd fmla="*/ 139541 h 334803" name="connsiteY27"/>
              <a:gd fmla="*/ 620744 w 748093" name="connsiteX28"/>
              <a:gd fmla="*/ 175546 h 334803" name="connsiteY28"/>
              <a:gd fmla="*/ 522065 w 748093" name="connsiteX29"/>
              <a:gd fmla="*/ 224028 h 334803" name="connsiteY29"/>
              <a:gd fmla="*/ 468535 w 748093" name="connsiteX30"/>
              <a:gd fmla="*/ 237077 h 334803" name="connsiteY30"/>
              <a:gd fmla="*/ 413957 w 748093" name="connsiteX31"/>
              <a:gd fmla="*/ 244316 h 334803" name="connsiteY31"/>
              <a:gd fmla="*/ 358997 w 748093" name="connsiteX32"/>
              <a:gd fmla="*/ 246793 h 334803" name="connsiteY32"/>
              <a:gd fmla="*/ 304133 w 748093" name="connsiteX33"/>
              <a:gd fmla="*/ 246031 h 334803" name="connsiteY33"/>
              <a:gd fmla="*/ 290417 w 748093" name="connsiteX34"/>
              <a:gd fmla="*/ 245459 h 334803" name="connsiteY34"/>
              <a:gd fmla="*/ 276796 w 748093" name="connsiteX35"/>
              <a:gd fmla="*/ 245174 h 334803" name="connsiteY35"/>
              <a:gd fmla="*/ 249555 w 748093" name="connsiteX36"/>
              <a:gd fmla="*/ 244792 h 334803" name="connsiteY36"/>
              <a:gd fmla="*/ 222313 w 748093" name="connsiteX37"/>
              <a:gd fmla="*/ 245936 h 334803" name="connsiteY37"/>
              <a:gd fmla="*/ 215551 w 748093" name="connsiteX38"/>
              <a:gd fmla="*/ 246221 h 334803" name="connsiteY38"/>
              <a:gd fmla="*/ 208788 w 748093" name="connsiteX39"/>
              <a:gd fmla="*/ 246888 h 334803" name="connsiteY39"/>
              <a:gd fmla="*/ 195263 w 748093" name="connsiteX40"/>
              <a:gd fmla="*/ 248317 h 334803" name="connsiteY40"/>
              <a:gd fmla="*/ 89916 w 748093" name="connsiteX41"/>
              <a:gd fmla="*/ 274415 h 334803" name="connsiteY41"/>
              <a:gd fmla="*/ 83534 w 748093" name="connsiteX42"/>
              <a:gd fmla="*/ 276892 h 334803" name="connsiteY42"/>
              <a:gd fmla="*/ 77343 w 748093" name="connsiteX43"/>
              <a:gd fmla="*/ 279749 h 334803" name="connsiteY43"/>
              <a:gd fmla="*/ 65056 w 748093" name="connsiteX44"/>
              <a:gd fmla="*/ 285560 h 334803" name="connsiteY44"/>
              <a:gd fmla="*/ 41529 w 748093" name="connsiteX45"/>
              <a:gd fmla="*/ 299371 h 334803" name="connsiteY45"/>
              <a:gd fmla="*/ 35814 w 748093" name="connsiteX46"/>
              <a:gd fmla="*/ 303086 h 334803" name="connsiteY46"/>
              <a:gd fmla="*/ 30290 w 748093" name="connsiteX47"/>
              <a:gd fmla="*/ 307086 h 334803" name="connsiteY47"/>
              <a:gd fmla="*/ 24765 w 748093" name="connsiteX48"/>
              <a:gd fmla="*/ 311182 h 334803" name="connsiteY48"/>
              <a:gd fmla="*/ 19526 w 748093" name="connsiteX49"/>
              <a:gd fmla="*/ 315563 h 334803" name="connsiteY49"/>
              <a:gd fmla="*/ 0 w 748093" name="connsiteX50"/>
              <a:gd fmla="*/ 334804 h 334803" name="connsiteY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b="b" l="l" r="r" t="t"/>
            <a:pathLst>
              <a:path h="334803" w="748093">
                <a:moveTo>
                  <a:pt x="0" y="334804"/>
                </a:moveTo>
                <a:cubicBezTo>
                  <a:pt x="5525" y="327565"/>
                  <a:pt x="12002" y="320993"/>
                  <a:pt x="18859" y="314897"/>
                </a:cubicBezTo>
                <a:cubicBezTo>
                  <a:pt x="20574" y="313373"/>
                  <a:pt x="22288" y="311849"/>
                  <a:pt x="24003" y="310420"/>
                </a:cubicBezTo>
                <a:lnTo>
                  <a:pt x="29432" y="306229"/>
                </a:lnTo>
                <a:cubicBezTo>
                  <a:pt x="31242" y="304800"/>
                  <a:pt x="33052" y="303371"/>
                  <a:pt x="34861" y="302038"/>
                </a:cubicBezTo>
                <a:lnTo>
                  <a:pt x="40481" y="298133"/>
                </a:lnTo>
                <a:cubicBezTo>
                  <a:pt x="47911" y="292703"/>
                  <a:pt x="55912" y="288322"/>
                  <a:pt x="63817" y="283559"/>
                </a:cubicBezTo>
                <a:lnTo>
                  <a:pt x="76105" y="277368"/>
                </a:lnTo>
                <a:lnTo>
                  <a:pt x="82296" y="274320"/>
                </a:lnTo>
                <a:lnTo>
                  <a:pt x="88582" y="271653"/>
                </a:lnTo>
                <a:cubicBezTo>
                  <a:pt x="122301" y="257080"/>
                  <a:pt x="158210" y="248222"/>
                  <a:pt x="194596" y="243459"/>
                </a:cubicBezTo>
                <a:lnTo>
                  <a:pt x="208217" y="241840"/>
                </a:lnTo>
                <a:lnTo>
                  <a:pt x="215075" y="240983"/>
                </a:lnTo>
                <a:cubicBezTo>
                  <a:pt x="217361" y="240697"/>
                  <a:pt x="219646" y="240697"/>
                  <a:pt x="221932" y="240506"/>
                </a:cubicBezTo>
                <a:lnTo>
                  <a:pt x="249460" y="239078"/>
                </a:lnTo>
                <a:cubicBezTo>
                  <a:pt x="258604" y="238887"/>
                  <a:pt x="267748" y="239268"/>
                  <a:pt x="276987" y="239268"/>
                </a:cubicBezTo>
                <a:lnTo>
                  <a:pt x="290703" y="239459"/>
                </a:lnTo>
                <a:lnTo>
                  <a:pt x="304324" y="239935"/>
                </a:lnTo>
                <a:cubicBezTo>
                  <a:pt x="322517" y="240602"/>
                  <a:pt x="340709" y="240792"/>
                  <a:pt x="358902" y="240411"/>
                </a:cubicBezTo>
                <a:cubicBezTo>
                  <a:pt x="377095" y="240125"/>
                  <a:pt x="395287" y="239173"/>
                  <a:pt x="413385" y="237649"/>
                </a:cubicBezTo>
                <a:cubicBezTo>
                  <a:pt x="431482" y="236220"/>
                  <a:pt x="449485" y="233934"/>
                  <a:pt x="467392" y="230791"/>
                </a:cubicBezTo>
                <a:cubicBezTo>
                  <a:pt x="485203" y="227552"/>
                  <a:pt x="503015" y="223647"/>
                  <a:pt x="520256" y="218218"/>
                </a:cubicBezTo>
                <a:cubicBezTo>
                  <a:pt x="554831" y="207645"/>
                  <a:pt x="588074" y="192215"/>
                  <a:pt x="617696" y="171355"/>
                </a:cubicBezTo>
                <a:cubicBezTo>
                  <a:pt x="632555" y="160973"/>
                  <a:pt x="646462" y="149257"/>
                  <a:pt x="659320" y="136493"/>
                </a:cubicBezTo>
                <a:cubicBezTo>
                  <a:pt x="672179" y="123730"/>
                  <a:pt x="683800" y="109728"/>
                  <a:pt x="694658" y="95060"/>
                </a:cubicBezTo>
                <a:cubicBezTo>
                  <a:pt x="716375" y="65818"/>
                  <a:pt x="733425" y="33338"/>
                  <a:pt x="748094" y="0"/>
                </a:cubicBezTo>
                <a:cubicBezTo>
                  <a:pt x="734854" y="34004"/>
                  <a:pt x="718376" y="66961"/>
                  <a:pt x="697325" y="97060"/>
                </a:cubicBezTo>
                <a:cubicBezTo>
                  <a:pt x="686753" y="112014"/>
                  <a:pt x="675132" y="126302"/>
                  <a:pt x="662369" y="139541"/>
                </a:cubicBezTo>
                <a:cubicBezTo>
                  <a:pt x="649510" y="152686"/>
                  <a:pt x="635603" y="164783"/>
                  <a:pt x="620744" y="175546"/>
                </a:cubicBezTo>
                <a:cubicBezTo>
                  <a:pt x="591122" y="197453"/>
                  <a:pt x="557117" y="212979"/>
                  <a:pt x="522065" y="224028"/>
                </a:cubicBezTo>
                <a:cubicBezTo>
                  <a:pt x="504539" y="229648"/>
                  <a:pt x="486632" y="233744"/>
                  <a:pt x="468535" y="237077"/>
                </a:cubicBezTo>
                <a:cubicBezTo>
                  <a:pt x="450437" y="240411"/>
                  <a:pt x="432244" y="242792"/>
                  <a:pt x="413957" y="244316"/>
                </a:cubicBezTo>
                <a:cubicBezTo>
                  <a:pt x="395669" y="245840"/>
                  <a:pt x="377381" y="246698"/>
                  <a:pt x="358997" y="246793"/>
                </a:cubicBezTo>
                <a:cubicBezTo>
                  <a:pt x="340709" y="247079"/>
                  <a:pt x="322326" y="246698"/>
                  <a:pt x="304133" y="246031"/>
                </a:cubicBezTo>
                <a:lnTo>
                  <a:pt x="290417" y="245459"/>
                </a:lnTo>
                <a:lnTo>
                  <a:pt x="276796" y="245174"/>
                </a:lnTo>
                <a:cubicBezTo>
                  <a:pt x="267748" y="245078"/>
                  <a:pt x="258604" y="244697"/>
                  <a:pt x="249555" y="244792"/>
                </a:cubicBezTo>
                <a:lnTo>
                  <a:pt x="222313" y="245936"/>
                </a:lnTo>
                <a:cubicBezTo>
                  <a:pt x="220027" y="246031"/>
                  <a:pt x="217742" y="246031"/>
                  <a:pt x="215551" y="246221"/>
                </a:cubicBezTo>
                <a:lnTo>
                  <a:pt x="208788" y="246888"/>
                </a:lnTo>
                <a:lnTo>
                  <a:pt x="195263" y="248317"/>
                </a:lnTo>
                <a:cubicBezTo>
                  <a:pt x="159258" y="252508"/>
                  <a:pt x="123539" y="260699"/>
                  <a:pt x="89916" y="274415"/>
                </a:cubicBezTo>
                <a:lnTo>
                  <a:pt x="83534" y="276892"/>
                </a:lnTo>
                <a:lnTo>
                  <a:pt x="77343" y="279749"/>
                </a:lnTo>
                <a:lnTo>
                  <a:pt x="65056" y="285560"/>
                </a:lnTo>
                <a:cubicBezTo>
                  <a:pt x="57150" y="290036"/>
                  <a:pt x="49054" y="294132"/>
                  <a:pt x="41529" y="299371"/>
                </a:cubicBezTo>
                <a:lnTo>
                  <a:pt x="35814" y="303086"/>
                </a:lnTo>
                <a:cubicBezTo>
                  <a:pt x="33909" y="304419"/>
                  <a:pt x="32194" y="305753"/>
                  <a:pt x="30290" y="307086"/>
                </a:cubicBezTo>
                <a:lnTo>
                  <a:pt x="24765" y="311182"/>
                </a:lnTo>
                <a:cubicBezTo>
                  <a:pt x="22955" y="312611"/>
                  <a:pt x="21241" y="314135"/>
                  <a:pt x="19526" y="315563"/>
                </a:cubicBezTo>
                <a:cubicBezTo>
                  <a:pt x="12382" y="321469"/>
                  <a:pt x="5715" y="327755"/>
                  <a:pt x="0" y="334804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3" name="稻壳儿：耗崽 12"/>
          <p:cNvSpPr/>
          <p:nvPr/>
        </p:nvSpPr>
        <p:spPr>
          <a:xfrm>
            <a:off x="-2129" y="6115"/>
            <a:ext cx="4654463" cy="2409062"/>
          </a:xfrm>
          <a:custGeom>
            <a:avLst/>
            <a:gdLst>
              <a:gd fmla="*/ 95 w 1614487" name="connsiteX0"/>
              <a:gd fmla="*/ 835628 h 835628" name="connsiteY0"/>
              <a:gd fmla="*/ 0 w 1614487" name="connsiteX1"/>
              <a:gd fmla="*/ 832295 h 835628" name="connsiteY1"/>
              <a:gd fmla="*/ 248412 w 1614487" name="connsiteX2"/>
              <a:gd fmla="*/ 778859 h 835628" name="connsiteY2"/>
              <a:gd fmla="*/ 721233 w 1614487" name="connsiteX3"/>
              <a:gd fmla="*/ 439198 h 835628" name="connsiteY3"/>
              <a:gd fmla="*/ 1151192 w 1614487" name="connsiteX4"/>
              <a:gd fmla="*/ 254127 h 835628" name="connsiteY4"/>
              <a:gd fmla="*/ 1611630 w 1614487" name="connsiteX5"/>
              <a:gd fmla="*/ 0 h 835628" name="connsiteY5"/>
              <a:gd fmla="*/ 1614488 w 1614487" name="connsiteX6"/>
              <a:gd fmla="*/ 1715 h 835628" name="connsiteY6"/>
              <a:gd fmla="*/ 1382554 w 1614487" name="connsiteX7"/>
              <a:gd fmla="*/ 228029 h 835628" name="connsiteY7"/>
              <a:gd fmla="*/ 1151096 w 1614487" name="connsiteX8"/>
              <a:gd fmla="*/ 257461 h 835628" name="connsiteY8"/>
              <a:gd fmla="*/ 723805 w 1614487" name="connsiteX9"/>
              <a:gd fmla="*/ 441293 h 835628" name="connsiteY9"/>
              <a:gd fmla="*/ 249460 w 1614487" name="connsiteX10"/>
              <a:gd fmla="*/ 782003 h 835628" name="connsiteY10"/>
              <a:gd fmla="*/ 95 w 1614487" name="connsiteX11"/>
              <a:gd fmla="*/ 835628 h 835628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835628" w="1614487">
                <a:moveTo>
                  <a:pt x="95" y="835628"/>
                </a:moveTo>
                <a:lnTo>
                  <a:pt x="0" y="832295"/>
                </a:lnTo>
                <a:cubicBezTo>
                  <a:pt x="1048" y="832295"/>
                  <a:pt x="107156" y="828865"/>
                  <a:pt x="248412" y="778859"/>
                </a:cubicBezTo>
                <a:cubicBezTo>
                  <a:pt x="378809" y="732663"/>
                  <a:pt x="566642" y="636270"/>
                  <a:pt x="721233" y="439198"/>
                </a:cubicBezTo>
                <a:cubicBezTo>
                  <a:pt x="869728" y="249936"/>
                  <a:pt x="1012793" y="252031"/>
                  <a:pt x="1151192" y="254127"/>
                </a:cubicBezTo>
                <a:cubicBezTo>
                  <a:pt x="1308449" y="256413"/>
                  <a:pt x="1456944" y="258699"/>
                  <a:pt x="1611630" y="0"/>
                </a:cubicBezTo>
                <a:lnTo>
                  <a:pt x="1614488" y="1715"/>
                </a:lnTo>
                <a:cubicBezTo>
                  <a:pt x="1544669" y="118491"/>
                  <a:pt x="1468755" y="192500"/>
                  <a:pt x="1382554" y="228029"/>
                </a:cubicBezTo>
                <a:cubicBezTo>
                  <a:pt x="1305497" y="259747"/>
                  <a:pt x="1227011" y="258604"/>
                  <a:pt x="1151096" y="257461"/>
                </a:cubicBezTo>
                <a:cubicBezTo>
                  <a:pt x="1013460" y="255365"/>
                  <a:pt x="871252" y="253270"/>
                  <a:pt x="723805" y="441293"/>
                </a:cubicBezTo>
                <a:cubicBezTo>
                  <a:pt x="568738" y="639032"/>
                  <a:pt x="380238" y="735711"/>
                  <a:pt x="249460" y="782003"/>
                </a:cubicBezTo>
                <a:cubicBezTo>
                  <a:pt x="107633" y="832199"/>
                  <a:pt x="1143" y="835628"/>
                  <a:pt x="95" y="835628"/>
                </a:cubicBezTo>
                <a:close/>
              </a:path>
            </a:pathLst>
          </a:custGeom>
          <a:solidFill>
            <a:srgbClr val="BCBCBC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dirty="0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4" name="稻壳儿：耗崽 13"/>
          <p:cNvSpPr/>
          <p:nvPr/>
        </p:nvSpPr>
        <p:spPr>
          <a:xfrm>
            <a:off x="-3775" y="-8988"/>
            <a:ext cx="2932448" cy="3587644"/>
          </a:xfrm>
          <a:custGeom>
            <a:avLst/>
            <a:gdLst>
              <a:gd fmla="*/ 0 w 1017174" name="connsiteX0"/>
              <a:gd fmla="*/ 1244441 h 1244441" name="connsiteY0"/>
              <a:gd fmla="*/ 601123 w 1017174" name="connsiteX1"/>
              <a:gd fmla="*/ 713899 h 1244441" name="connsiteY1"/>
              <a:gd fmla="*/ 1017175 w 1017174" name="connsiteX2"/>
              <a:gd fmla="*/ 0 h 1244441" name="connsiteY2"/>
              <a:gd fmla="*/ 0 w 1017174" name="connsiteX3"/>
              <a:gd fmla="*/ 0 h 1244441" name="connsiteY3"/>
              <a:gd fmla="*/ 0 w 1017174" name="connsiteX4"/>
              <a:gd fmla="*/ 1244441 h 1244441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1244441" w="1017174">
                <a:moveTo>
                  <a:pt x="0" y="1244441"/>
                </a:moveTo>
                <a:cubicBezTo>
                  <a:pt x="0" y="1244441"/>
                  <a:pt x="39529" y="1025366"/>
                  <a:pt x="601123" y="713899"/>
                </a:cubicBezTo>
                <a:cubicBezTo>
                  <a:pt x="947261" y="521875"/>
                  <a:pt x="813435" y="52768"/>
                  <a:pt x="1017175" y="0"/>
                </a:cubicBezTo>
                <a:lnTo>
                  <a:pt x="0" y="0"/>
                </a:lnTo>
                <a:lnTo>
                  <a:pt x="0" y="1244441"/>
                </a:lnTo>
                <a:close/>
              </a:path>
            </a:pathLst>
          </a:custGeom>
          <a:solidFill>
            <a:srgbClr val="4E7C9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dirty="0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5" name="稻壳儿：耗崽 14"/>
          <p:cNvSpPr/>
          <p:nvPr/>
        </p:nvSpPr>
        <p:spPr>
          <a:xfrm>
            <a:off x="-150136" y="-47158"/>
            <a:ext cx="2695194" cy="3047506"/>
          </a:xfrm>
          <a:custGeom>
            <a:avLst/>
            <a:gdLst>
              <a:gd fmla="*/ 0 w 934878" name="connsiteX0"/>
              <a:gd fmla="*/ 1057085 h 1057084" name="connsiteY0"/>
              <a:gd fmla="*/ 28385 w 934878" name="connsiteX1"/>
              <a:gd fmla="*/ 969645 h 1057084" name="connsiteY1"/>
              <a:gd fmla="*/ 64198 w 934878" name="connsiteX2"/>
              <a:gd fmla="*/ 884873 h 1057084" name="connsiteY2"/>
              <a:gd fmla="*/ 155448 w 934878" name="connsiteX3"/>
              <a:gd fmla="*/ 724757 h 1057084" name="connsiteY3"/>
              <a:gd fmla="*/ 273368 w 934878" name="connsiteX4"/>
              <a:gd fmla="*/ 582740 h 1057084" name="connsiteY4"/>
              <a:gd fmla="*/ 418433 w 934878" name="connsiteX5"/>
              <a:gd fmla="*/ 468249 h 1057084" name="connsiteY5"/>
              <a:gd fmla="*/ 438436 w 934878" name="connsiteX6"/>
              <a:gd fmla="*/ 456533 h 1057084" name="connsiteY6"/>
              <a:gd fmla="*/ 458629 w 934878" name="connsiteX7"/>
              <a:gd fmla="*/ 445199 h 1057084" name="connsiteY7"/>
              <a:gd fmla="*/ 499396 w 934878" name="connsiteX8"/>
              <a:gd fmla="*/ 423863 h 1057084" name="connsiteY8"/>
              <a:gd fmla="*/ 581692 w 934878" name="connsiteX9"/>
              <a:gd fmla="*/ 382619 h 1057084" name="connsiteY9"/>
              <a:gd fmla="*/ 743998 w 934878" name="connsiteX10"/>
              <a:gd fmla="*/ 297847 h 1057084" name="connsiteY10"/>
              <a:gd fmla="*/ 781526 w 934878" name="connsiteX11"/>
              <a:gd fmla="*/ 272225 h 1057084" name="connsiteY11"/>
              <a:gd fmla="*/ 799148 w 934878" name="connsiteX12"/>
              <a:gd fmla="*/ 257937 h 1057084" name="connsiteY12"/>
              <a:gd fmla="*/ 807720 w 934878" name="connsiteX13"/>
              <a:gd fmla="*/ 250508 h 1057084" name="connsiteY13"/>
              <a:gd fmla="*/ 816007 w 934878" name="connsiteX14"/>
              <a:gd fmla="*/ 242697 h 1057084" name="connsiteY14"/>
              <a:gd fmla="*/ 871728 w 934878" name="connsiteX15"/>
              <a:gd fmla="*/ 171260 h 1057084" name="connsiteY15"/>
              <a:gd fmla="*/ 909352 w 934878" name="connsiteX16"/>
              <a:gd fmla="*/ 88106 h 1057084" name="connsiteY16"/>
              <a:gd fmla="*/ 916591 w 934878" name="connsiteX17"/>
              <a:gd fmla="*/ 66389 h 1057084" name="connsiteY17"/>
              <a:gd fmla="*/ 923163 w 934878" name="connsiteX18"/>
              <a:gd fmla="*/ 44387 h 1057084" name="connsiteY18"/>
              <a:gd fmla="*/ 929259 w 934878" name="connsiteX19"/>
              <a:gd fmla="*/ 22289 h 1057084" name="connsiteY19"/>
              <a:gd fmla="*/ 934879 w 934878" name="connsiteX20"/>
              <a:gd fmla="*/ 0 h 1057084" name="connsiteY20"/>
              <a:gd fmla="*/ 930212 w 934878" name="connsiteX21"/>
              <a:gd fmla="*/ 22479 h 1057084" name="connsiteY21"/>
              <a:gd fmla="*/ 925068 w 934878" name="connsiteX22"/>
              <a:gd fmla="*/ 44863 h 1057084" name="connsiteY22"/>
              <a:gd fmla="*/ 919258 w 934878" name="connsiteX23"/>
              <a:gd fmla="*/ 67151 h 1057084" name="connsiteY23"/>
              <a:gd fmla="*/ 912686 w 934878" name="connsiteX24"/>
              <a:gd fmla="*/ 89249 h 1057084" name="connsiteY24"/>
              <a:gd fmla="*/ 877348 w 934878" name="connsiteX25"/>
              <a:gd fmla="*/ 174498 h 1057084" name="connsiteY25"/>
              <a:gd fmla="*/ 822103 w 934878" name="connsiteX26"/>
              <a:gd fmla="*/ 248888 h 1057084" name="connsiteY26"/>
              <a:gd fmla="*/ 749522 w 934878" name="connsiteX27"/>
              <a:gd fmla="*/ 306610 h 1057084" name="connsiteY27"/>
              <a:gd fmla="*/ 669322 w 934878" name="connsiteX28"/>
              <a:gd fmla="*/ 352425 h 1057084" name="connsiteY28"/>
              <a:gd fmla="*/ 587216 w 934878" name="connsiteX29"/>
              <a:gd fmla="*/ 393859 h 1057084" name="connsiteY29"/>
              <a:gd fmla="*/ 505301 w 934878" name="connsiteX30"/>
              <a:gd fmla="*/ 435293 h 1057084" name="connsiteY30"/>
              <a:gd fmla="*/ 464725 w 934878" name="connsiteX31"/>
              <a:gd fmla="*/ 456629 h 1057084" name="connsiteY31"/>
              <a:gd fmla="*/ 444913 w 934878" name="connsiteX32"/>
              <a:gd fmla="*/ 467868 h 1057084" name="connsiteY32"/>
              <a:gd fmla="*/ 425291 w 934878" name="connsiteX33"/>
              <a:gd fmla="*/ 479393 h 1057084" name="connsiteY33"/>
              <a:gd fmla="*/ 282131 w 934878" name="connsiteX34"/>
              <a:gd fmla="*/ 591693 h 1057084" name="connsiteY34"/>
              <a:gd fmla="*/ 219837 w 934878" name="connsiteX35"/>
              <a:gd fmla="*/ 658368 h 1057084" name="connsiteY35"/>
              <a:gd fmla="*/ 205264 w 934878" name="connsiteX36"/>
              <a:gd fmla="*/ 675989 h 1057084" name="connsiteY36"/>
              <a:gd fmla="*/ 191167 w 934878" name="connsiteX37"/>
              <a:gd fmla="*/ 693992 h 1057084" name="connsiteY37"/>
              <a:gd fmla="*/ 184118 w 934878" name="connsiteX38"/>
              <a:gd fmla="*/ 703040 h 1057084" name="connsiteY38"/>
              <a:gd fmla="*/ 177356 w 934878" name="connsiteX39"/>
              <a:gd fmla="*/ 712279 h 1057084" name="connsiteY39"/>
              <a:gd fmla="*/ 163925 w 934878" name="connsiteX40"/>
              <a:gd fmla="*/ 730758 h 1057084" name="connsiteY40"/>
              <a:gd fmla="*/ 70104 w 934878" name="connsiteX41"/>
              <a:gd fmla="*/ 887825 h 1057084" name="connsiteY41"/>
              <a:gd fmla="*/ 0 w 934878" name="connsiteX42"/>
              <a:gd fmla="*/ 1057085 h 1057084" name="connsiteY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b="b" l="l" r="r" t="t"/>
            <a:pathLst>
              <a:path h="1057084" w="934878">
                <a:moveTo>
                  <a:pt x="0" y="1057085"/>
                </a:moveTo>
                <a:cubicBezTo>
                  <a:pt x="7715" y="1027462"/>
                  <a:pt x="17526" y="998315"/>
                  <a:pt x="28385" y="969645"/>
                </a:cubicBezTo>
                <a:cubicBezTo>
                  <a:pt x="39243" y="940975"/>
                  <a:pt x="51245" y="912686"/>
                  <a:pt x="64198" y="884873"/>
                </a:cubicBezTo>
                <a:cubicBezTo>
                  <a:pt x="90297" y="829247"/>
                  <a:pt x="120777" y="775621"/>
                  <a:pt x="155448" y="724757"/>
                </a:cubicBezTo>
                <a:cubicBezTo>
                  <a:pt x="190214" y="673989"/>
                  <a:pt x="229457" y="626078"/>
                  <a:pt x="273368" y="582740"/>
                </a:cubicBezTo>
                <a:cubicBezTo>
                  <a:pt x="316992" y="539115"/>
                  <a:pt x="365950" y="500825"/>
                  <a:pt x="418433" y="468249"/>
                </a:cubicBezTo>
                <a:cubicBezTo>
                  <a:pt x="424910" y="463963"/>
                  <a:pt x="431768" y="460439"/>
                  <a:pt x="438436" y="456533"/>
                </a:cubicBezTo>
                <a:cubicBezTo>
                  <a:pt x="445199" y="452723"/>
                  <a:pt x="451866" y="448818"/>
                  <a:pt x="458629" y="445199"/>
                </a:cubicBezTo>
                <a:cubicBezTo>
                  <a:pt x="472250" y="438055"/>
                  <a:pt x="485775" y="430816"/>
                  <a:pt x="499396" y="423863"/>
                </a:cubicBezTo>
                <a:cubicBezTo>
                  <a:pt x="526733" y="409861"/>
                  <a:pt x="554165" y="396145"/>
                  <a:pt x="581692" y="382619"/>
                </a:cubicBezTo>
                <a:cubicBezTo>
                  <a:pt x="636651" y="355664"/>
                  <a:pt x="692277" y="329756"/>
                  <a:pt x="743998" y="297847"/>
                </a:cubicBezTo>
                <a:cubicBezTo>
                  <a:pt x="756952" y="289846"/>
                  <a:pt x="769430" y="281273"/>
                  <a:pt x="781526" y="272225"/>
                </a:cubicBezTo>
                <a:cubicBezTo>
                  <a:pt x="787432" y="267557"/>
                  <a:pt x="793528" y="262985"/>
                  <a:pt x="799148" y="257937"/>
                </a:cubicBezTo>
                <a:cubicBezTo>
                  <a:pt x="802005" y="255461"/>
                  <a:pt x="804958" y="253079"/>
                  <a:pt x="807720" y="250508"/>
                </a:cubicBezTo>
                <a:lnTo>
                  <a:pt x="816007" y="242697"/>
                </a:lnTo>
                <a:cubicBezTo>
                  <a:pt x="837819" y="221742"/>
                  <a:pt x="856202" y="197358"/>
                  <a:pt x="871728" y="171260"/>
                </a:cubicBezTo>
                <a:cubicBezTo>
                  <a:pt x="887063" y="145066"/>
                  <a:pt x="899255" y="116967"/>
                  <a:pt x="909352" y="88106"/>
                </a:cubicBezTo>
                <a:cubicBezTo>
                  <a:pt x="911828" y="80867"/>
                  <a:pt x="914400" y="73724"/>
                  <a:pt x="916591" y="66389"/>
                </a:cubicBezTo>
                <a:cubicBezTo>
                  <a:pt x="918782" y="59055"/>
                  <a:pt x="921258" y="51816"/>
                  <a:pt x="923163" y="44387"/>
                </a:cubicBezTo>
                <a:cubicBezTo>
                  <a:pt x="925163" y="37052"/>
                  <a:pt x="927449" y="29718"/>
                  <a:pt x="929259" y="22289"/>
                </a:cubicBezTo>
                <a:lnTo>
                  <a:pt x="934879" y="0"/>
                </a:lnTo>
                <a:lnTo>
                  <a:pt x="930212" y="22479"/>
                </a:lnTo>
                <a:cubicBezTo>
                  <a:pt x="928688" y="30004"/>
                  <a:pt x="926783" y="37433"/>
                  <a:pt x="925068" y="44863"/>
                </a:cubicBezTo>
                <a:cubicBezTo>
                  <a:pt x="923354" y="52388"/>
                  <a:pt x="921163" y="59722"/>
                  <a:pt x="919258" y="67151"/>
                </a:cubicBezTo>
                <a:cubicBezTo>
                  <a:pt x="917353" y="74581"/>
                  <a:pt x="914972" y="81915"/>
                  <a:pt x="912686" y="89249"/>
                </a:cubicBezTo>
                <a:cubicBezTo>
                  <a:pt x="903446" y="118491"/>
                  <a:pt x="892112" y="147257"/>
                  <a:pt x="877348" y="174498"/>
                </a:cubicBezTo>
                <a:cubicBezTo>
                  <a:pt x="862298" y="201454"/>
                  <a:pt x="844010" y="226886"/>
                  <a:pt x="822103" y="248888"/>
                </a:cubicBezTo>
                <a:cubicBezTo>
                  <a:pt x="800290" y="270986"/>
                  <a:pt x="775526" y="289941"/>
                  <a:pt x="749522" y="306610"/>
                </a:cubicBezTo>
                <a:cubicBezTo>
                  <a:pt x="723614" y="323374"/>
                  <a:pt x="696563" y="338233"/>
                  <a:pt x="669322" y="352425"/>
                </a:cubicBezTo>
                <a:cubicBezTo>
                  <a:pt x="642080" y="366617"/>
                  <a:pt x="614553" y="380143"/>
                  <a:pt x="587216" y="393859"/>
                </a:cubicBezTo>
                <a:cubicBezTo>
                  <a:pt x="559784" y="407575"/>
                  <a:pt x="532448" y="421196"/>
                  <a:pt x="505301" y="435293"/>
                </a:cubicBezTo>
                <a:cubicBezTo>
                  <a:pt x="491681" y="442341"/>
                  <a:pt x="478250" y="449485"/>
                  <a:pt x="464725" y="456629"/>
                </a:cubicBezTo>
                <a:cubicBezTo>
                  <a:pt x="458057" y="460248"/>
                  <a:pt x="451485" y="464153"/>
                  <a:pt x="444913" y="467868"/>
                </a:cubicBezTo>
                <a:cubicBezTo>
                  <a:pt x="438341" y="471678"/>
                  <a:pt x="431578" y="475202"/>
                  <a:pt x="425291" y="479393"/>
                </a:cubicBezTo>
                <a:cubicBezTo>
                  <a:pt x="373666" y="511397"/>
                  <a:pt x="325469" y="549021"/>
                  <a:pt x="282131" y="591693"/>
                </a:cubicBezTo>
                <a:cubicBezTo>
                  <a:pt x="260128" y="612648"/>
                  <a:pt x="239649" y="635318"/>
                  <a:pt x="219837" y="658368"/>
                </a:cubicBezTo>
                <a:lnTo>
                  <a:pt x="205264" y="675989"/>
                </a:lnTo>
                <a:cubicBezTo>
                  <a:pt x="200406" y="681895"/>
                  <a:pt x="195929" y="687991"/>
                  <a:pt x="191167" y="693992"/>
                </a:cubicBezTo>
                <a:lnTo>
                  <a:pt x="184118" y="703040"/>
                </a:lnTo>
                <a:lnTo>
                  <a:pt x="177356" y="712279"/>
                </a:lnTo>
                <a:cubicBezTo>
                  <a:pt x="172879" y="718471"/>
                  <a:pt x="168307" y="724472"/>
                  <a:pt x="163925" y="730758"/>
                </a:cubicBezTo>
                <a:cubicBezTo>
                  <a:pt x="128873" y="780669"/>
                  <a:pt x="97346" y="833152"/>
                  <a:pt x="70104" y="887825"/>
                </a:cubicBezTo>
                <a:cubicBezTo>
                  <a:pt x="42482" y="942213"/>
                  <a:pt x="18574" y="998696"/>
                  <a:pt x="0" y="1057085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6" name="稻壳儿：耗崽 15"/>
          <p:cNvSpPr/>
          <p:nvPr/>
        </p:nvSpPr>
        <p:spPr>
          <a:xfrm>
            <a:off x="-6523" y="-11736"/>
            <a:ext cx="2938216" cy="3593136"/>
          </a:xfrm>
          <a:custGeom>
            <a:avLst/>
            <a:gdLst>
              <a:gd fmla="*/ 3239 w 1019175" name="connsiteX0"/>
              <a:gd fmla="*/ 1246346 h 1246346" name="connsiteY0"/>
              <a:gd fmla="*/ 0 w 1019175" name="connsiteX1"/>
              <a:gd fmla="*/ 1245775 h 1246346" name="connsiteY1"/>
              <a:gd fmla="*/ 90297 w 1019175" name="connsiteX2"/>
              <a:gd fmla="*/ 1096518 h 1246346" name="connsiteY2"/>
              <a:gd fmla="*/ 601885 w 1019175" name="connsiteX3"/>
              <a:gd fmla="*/ 713994 h 1246346" name="connsiteY3"/>
              <a:gd fmla="*/ 873919 w 1019175" name="connsiteX4"/>
              <a:gd fmla="*/ 256508 h 1246346" name="connsiteY4"/>
              <a:gd fmla="*/ 1018318 w 1019175" name="connsiteX5"/>
              <a:gd fmla="*/ 0 h 1246346" name="connsiteY5"/>
              <a:gd fmla="*/ 1019175 w 1019175" name="connsiteX6"/>
              <a:gd fmla="*/ 3239 h 1246346" name="connsiteY6"/>
              <a:gd fmla="*/ 877157 w 1019175" name="connsiteX7"/>
              <a:gd fmla="*/ 257270 h 1246346" name="connsiteY7"/>
              <a:gd fmla="*/ 603504 w 1019175" name="connsiteX8"/>
              <a:gd fmla="*/ 716947 h 1246346" name="connsiteY8"/>
              <a:gd fmla="*/ 93155 w 1019175" name="connsiteX9"/>
              <a:gd fmla="*/ 1098328 h 1246346" name="connsiteY9"/>
              <a:gd fmla="*/ 3239 w 1019175" name="connsiteX10"/>
              <a:gd fmla="*/ 1246346 h 1246346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1246346" w="1019175">
                <a:moveTo>
                  <a:pt x="3239" y="1246346"/>
                </a:moveTo>
                <a:lnTo>
                  <a:pt x="0" y="1245775"/>
                </a:lnTo>
                <a:cubicBezTo>
                  <a:pt x="95" y="1245203"/>
                  <a:pt x="10858" y="1189482"/>
                  <a:pt x="90297" y="1096518"/>
                </a:cubicBezTo>
                <a:cubicBezTo>
                  <a:pt x="163449" y="1010888"/>
                  <a:pt x="311563" y="875062"/>
                  <a:pt x="601885" y="713994"/>
                </a:cubicBezTo>
                <a:cubicBezTo>
                  <a:pt x="793909" y="607505"/>
                  <a:pt x="838295" y="412909"/>
                  <a:pt x="873919" y="256508"/>
                </a:cubicBezTo>
                <a:cubicBezTo>
                  <a:pt x="902399" y="131540"/>
                  <a:pt x="926973" y="23622"/>
                  <a:pt x="1018318" y="0"/>
                </a:cubicBezTo>
                <a:lnTo>
                  <a:pt x="1019175" y="3239"/>
                </a:lnTo>
                <a:cubicBezTo>
                  <a:pt x="929831" y="26384"/>
                  <a:pt x="905447" y="133350"/>
                  <a:pt x="877157" y="257270"/>
                </a:cubicBezTo>
                <a:cubicBezTo>
                  <a:pt x="841343" y="414338"/>
                  <a:pt x="796766" y="609695"/>
                  <a:pt x="603504" y="716947"/>
                </a:cubicBezTo>
                <a:cubicBezTo>
                  <a:pt x="313944" y="877538"/>
                  <a:pt x="166116" y="1012984"/>
                  <a:pt x="93155" y="1098328"/>
                </a:cubicBezTo>
                <a:cubicBezTo>
                  <a:pt x="14097" y="1190720"/>
                  <a:pt x="3334" y="1245775"/>
                  <a:pt x="3239" y="1246346"/>
                </a:cubicBezTo>
                <a:close/>
              </a:path>
            </a:pathLst>
          </a:custGeom>
          <a:solidFill>
            <a:srgbClr val="ADADA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7" name="稻壳儿：耗崽 16"/>
          <p:cNvSpPr/>
          <p:nvPr/>
        </p:nvSpPr>
        <p:spPr>
          <a:xfrm>
            <a:off x="-3775" y="-8988"/>
            <a:ext cx="2502700" cy="2169516"/>
          </a:xfrm>
          <a:custGeom>
            <a:avLst/>
            <a:gdLst>
              <a:gd fmla="*/ 0 w 868108" name="connsiteX0"/>
              <a:gd fmla="*/ 752189 h 752537" name="connsiteY0"/>
              <a:gd fmla="*/ 406527 w 868108" name="connsiteX1"/>
              <a:gd fmla="*/ 448437 h 752537" name="connsiteY1"/>
              <a:gd fmla="*/ 868109 w 868108" name="connsiteX2"/>
              <a:gd fmla="*/ 0 h 752537" name="connsiteY2"/>
              <a:gd fmla="*/ 0 w 868108" name="connsiteX3"/>
              <a:gd fmla="*/ 0 h 752537" name="connsiteY3"/>
              <a:gd fmla="*/ 0 w 868108" name="connsiteX4"/>
              <a:gd fmla="*/ 752189 h 752537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752537" w="868108">
                <a:moveTo>
                  <a:pt x="0" y="752189"/>
                </a:moveTo>
                <a:cubicBezTo>
                  <a:pt x="0" y="752189"/>
                  <a:pt x="383572" y="775145"/>
                  <a:pt x="406527" y="448437"/>
                </a:cubicBezTo>
                <a:cubicBezTo>
                  <a:pt x="425672" y="176784"/>
                  <a:pt x="709517" y="265367"/>
                  <a:pt x="868109" y="0"/>
                </a:cubicBezTo>
                <a:lnTo>
                  <a:pt x="0" y="0"/>
                </a:lnTo>
                <a:lnTo>
                  <a:pt x="0" y="752189"/>
                </a:lnTo>
                <a:close/>
              </a:path>
            </a:pathLst>
          </a:custGeom>
          <a:solidFill>
            <a:srgbClr val="0F4061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8" name="稻壳儿：耗崽 17"/>
          <p:cNvSpPr/>
          <p:nvPr/>
        </p:nvSpPr>
        <p:spPr>
          <a:xfrm>
            <a:off x="-4049" y="-10361"/>
            <a:ext cx="2507367" cy="2176475"/>
          </a:xfrm>
          <a:custGeom>
            <a:avLst/>
            <a:gdLst>
              <a:gd fmla="*/ 15430 w 869727" name="connsiteX0"/>
              <a:gd fmla="*/ 754952 h 754951" name="connsiteY0"/>
              <a:gd fmla="*/ 0 w 869727" name="connsiteX1"/>
              <a:gd fmla="*/ 754666 h 754951" name="connsiteY1"/>
              <a:gd fmla="*/ 190 w 869727" name="connsiteX2"/>
              <a:gd fmla="*/ 751332 h 754951" name="connsiteY2"/>
              <a:gd fmla="*/ 194310 w 869727" name="connsiteX3"/>
              <a:gd fmla="*/ 721995 h 754951" name="connsiteY3"/>
              <a:gd fmla="*/ 405003 w 869727" name="connsiteX4"/>
              <a:gd fmla="*/ 449104 h 754951" name="connsiteY4"/>
              <a:gd fmla="*/ 607314 w 869727" name="connsiteX5"/>
              <a:gd fmla="*/ 210217 h 754951" name="connsiteY5"/>
              <a:gd fmla="*/ 866870 w 869727" name="connsiteX6"/>
              <a:gd fmla="*/ 0 h 754951" name="connsiteY6"/>
              <a:gd fmla="*/ 869728 w 869727" name="connsiteX7"/>
              <a:gd fmla="*/ 1714 h 754951" name="connsiteY7"/>
              <a:gd fmla="*/ 608743 w 869727" name="connsiteX8"/>
              <a:gd fmla="*/ 213265 h 754951" name="connsiteY8"/>
              <a:gd fmla="*/ 408337 w 869727" name="connsiteX9"/>
              <a:gd fmla="*/ 449390 h 754951" name="connsiteY9"/>
              <a:gd fmla="*/ 334709 w 869727" name="connsiteX10"/>
              <a:gd fmla="*/ 635699 h 754951" name="connsiteY10"/>
              <a:gd fmla="*/ 195358 w 869727" name="connsiteX11"/>
              <a:gd fmla="*/ 725234 h 754951" name="connsiteY11"/>
              <a:gd fmla="*/ 15430 w 869727" name="connsiteX12"/>
              <a:gd fmla="*/ 754952 h 754951" name="connsiteY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b="b" l="l" r="r" t="t"/>
            <a:pathLst>
              <a:path h="754951" w="869727">
                <a:moveTo>
                  <a:pt x="15430" y="754952"/>
                </a:moveTo>
                <a:cubicBezTo>
                  <a:pt x="5715" y="754952"/>
                  <a:pt x="190" y="754666"/>
                  <a:pt x="0" y="754666"/>
                </a:cubicBezTo>
                <a:lnTo>
                  <a:pt x="190" y="751332"/>
                </a:lnTo>
                <a:cubicBezTo>
                  <a:pt x="1143" y="751427"/>
                  <a:pt x="96965" y="756666"/>
                  <a:pt x="194310" y="721995"/>
                </a:cubicBezTo>
                <a:cubicBezTo>
                  <a:pt x="283940" y="690086"/>
                  <a:pt x="393192" y="616934"/>
                  <a:pt x="405003" y="449104"/>
                </a:cubicBezTo>
                <a:cubicBezTo>
                  <a:pt x="415385" y="301276"/>
                  <a:pt x="504349" y="259080"/>
                  <a:pt x="607314" y="210217"/>
                </a:cubicBezTo>
                <a:cubicBezTo>
                  <a:pt x="694944" y="168593"/>
                  <a:pt x="794195" y="121539"/>
                  <a:pt x="866870" y="0"/>
                </a:cubicBezTo>
                <a:lnTo>
                  <a:pt x="869728" y="1714"/>
                </a:lnTo>
                <a:cubicBezTo>
                  <a:pt x="796576" y="124111"/>
                  <a:pt x="696754" y="171450"/>
                  <a:pt x="608743" y="213265"/>
                </a:cubicBezTo>
                <a:cubicBezTo>
                  <a:pt x="506730" y="261747"/>
                  <a:pt x="418624" y="303562"/>
                  <a:pt x="408337" y="449390"/>
                </a:cubicBezTo>
                <a:cubicBezTo>
                  <a:pt x="403098" y="524256"/>
                  <a:pt x="378333" y="587026"/>
                  <a:pt x="334709" y="635699"/>
                </a:cubicBezTo>
                <a:cubicBezTo>
                  <a:pt x="299847" y="674656"/>
                  <a:pt x="252984" y="704755"/>
                  <a:pt x="195358" y="725234"/>
                </a:cubicBezTo>
                <a:cubicBezTo>
                  <a:pt x="120491" y="751713"/>
                  <a:pt x="46673" y="754952"/>
                  <a:pt x="15430" y="754952"/>
                </a:cubicBezTo>
                <a:close/>
              </a:path>
            </a:pathLst>
          </a:custGeom>
          <a:solidFill>
            <a:srgbClr val="606060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9" name="稻壳儿：耗崽 18"/>
          <p:cNvSpPr txBox="1"/>
          <p:nvPr/>
        </p:nvSpPr>
        <p:spPr>
          <a:xfrm>
            <a:off x="2635077" y="2514538"/>
            <a:ext cx="7032926" cy="119888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altLang="en-US" dirty="0" lang="zh-CN" sz="7200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选择排序</a:t>
            </a:r>
          </a:p>
        </p:txBody>
      </p:sp>
      <p:sp>
        <p:nvSpPr>
          <p:cNvPr id="31" name="稻壳儿：耗崽 19"/>
          <p:cNvSpPr txBox="1"/>
          <p:nvPr/>
        </p:nvSpPr>
        <p:spPr>
          <a:xfrm>
            <a:off x="2637756" y="4165986"/>
            <a:ext cx="6916489" cy="52197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altLang="zh-CN" cap="all" dirty="0" lang="en-US" sz="2800">
                <a:solidFill>
                  <a:srgbClr val="0F4061"/>
                </a:solidFill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0" panose="020B0604020202020204" pitchFamily="34" typeface="Arial"/>
                <a:sym charset="-122" panose="00020600040101010101" pitchFamily="18" typeface="汉仪中黑S"/>
              </a:rPr>
              <a:t>Selection Sort Presentation</a:t>
            </a:r>
          </a:p>
        </p:txBody>
      </p:sp>
      <p:sp>
        <p:nvSpPr>
          <p:cNvPr id="32" name="稻壳儿：耗崽 20"/>
          <p:cNvSpPr/>
          <p:nvPr/>
        </p:nvSpPr>
        <p:spPr>
          <a:xfrm>
            <a:off x="4917758" y="5031735"/>
            <a:ext cx="2356485" cy="384175"/>
          </a:xfrm>
          <a:prstGeom prst="roundRect">
            <a:avLst>
              <a:gd fmla="val 50000" name="adj"/>
            </a:avLst>
          </a:prstGeom>
          <a:noFill/>
          <a:ln w="28575">
            <a:solidFill>
              <a:srgbClr val="E3BC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defPPr>
              <a:defRPr lang="zh-CN">
                <a:solidFill>
                  <a:schemeClr val="lt1"/>
                </a:solidFill>
              </a:defRPr>
            </a:defPPr>
            <a:lvl1pPr algn="l" defTabSz="914400" eaLnBrk="1" hangingPunct="1" latinLnBrk="0" marL="0" rtl="0">
              <a:defRPr kern="1200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kern="1200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kern="1200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kern="1200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kern="1200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kern="1200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kern="1200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kern="1200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kern="1200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dirty="0" lang="zh-CN" sz="1400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33" name="稻壳儿：耗崽 21"/>
          <p:cNvSpPr/>
          <p:nvPr/>
        </p:nvSpPr>
        <p:spPr>
          <a:xfrm>
            <a:off x="5058410" y="5047610"/>
            <a:ext cx="2075180" cy="3987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altLang="en-US" dirty="0" lang="zh-CN" sz="2000">
                <a:solidFill>
                  <a:srgbClr val="E3BC9D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汇报人:教师</a:t>
            </a:r>
            <a:r>
              <a:rPr altLang="zh-CN" dirty="0" lang="en-US" sz="2000">
                <a:solidFill>
                  <a:srgbClr val="E3BC9D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/>
            </a:r>
            <a:r>
              <a:rPr altLang="en-US" dirty="0" lang="zh-CN" sz="2000">
                <a:solidFill>
                  <a:srgbClr val="E3BC9D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/>
            </a:r>
          </a:p>
        </p:txBody>
      </p:sp>
      <p:pic>
        <p:nvPicPr>
          <p:cNvPr id="40" name="稻壳儿：耗崽 22"/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33" t="18883"/>
          <a:stretch>
            <a:fillRect/>
          </a:stretch>
        </p:blipFill>
        <p:spPr>
          <a:xfrm>
            <a:off x="-1" y="0"/>
            <a:ext cx="2498925" cy="2035086"/>
          </a:xfrm>
          <a:prstGeom prst="rect">
            <a:avLst/>
          </a:prstGeom>
        </p:spPr>
      </p:pic>
      <p:pic>
        <p:nvPicPr>
          <p:cNvPr id="41" name="稻壳儿：耗崽 23"/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14126" r="29972"/>
          <a:stretch>
            <a:fillRect/>
          </a:stretch>
        </p:blipFill>
        <p:spPr>
          <a:xfrm>
            <a:off x="10035271" y="4983806"/>
            <a:ext cx="2156729" cy="18733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3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09" name="稻壳儿：耗崽 2"/>
          <p:cNvSpPr/>
          <p:nvPr/>
        </p:nvSpPr>
        <p:spPr>
          <a:xfrm rot="16200000">
            <a:off x="-361069" y="367187"/>
            <a:ext cx="6851883" cy="6129742"/>
          </a:xfrm>
          <a:custGeom>
            <a:avLst/>
            <a:gdLst>
              <a:gd fmla="*/ 6851883 w 6851883" name="connsiteX0"/>
              <a:gd fmla="*/ 0 h 6129742" name="connsiteY0"/>
              <a:gd fmla="*/ 6851883 w 6851883" name="connsiteX1"/>
              <a:gd fmla="*/ 6115004 h 6129742" name="connsiteY1"/>
              <a:gd fmla="*/ 6729577 w 6851883" name="connsiteX2"/>
              <a:gd fmla="*/ 6126139 h 6129742" name="connsiteY2"/>
              <a:gd fmla="*/ 5639592 w 6851883" name="connsiteX3"/>
              <a:gd fmla="*/ 5903743 h 6129742" name="connsiteY3"/>
              <a:gd fmla="*/ 4605147 w 6851883" name="connsiteX4"/>
              <a:gd fmla="*/ 5278035 h 6129742" name="connsiteY4"/>
              <a:gd fmla="*/ 3511689 w 6851883" name="connsiteX5"/>
              <a:gd fmla="*/ 5110950 h 6129742" name="connsiteY5"/>
              <a:gd fmla="*/ 1685791 w 6851883" name="connsiteX6"/>
              <a:gd fmla="*/ 5709002 h 6129742" name="connsiteY6"/>
              <a:gd fmla="*/ 128219 w 6851883" name="connsiteX7"/>
              <a:gd fmla="*/ 5529649 h 6129742" name="connsiteY7"/>
              <a:gd fmla="*/ 0 w 6851883" name="connsiteX8"/>
              <a:gd fmla="*/ 5468295 h 6129742" name="connsiteY8"/>
              <a:gd fmla="*/ 1 w 6851883" name="connsiteX9"/>
              <a:gd fmla="*/ 0 h 6129742" name="connsiteY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b="b" l="l" r="r" t="t"/>
            <a:pathLst>
              <a:path h="6129742" w="6851883">
                <a:moveTo>
                  <a:pt x="6851883" y="0"/>
                </a:moveTo>
                <a:lnTo>
                  <a:pt x="6851883" y="6115004"/>
                </a:lnTo>
                <a:lnTo>
                  <a:pt x="6729577" y="6126139"/>
                </a:lnTo>
                <a:cubicBezTo>
                  <a:pt x="6354677" y="6148034"/>
                  <a:pt x="5975149" y="6069676"/>
                  <a:pt x="5639592" y="5903743"/>
                </a:cubicBezTo>
                <a:cubicBezTo>
                  <a:pt x="5277421" y="5723982"/>
                  <a:pt x="4970791" y="5447426"/>
                  <a:pt x="4605147" y="5278035"/>
                </a:cubicBezTo>
                <a:cubicBezTo>
                  <a:pt x="4266117" y="5121320"/>
                  <a:pt x="3881961" y="5062552"/>
                  <a:pt x="3511689" y="5110950"/>
                </a:cubicBezTo>
                <a:cubicBezTo>
                  <a:pt x="2874131" y="5195068"/>
                  <a:pt x="2314095" y="5578789"/>
                  <a:pt x="1685791" y="5709002"/>
                </a:cubicBezTo>
                <a:cubicBezTo>
                  <a:pt x="1163979" y="5817471"/>
                  <a:pt x="620268" y="5739259"/>
                  <a:pt x="128219" y="5529649"/>
                </a:cubicBezTo>
                <a:lnTo>
                  <a:pt x="0" y="5468295"/>
                </a:lnTo>
                <a:lnTo>
                  <a:pt x="1" y="0"/>
                </a:lnTo>
                <a:close/>
              </a:path>
            </a:pathLst>
          </a:custGeom>
          <a:solidFill>
            <a:srgbClr val="E3BC9D"/>
          </a:solidFill>
          <a:ln cap="flat" w="9525">
            <a:noFill/>
            <a:prstDash val="solid"/>
            <a:miter/>
          </a:ln>
        </p:spPr>
        <p:txBody>
          <a:bodyPr anchor="ctr" rtlCol="0" wrap="square">
            <a:noAutofit/>
          </a:bodyPr>
          <a:lstStyle/>
          <a:p>
            <a:endParaRPr lang="en-ID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70" name="稻壳儿：耗崽 3"/>
          <p:cNvSpPr/>
          <p:nvPr/>
        </p:nvSpPr>
        <p:spPr>
          <a:xfrm rot="5400000">
            <a:off x="8597191" y="-244951"/>
            <a:ext cx="510482" cy="3497539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3BC9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baseline="0" cap="none" dirty="0" i="0" kern="1200" kumimoji="0" lang="en-ID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58" name="稻壳儿：耗崽 4"/>
          <p:cNvSpPr/>
          <p:nvPr/>
        </p:nvSpPr>
        <p:spPr>
          <a:xfrm>
            <a:off x="6373839" y="1095849"/>
            <a:ext cx="815940" cy="815939"/>
          </a:xfrm>
          <a:prstGeom prst="ellipse">
            <a:avLst/>
          </a:prstGeom>
          <a:solidFill>
            <a:srgbClr val="E3BC9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baseline="0" cap="none" i="0" kern="1200" kumimoji="0" lang="en-ID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57" name="稻壳儿：耗崽 5"/>
          <p:cNvSpPr/>
          <p:nvPr/>
        </p:nvSpPr>
        <p:spPr>
          <a:xfrm>
            <a:off x="6451595" y="1095849"/>
            <a:ext cx="815940" cy="815939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baseline="0" cap="none" i="0" kern="1200" kumimoji="0" lang="en-ID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71" name="稻壳儿：耗崽 6"/>
          <p:cNvSpPr txBox="1"/>
          <p:nvPr/>
        </p:nvSpPr>
        <p:spPr>
          <a:xfrm>
            <a:off x="7409746" y="1371947"/>
            <a:ext cx="3142476" cy="307777"/>
          </a:xfrm>
          <a:prstGeom prst="rect">
            <a:avLst/>
          </a:prstGeom>
          <a:noFill/>
        </p:spPr>
        <p:txBody>
          <a:bodyPr bIns="0" lIns="0" rIns="0" rtlCol="0" tIns="0" wrap="square">
            <a:sp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2000" u="none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算法简介</a:t>
            </a:r>
          </a:p>
        </p:txBody>
      </p:sp>
      <p:cxnSp>
        <p:nvCxnSpPr>
          <p:cNvPr id="95" name="稻壳儿：耗崽 7"/>
          <p:cNvCxnSpPr/>
          <p:nvPr/>
        </p:nvCxnSpPr>
        <p:spPr>
          <a:xfrm>
            <a:off x="6375178" y="2046990"/>
            <a:ext cx="4177045" cy="0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稻壳儿：耗崽 8"/>
          <p:cNvGrpSpPr/>
          <p:nvPr/>
        </p:nvGrpSpPr>
        <p:grpSpPr>
          <a:xfrm>
            <a:off x="6373839" y="2115452"/>
            <a:ext cx="4227362" cy="951141"/>
            <a:chOff x="5421338" y="2319065"/>
            <a:chExt cx="4933127" cy="1109936"/>
          </a:xfrm>
        </p:grpSpPr>
        <p:sp>
          <p:nvSpPr>
            <p:cNvPr id="79" name="稻壳儿：耗崽 8-1"/>
            <p:cNvSpPr/>
            <p:nvPr/>
          </p:nvSpPr>
          <p:spPr>
            <a:xfrm rot="5400000">
              <a:off x="8015882" y="754416"/>
              <a:ext cx="595708" cy="4081459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dirty="0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0" name="稻壳儿：耗崽 8-2"/>
            <p:cNvSpPr/>
            <p:nvPr/>
          </p:nvSpPr>
          <p:spPr>
            <a:xfrm>
              <a:off x="5421338" y="2319065"/>
              <a:ext cx="952162" cy="952162"/>
            </a:xfrm>
            <a:prstGeom prst="ellipse">
              <a:avLst/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1" name="稻壳儿：耗崽 8-3"/>
            <p:cNvSpPr/>
            <p:nvPr/>
          </p:nvSpPr>
          <p:spPr>
            <a:xfrm>
              <a:off x="5512075" y="2319065"/>
              <a:ext cx="952162" cy="952162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8" name="稻壳儿：耗崽 8-4"/>
            <p:cNvSpPr txBox="1"/>
            <p:nvPr/>
          </p:nvSpPr>
          <p:spPr>
            <a:xfrm>
              <a:off x="6630191" y="2641258"/>
              <a:ext cx="3667118" cy="359161"/>
            </a:xfrm>
            <a:prstGeom prst="rect">
              <a:avLst/>
            </a:prstGeom>
            <a:noFill/>
          </p:spPr>
          <p:txBody>
            <a:bodyPr bIns="0" lIns="0" rIns="0" rtlCol="0" tIns="0" wrap="square">
              <a:spAutoFit/>
            </a:bodyPr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20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教学目标</a:t>
              </a:r>
            </a:p>
          </p:txBody>
        </p:sp>
        <p:cxnSp>
          <p:nvCxnSpPr>
            <p:cNvPr id="98" name="稻壳儿：耗崽 8-5"/>
            <p:cNvCxnSpPr/>
            <p:nvPr/>
          </p:nvCxnSpPr>
          <p:spPr>
            <a:xfrm>
              <a:off x="5422900" y="3429001"/>
              <a:ext cx="4874409" cy="0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/>
            <p:cNvGrpSpPr/>
            <p:nvPr/>
          </p:nvGrpSpPr>
          <p:grpSpPr>
            <a:xfrm>
              <a:off x="5853219" y="2622108"/>
              <a:ext cx="269875" cy="346076"/>
              <a:chOff x="5562601" y="1090613"/>
              <a:chExt cx="269875" cy="346076"/>
            </a:xfrm>
          </p:grpSpPr>
          <p:sp>
            <p:nvSpPr>
              <p:cNvPr id="106" name="稻壳儿：耗崽 8-6"/>
              <p:cNvSpPr/>
              <p:nvPr/>
            </p:nvSpPr>
            <p:spPr bwMode="auto">
              <a:xfrm>
                <a:off x="5773738" y="1270001"/>
                <a:ext cx="58738" cy="90488"/>
              </a:xfrm>
              <a:custGeom>
                <a:avLst/>
                <a:gdLst>
                  <a:gd fmla="*/ 0 w 16" name="T0"/>
                  <a:gd fmla="*/ 0 h 24" name="T1"/>
                  <a:gd fmla="*/ 4 w 16" name="T2"/>
                  <a:gd fmla="*/ 0 h 24" name="T3"/>
                  <a:gd fmla="*/ 16 w 16" name="T4"/>
                  <a:gd fmla="*/ 12 h 24" name="T5"/>
                  <a:gd fmla="*/ 4 w 16" name="T6"/>
                  <a:gd fmla="*/ 24 h 24" name="T7"/>
                  <a:gd fmla="*/ 0 w 16" name="T8"/>
                  <a:gd fmla="*/ 24 h 24" name="T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b="b" l="0" r="r" t="0"/>
                <a:pathLst>
                  <a:path h="24" w="1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11" y="0"/>
                      <a:pt x="16" y="5"/>
                      <a:pt x="16" y="12"/>
                    </a:cubicBezTo>
                    <a:cubicBezTo>
                      <a:pt x="16" y="19"/>
                      <a:pt x="11" y="24"/>
                      <a:pt x="4" y="24"/>
                    </a:cubicBezTo>
                    <a:cubicBezTo>
                      <a:pt x="0" y="24"/>
                      <a:pt x="0" y="24"/>
                      <a:pt x="0" y="24"/>
                    </a:cubicBezTo>
                  </a:path>
                </a:pathLst>
              </a:cu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07" name="稻壳儿：耗崽 8-7"/>
              <p:cNvSpPr/>
              <p:nvPr/>
            </p:nvSpPr>
            <p:spPr bwMode="auto">
              <a:xfrm>
                <a:off x="5578476" y="1241426"/>
                <a:ext cx="195263" cy="195263"/>
              </a:xfrm>
              <a:custGeom>
                <a:avLst/>
                <a:gdLst>
                  <a:gd fmla="*/ 52 w 52" name="T0"/>
                  <a:gd fmla="*/ 44 h 52" name="T1"/>
                  <a:gd fmla="*/ 44 w 52" name="T2"/>
                  <a:gd fmla="*/ 52 h 52" name="T3"/>
                  <a:gd fmla="*/ 8 w 52" name="T4"/>
                  <a:gd fmla="*/ 52 h 52" name="T5"/>
                  <a:gd fmla="*/ 0 w 52" name="T6"/>
                  <a:gd fmla="*/ 44 h 52" name="T7"/>
                  <a:gd fmla="*/ 0 w 52" name="T8"/>
                  <a:gd fmla="*/ 0 h 52" name="T9"/>
                  <a:gd fmla="*/ 52 w 52" name="T10"/>
                  <a:gd fmla="*/ 0 h 52" name="T11"/>
                  <a:gd fmla="*/ 52 w 52" name="T12"/>
                  <a:gd fmla="*/ 44 h 52" name="T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b="b" l="0" r="r" t="0"/>
                <a:pathLst>
                  <a:path h="52" w="52">
                    <a:moveTo>
                      <a:pt x="52" y="44"/>
                    </a:moveTo>
                    <a:cubicBezTo>
                      <a:pt x="52" y="48"/>
                      <a:pt x="48" y="52"/>
                      <a:pt x="44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4" y="52"/>
                      <a:pt x="0" y="48"/>
                      <a:pt x="0" y="4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2" y="0"/>
                      <a:pt x="52" y="0"/>
                      <a:pt x="52" y="0"/>
                    </a:cubicBezTo>
                    <a:lnTo>
                      <a:pt x="52" y="44"/>
                    </a:lnTo>
                    <a:close/>
                  </a:path>
                </a:pathLst>
              </a:cu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08" name="稻壳儿：耗崽 8-8"/>
              <p:cNvSpPr/>
              <p:nvPr/>
            </p:nvSpPr>
            <p:spPr bwMode="auto">
              <a:xfrm>
                <a:off x="5754688" y="1090613"/>
                <a:ext cx="74613" cy="101600"/>
              </a:xfrm>
              <a:custGeom>
                <a:avLst/>
                <a:gdLst>
                  <a:gd fmla="*/ 5 w 20" name="T0"/>
                  <a:gd fmla="*/ 0 h 27" name="T1"/>
                  <a:gd fmla="*/ 1 w 20" name="T2"/>
                  <a:gd fmla="*/ 13 h 27" name="T3"/>
                  <a:gd fmla="*/ 5 w 20" name="T4"/>
                  <a:gd fmla="*/ 22 h 27" name="T5"/>
                  <a:gd fmla="*/ 5 w 20" name="T6"/>
                  <a:gd fmla="*/ 0 h 27" name="T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b="b" l="0" r="r" t="0"/>
                <a:pathLst>
                  <a:path h="27" w="20">
                    <a:moveTo>
                      <a:pt x="5" y="0"/>
                    </a:moveTo>
                    <a:cubicBezTo>
                      <a:pt x="9" y="7"/>
                      <a:pt x="3" y="10"/>
                      <a:pt x="1" y="13"/>
                    </a:cubicBezTo>
                    <a:cubicBezTo>
                      <a:pt x="0" y="17"/>
                      <a:pt x="1" y="20"/>
                      <a:pt x="5" y="22"/>
                    </a:cubicBezTo>
                    <a:cubicBezTo>
                      <a:pt x="16" y="27"/>
                      <a:pt x="20" y="4"/>
                      <a:pt x="5" y="0"/>
                    </a:cubicBezTo>
                    <a:close/>
                  </a:path>
                </a:pathLst>
              </a:cu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09" name="稻壳儿：耗崽 8-9"/>
              <p:cNvSpPr>
                <a:spLocks noChangeShapeType="1"/>
              </p:cNvSpPr>
              <p:nvPr/>
            </p:nvSpPr>
            <p:spPr bwMode="auto">
              <a:xfrm flipV="1">
                <a:off x="5727701" y="1169988"/>
                <a:ext cx="38100" cy="71438"/>
              </a:xfrm>
              <a:prstGeom prst="lin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10" name="稻壳儿：耗崽 8-10"/>
              <p:cNvSpPr>
                <a:spLocks noChangeShapeType="1"/>
              </p:cNvSpPr>
              <p:nvPr/>
            </p:nvSpPr>
            <p:spPr bwMode="auto">
              <a:xfrm flipH="1">
                <a:off x="5757863" y="1176338"/>
                <a:ext cx="26988" cy="65088"/>
              </a:xfrm>
              <a:prstGeom prst="lin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11" name="稻壳儿：耗崽 8-11"/>
              <p:cNvSpPr/>
              <p:nvPr/>
            </p:nvSpPr>
            <p:spPr bwMode="auto">
              <a:xfrm>
                <a:off x="5562601" y="1150938"/>
                <a:ext cx="74613" cy="90488"/>
              </a:xfrm>
              <a:custGeom>
                <a:avLst/>
                <a:gdLst>
                  <a:gd fmla="*/ 47 w 47" name="T0"/>
                  <a:gd fmla="*/ 57 h 57" name="T1"/>
                  <a:gd fmla="*/ 19 w 47" name="T2"/>
                  <a:gd fmla="*/ 57 h 57" name="T3"/>
                  <a:gd fmla="*/ 5 w 47" name="T4"/>
                  <a:gd fmla="*/ 28 h 57" name="T5"/>
                  <a:gd fmla="*/ 0 w 47" name="T6"/>
                  <a:gd fmla="*/ 0 h 57" name="T7"/>
                  <a:gd fmla="*/ 24 w 47" name="T8"/>
                  <a:gd fmla="*/ 14 h 57" name="T9"/>
                  <a:gd fmla="*/ 47 w 47" name="T10"/>
                  <a:gd fmla="*/ 57 h 57" name="T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b="b" l="0" r="r" t="0"/>
                <a:pathLst>
                  <a:path h="57" w="47">
                    <a:moveTo>
                      <a:pt x="47" y="57"/>
                    </a:moveTo>
                    <a:lnTo>
                      <a:pt x="19" y="57"/>
                    </a:lnTo>
                    <a:lnTo>
                      <a:pt x="5" y="28"/>
                    </a:lnTo>
                    <a:lnTo>
                      <a:pt x="0" y="0"/>
                    </a:lnTo>
                    <a:lnTo>
                      <a:pt x="24" y="14"/>
                    </a:lnTo>
                    <a:lnTo>
                      <a:pt x="47" y="57"/>
                    </a:lnTo>
                    <a:close/>
                  </a:path>
                </a:pathLst>
              </a:cu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12" name="稻壳儿：耗崽 8-12"/>
              <p:cNvSpPr>
                <a:spLocks noChangeShapeType="1"/>
              </p:cNvSpPr>
              <p:nvPr/>
            </p:nvSpPr>
            <p:spPr bwMode="auto">
              <a:xfrm flipV="1">
                <a:off x="5570538" y="1173163"/>
                <a:ext cx="30163" cy="22225"/>
              </a:xfrm>
              <a:prstGeom prst="lin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13" name="稻壳儿：耗崽 8-13"/>
              <p:cNvSpPr>
                <a:spLocks noChangeArrowheads="1"/>
              </p:cNvSpPr>
              <p:nvPr/>
            </p:nvSpPr>
            <p:spPr bwMode="auto">
              <a:xfrm>
                <a:off x="5653088" y="1090613"/>
                <a:ext cx="60325" cy="150813"/>
              </a:xfrm>
              <a:prstGeom prst="rect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14" name="稻壳儿：耗崽 8-14"/>
              <p:cNvSpPr>
                <a:spLocks noChangeShapeType="1"/>
              </p:cNvSpPr>
              <p:nvPr/>
            </p:nvSpPr>
            <p:spPr bwMode="auto">
              <a:xfrm flipH="1">
                <a:off x="5683251" y="1120776"/>
                <a:ext cx="30163" cy="0"/>
              </a:xfrm>
              <a:prstGeom prst="lin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15" name="稻壳儿：耗崽 8-15"/>
              <p:cNvSpPr>
                <a:spLocks noChangeShapeType="1"/>
              </p:cNvSpPr>
              <p:nvPr/>
            </p:nvSpPr>
            <p:spPr bwMode="auto">
              <a:xfrm flipH="1">
                <a:off x="5697538" y="1150938"/>
                <a:ext cx="15875" cy="0"/>
              </a:xfrm>
              <a:prstGeom prst="lin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16" name="稻壳儿：耗崽 8-16"/>
              <p:cNvSpPr>
                <a:spLocks noChangeShapeType="1"/>
              </p:cNvSpPr>
              <p:nvPr/>
            </p:nvSpPr>
            <p:spPr bwMode="auto">
              <a:xfrm flipH="1">
                <a:off x="5683251" y="1181101"/>
                <a:ext cx="30163" cy="0"/>
              </a:xfrm>
              <a:prstGeom prst="lin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17" name="稻壳儿：耗崽 8-17"/>
              <p:cNvSpPr>
                <a:spLocks noChangeShapeType="1"/>
              </p:cNvSpPr>
              <p:nvPr/>
            </p:nvSpPr>
            <p:spPr bwMode="auto">
              <a:xfrm flipH="1">
                <a:off x="5697538" y="1211263"/>
                <a:ext cx="15875" cy="0"/>
              </a:xfrm>
              <a:prstGeom prst="lin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</p:grpSp>
      </p:grpSp>
      <p:grpSp>
        <p:nvGrpSpPr>
          <p:cNvPr id="5" name="稻壳儿：耗崽 9"/>
          <p:cNvGrpSpPr/>
          <p:nvPr/>
        </p:nvGrpSpPr>
        <p:grpSpPr>
          <a:xfrm>
            <a:off x="6373839" y="5174260"/>
            <a:ext cx="4227362" cy="815940"/>
            <a:chOff x="5421331" y="4854482"/>
            <a:chExt cx="4933120" cy="952162"/>
          </a:xfrm>
        </p:grpSpPr>
        <p:sp>
          <p:nvSpPr>
            <p:cNvPr id="91" name="稻壳儿：耗崽 9-1"/>
            <p:cNvSpPr/>
            <p:nvPr/>
          </p:nvSpPr>
          <p:spPr>
            <a:xfrm rot="5400000">
              <a:off x="8015871" y="3289836"/>
              <a:ext cx="595707" cy="4081453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dirty="0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2" name="稻壳儿：耗崽 9-2"/>
            <p:cNvSpPr/>
            <p:nvPr/>
          </p:nvSpPr>
          <p:spPr>
            <a:xfrm>
              <a:off x="5421331" y="4854482"/>
              <a:ext cx="952161" cy="952162"/>
            </a:xfrm>
            <a:prstGeom prst="ellipse">
              <a:avLst/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3" name="稻壳儿：耗崽 9-3"/>
            <p:cNvSpPr/>
            <p:nvPr/>
          </p:nvSpPr>
          <p:spPr>
            <a:xfrm>
              <a:off x="5512067" y="4854482"/>
              <a:ext cx="952161" cy="952162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0" name="稻壳儿：耗崽 9-4"/>
            <p:cNvSpPr txBox="1"/>
            <p:nvPr/>
          </p:nvSpPr>
          <p:spPr>
            <a:xfrm>
              <a:off x="6630182" y="5176667"/>
              <a:ext cx="3667112" cy="359160"/>
            </a:xfrm>
            <a:prstGeom prst="rect">
              <a:avLst/>
            </a:prstGeom>
            <a:noFill/>
          </p:spPr>
          <p:txBody>
            <a:bodyPr bIns="0" lIns="0" rIns="0" rtlCol="0" tIns="0" wrap="square">
              <a:spAutoFit/>
            </a:bodyPr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20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教学过程</a:t>
              </a: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5823056" y="5157526"/>
              <a:ext cx="330199" cy="346074"/>
              <a:chOff x="2678113" y="1811338"/>
              <a:chExt cx="330200" cy="346075"/>
            </a:xfrm>
          </p:grpSpPr>
          <p:sp>
            <p:nvSpPr>
              <p:cNvPr id="119" name="稻壳儿：耗崽 9-5"/>
              <p:cNvSpPr/>
              <p:nvPr/>
            </p:nvSpPr>
            <p:spPr bwMode="auto">
              <a:xfrm>
                <a:off x="2722563" y="1841501"/>
                <a:ext cx="241300" cy="180975"/>
              </a:xfrm>
              <a:custGeom>
                <a:avLst/>
                <a:gdLst>
                  <a:gd fmla="*/ 152 w 152" name="T0"/>
                  <a:gd fmla="*/ 0 h 114" name="T1"/>
                  <a:gd fmla="*/ 152 w 152" name="T2"/>
                  <a:gd fmla="*/ 114 h 114" name="T3"/>
                  <a:gd fmla="*/ 81 w 152" name="T4"/>
                  <a:gd fmla="*/ 114 h 114" name="T5"/>
                  <a:gd fmla="*/ 0 w 152" name="T6"/>
                  <a:gd fmla="*/ 114 h 114" name="T7"/>
                  <a:gd fmla="*/ 0 w 152" name="T8"/>
                  <a:gd fmla="*/ 0 h 114" name="T9"/>
                  <a:gd fmla="*/ 152 w 152" name="T10"/>
                  <a:gd fmla="*/ 0 h 114" name="T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b="b" l="0" r="r" t="0"/>
                <a:pathLst>
                  <a:path h="114" w="152">
                    <a:moveTo>
                      <a:pt x="152" y="0"/>
                    </a:moveTo>
                    <a:lnTo>
                      <a:pt x="152" y="114"/>
                    </a:lnTo>
                    <a:lnTo>
                      <a:pt x="81" y="114"/>
                    </a:lnTo>
                    <a:lnTo>
                      <a:pt x="0" y="114"/>
                    </a:lnTo>
                    <a:lnTo>
                      <a:pt x="0" y="0"/>
                    </a:lnTo>
                    <a:lnTo>
                      <a:pt x="152" y="0"/>
                    </a:lnTo>
                    <a:close/>
                  </a:path>
                </a:pathLst>
              </a:cu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20" name="稻壳儿：耗崽 9-6"/>
              <p:cNvSpPr/>
              <p:nvPr/>
            </p:nvSpPr>
            <p:spPr bwMode="auto">
              <a:xfrm>
                <a:off x="2692401" y="1811338"/>
                <a:ext cx="301625" cy="239713"/>
              </a:xfrm>
              <a:custGeom>
                <a:avLst/>
                <a:gdLst>
                  <a:gd fmla="*/ 0 w 80" name="T0"/>
                  <a:gd fmla="*/ 64 h 64" name="T1"/>
                  <a:gd fmla="*/ 0 w 80" name="T2"/>
                  <a:gd fmla="*/ 6 h 64" name="T3"/>
                  <a:gd fmla="*/ 6 w 80" name="T4"/>
                  <a:gd fmla="*/ 0 h 64" name="T5"/>
                  <a:gd fmla="*/ 74 w 80" name="T6"/>
                  <a:gd fmla="*/ 0 h 64" name="T7"/>
                  <a:gd fmla="*/ 80 w 80" name="T8"/>
                  <a:gd fmla="*/ 6 h 64" name="T9"/>
                  <a:gd fmla="*/ 80 w 80" name="T10"/>
                  <a:gd fmla="*/ 64 h 64" name="T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b="b" l="0" r="r" t="0"/>
                <a:pathLst>
                  <a:path h="64" w="80">
                    <a:moveTo>
                      <a:pt x="0" y="64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7" y="0"/>
                      <a:pt x="80" y="3"/>
                      <a:pt x="80" y="6"/>
                    </a:cubicBezTo>
                    <a:cubicBezTo>
                      <a:pt x="80" y="64"/>
                      <a:pt x="80" y="64"/>
                      <a:pt x="80" y="64"/>
                    </a:cubicBezTo>
                  </a:path>
                </a:pathLst>
              </a:cu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21" name="稻壳儿：耗崽 9-7"/>
              <p:cNvSpPr/>
              <p:nvPr/>
            </p:nvSpPr>
            <p:spPr bwMode="auto">
              <a:xfrm>
                <a:off x="2678113" y="2051051"/>
                <a:ext cx="330200" cy="46038"/>
              </a:xfrm>
              <a:custGeom>
                <a:avLst/>
                <a:gdLst>
                  <a:gd fmla="*/ 52 w 88" name="T0"/>
                  <a:gd fmla="*/ 0 h 12" name="T1"/>
                  <a:gd fmla="*/ 52 w 88" name="T2"/>
                  <a:gd fmla="*/ 4 h 12" name="T3"/>
                  <a:gd fmla="*/ 36 w 88" name="T4"/>
                  <a:gd fmla="*/ 4 h 12" name="T5"/>
                  <a:gd fmla="*/ 36 w 88" name="T6"/>
                  <a:gd fmla="*/ 0 h 12" name="T7"/>
                  <a:gd fmla="*/ 0 w 88" name="T8"/>
                  <a:gd fmla="*/ 0 h 12" name="T9"/>
                  <a:gd fmla="*/ 0 w 88" name="T10"/>
                  <a:gd fmla="*/ 8 h 12" name="T11"/>
                  <a:gd fmla="*/ 4 w 88" name="T12"/>
                  <a:gd fmla="*/ 12 h 12" name="T13"/>
                  <a:gd fmla="*/ 84 w 88" name="T14"/>
                  <a:gd fmla="*/ 12 h 12" name="T15"/>
                  <a:gd fmla="*/ 88 w 88" name="T16"/>
                  <a:gd fmla="*/ 8 h 12" name="T17"/>
                  <a:gd fmla="*/ 88 w 88" name="T18"/>
                  <a:gd fmla="*/ 0 h 12" name="T19"/>
                  <a:gd fmla="*/ 52 w 88" name="T20"/>
                  <a:gd fmla="*/ 0 h 12" name="T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b="b" l="0" r="r" t="0"/>
                <a:pathLst>
                  <a:path h="12" w="88">
                    <a:moveTo>
                      <a:pt x="52" y="0"/>
                    </a:moveTo>
                    <a:cubicBezTo>
                      <a:pt x="52" y="4"/>
                      <a:pt x="52" y="4"/>
                      <a:pt x="52" y="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0"/>
                      <a:pt x="2" y="12"/>
                      <a:pt x="4" y="12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6" y="12"/>
                      <a:pt x="88" y="10"/>
                      <a:pt x="88" y="8"/>
                    </a:cubicBezTo>
                    <a:cubicBezTo>
                      <a:pt x="88" y="0"/>
                      <a:pt x="88" y="0"/>
                      <a:pt x="88" y="0"/>
                    </a:cubicBezTo>
                    <a:lnTo>
                      <a:pt x="52" y="0"/>
                    </a:lnTo>
                    <a:close/>
                  </a:path>
                </a:pathLst>
              </a:cu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22" name="稻壳儿：耗崽 9-8"/>
              <p:cNvSpPr>
                <a:spLocks noChangeShapeType="1"/>
              </p:cNvSpPr>
              <p:nvPr/>
            </p:nvSpPr>
            <p:spPr bwMode="auto">
              <a:xfrm>
                <a:off x="2678113" y="2157413"/>
                <a:ext cx="330200" cy="0"/>
              </a:xfrm>
              <a:prstGeom prst="lin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23" name="稻壳儿：耗崽 9-9"/>
              <p:cNvSpPr>
                <a:spLocks noChangeShapeType="1"/>
              </p:cNvSpPr>
              <p:nvPr/>
            </p:nvSpPr>
            <p:spPr bwMode="auto">
              <a:xfrm flipV="1">
                <a:off x="2843213" y="2097088"/>
                <a:ext cx="0" cy="60325"/>
              </a:xfrm>
              <a:prstGeom prst="lin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24" name="稻壳儿：耗崽 9-10"/>
              <p:cNvSpPr>
                <a:spLocks noChangeArrowheads="1"/>
              </p:cNvSpPr>
              <p:nvPr/>
            </p:nvSpPr>
            <p:spPr bwMode="auto">
              <a:xfrm>
                <a:off x="2873376" y="1871663"/>
                <a:ext cx="44450" cy="44450"/>
              </a:xfrm>
              <a:prstGeom prst="ellips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25" name="稻壳儿：耗崽 9-11"/>
              <p:cNvSpPr>
                <a:spLocks noChangeArrowheads="1"/>
              </p:cNvSpPr>
              <p:nvPr/>
            </p:nvSpPr>
            <p:spPr bwMode="auto">
              <a:xfrm>
                <a:off x="2873376" y="1946276"/>
                <a:ext cx="44450" cy="46038"/>
              </a:xfrm>
              <a:prstGeom prst="ellips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26" name="稻壳儿：耗崽 9-12"/>
              <p:cNvSpPr>
                <a:spLocks noChangeArrowheads="1"/>
              </p:cNvSpPr>
              <p:nvPr/>
            </p:nvSpPr>
            <p:spPr bwMode="auto">
              <a:xfrm>
                <a:off x="2768601" y="1908176"/>
                <a:ext cx="44450" cy="46038"/>
              </a:xfrm>
              <a:prstGeom prst="ellipse">
                <a:avLst/>
              </a:prstGeom>
              <a:noFill/>
              <a:ln cap="rnd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27" name="稻壳儿：耗崽 9-13"/>
              <p:cNvSpPr>
                <a:spLocks noChangeShapeType="1"/>
              </p:cNvSpPr>
              <p:nvPr/>
            </p:nvSpPr>
            <p:spPr bwMode="auto">
              <a:xfrm flipV="1">
                <a:off x="2809876" y="1897063"/>
                <a:ext cx="63500" cy="23813"/>
              </a:xfrm>
              <a:prstGeom prst="line">
                <a:avLst/>
              </a:pr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28" name="稻壳儿：耗崽 9-14"/>
              <p:cNvSpPr>
                <a:spLocks noChangeShapeType="1"/>
              </p:cNvSpPr>
              <p:nvPr/>
            </p:nvSpPr>
            <p:spPr bwMode="auto">
              <a:xfrm>
                <a:off x="2809876" y="1943101"/>
                <a:ext cx="63500" cy="22225"/>
              </a:xfrm>
              <a:prstGeom prst="line">
                <a:avLst/>
              </a:pr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</p:grpSp>
      </p:grpSp>
      <p:sp>
        <p:nvSpPr>
          <p:cNvPr id="85" name="稻壳儿：耗崽 10"/>
          <p:cNvSpPr/>
          <p:nvPr/>
        </p:nvSpPr>
        <p:spPr>
          <a:xfrm rot="5400000">
            <a:off x="8597191" y="2813858"/>
            <a:ext cx="510482" cy="3497539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3BC9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baseline="0" cap="none" dirty="0" i="0" kern="1200" kumimoji="0" lang="en-ID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86" name="稻壳儿：耗崽 11"/>
          <p:cNvSpPr/>
          <p:nvPr/>
        </p:nvSpPr>
        <p:spPr>
          <a:xfrm>
            <a:off x="6373839" y="4154658"/>
            <a:ext cx="815940" cy="815940"/>
          </a:xfrm>
          <a:prstGeom prst="ellipse">
            <a:avLst/>
          </a:prstGeom>
          <a:solidFill>
            <a:srgbClr val="E3BC9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baseline="0" cap="none" dirty="0" i="0" kern="1200" kumimoji="0" lang="en-ID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87" name="稻壳儿：耗崽 12"/>
          <p:cNvSpPr/>
          <p:nvPr/>
        </p:nvSpPr>
        <p:spPr>
          <a:xfrm>
            <a:off x="6451595" y="4154658"/>
            <a:ext cx="815940" cy="815940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baseline="0" cap="none" i="0" kern="1200" kumimoji="0" lang="en-ID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84" name="稻壳儿：耗崽 13"/>
          <p:cNvSpPr txBox="1"/>
          <p:nvPr/>
        </p:nvSpPr>
        <p:spPr>
          <a:xfrm>
            <a:off x="7409746" y="4430756"/>
            <a:ext cx="3142476" cy="307777"/>
          </a:xfrm>
          <a:prstGeom prst="rect">
            <a:avLst/>
          </a:prstGeom>
          <a:noFill/>
        </p:spPr>
        <p:txBody>
          <a:bodyPr bIns="0" lIns="0" rIns="0" rtlCol="0" tIns="0" wrap="square">
            <a:sp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2000" u="none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教法与学法</a:t>
            </a:r>
          </a:p>
        </p:txBody>
      </p:sp>
      <p:cxnSp>
        <p:nvCxnSpPr>
          <p:cNvPr id="99" name="稻壳儿：耗崽 14"/>
          <p:cNvCxnSpPr/>
          <p:nvPr/>
        </p:nvCxnSpPr>
        <p:spPr>
          <a:xfrm>
            <a:off x="6375178" y="5105799"/>
            <a:ext cx="4177045" cy="0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稻壳儿：耗崽 15"/>
          <p:cNvSpPr/>
          <p:nvPr/>
        </p:nvSpPr>
        <p:spPr>
          <a:xfrm rot="16567704">
            <a:off x="-1068055" y="401300"/>
            <a:ext cx="7444796" cy="5963052"/>
          </a:xfrm>
          <a:custGeom>
            <a:avLst/>
            <a:gdLst>
              <a:gd fmla="*/ 6804540 w 7444796" name="connsiteX0"/>
              <a:gd fmla="*/ 0 h 5963052" name="connsiteY0"/>
              <a:gd fmla="*/ 7444796 w 7444796" name="connsiteX1"/>
              <a:gd fmla="*/ 5963052 h 5963052" name="connsiteY1"/>
              <a:gd fmla="*/ 7417538 w 7444796" name="connsiteX2"/>
              <a:gd fmla="*/ 5962840 h 5963052" name="connsiteY2"/>
              <a:gd fmla="*/ 6482337 w 7444796" name="connsiteX3"/>
              <a:gd fmla="*/ 5708175 h 5963052" name="connsiteY3"/>
              <a:gd fmla="*/ 5286082 w 7444796" name="connsiteX4"/>
              <a:gd fmla="*/ 4984593 h 5963052" name="connsiteY4"/>
              <a:gd fmla="*/ 4021585 w 7444796" name="connsiteX5"/>
              <a:gd fmla="*/ 4791373 h 5963052" name="connsiteY5"/>
              <a:gd fmla="*/ 1910077 w 7444796" name="connsiteX6"/>
              <a:gd fmla="*/ 5482972 h 5963052" name="connsiteY6"/>
              <a:gd fmla="*/ 582650 w 7444796" name="connsiteX7"/>
              <a:gd fmla="*/ 5437805 h 5963052" name="connsiteY7"/>
              <a:gd fmla="*/ 487880 w 7444796" name="connsiteX8"/>
              <a:gd fmla="*/ 5408911 h 5963052" name="connsiteY8"/>
              <a:gd fmla="*/ 0 w 7444796" name="connsiteX9"/>
              <a:gd fmla="*/ 865021 h 5963052" name="connsiteY9"/>
              <a:gd fmla="*/ 6576371 w 7444796" name="connsiteX10"/>
              <a:gd fmla="*/ 24499 h 5963052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5963052" w="7444796">
                <a:moveTo>
                  <a:pt x="6804540" y="0"/>
                </a:moveTo>
                <a:lnTo>
                  <a:pt x="7444796" y="5963052"/>
                </a:lnTo>
                <a:lnTo>
                  <a:pt x="7417538" y="5962840"/>
                </a:lnTo>
                <a:cubicBezTo>
                  <a:pt x="7093010" y="5939043"/>
                  <a:pt x="6773372" y="5852093"/>
                  <a:pt x="6482337" y="5708175"/>
                </a:cubicBezTo>
                <a:cubicBezTo>
                  <a:pt x="6063516" y="5500296"/>
                  <a:pt x="5708922" y="5180481"/>
                  <a:pt x="5286082" y="4984593"/>
                </a:cubicBezTo>
                <a:cubicBezTo>
                  <a:pt x="4894022" y="4803366"/>
                  <a:pt x="4449777" y="4735406"/>
                  <a:pt x="4021585" y="4791373"/>
                </a:cubicBezTo>
                <a:cubicBezTo>
                  <a:pt x="3284300" y="4888649"/>
                  <a:pt x="2636663" y="5332392"/>
                  <a:pt x="1910077" y="5482972"/>
                </a:cubicBezTo>
                <a:cubicBezTo>
                  <a:pt x="1470073" y="5574435"/>
                  <a:pt x="1016604" y="5551119"/>
                  <a:pt x="582650" y="5437805"/>
                </a:cubicBezTo>
                <a:lnTo>
                  <a:pt x="487880" y="5408911"/>
                </a:lnTo>
                <a:lnTo>
                  <a:pt x="0" y="865021"/>
                </a:lnTo>
                <a:lnTo>
                  <a:pt x="6576371" y="24499"/>
                </a:lnTo>
                <a:close/>
              </a:path>
            </a:pathLst>
          </a:custGeom>
          <a:solidFill>
            <a:srgbClr val="4E7C9D"/>
          </a:solidFill>
          <a:ln cap="flat" w="9525">
            <a:noFill/>
            <a:prstDash val="solid"/>
            <a:miter/>
          </a:ln>
        </p:spPr>
        <p:txBody>
          <a:bodyPr anchor="ctr" rtlCol="0" wrap="square">
            <a:noAutofit/>
          </a:bodyPr>
          <a:lstStyle/>
          <a:p>
            <a:endParaRPr lang="en-ID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08" name="稻壳儿：耗崽 16"/>
          <p:cNvSpPr/>
          <p:nvPr/>
        </p:nvSpPr>
        <p:spPr>
          <a:xfrm rot="16737609">
            <a:off x="-1184818" y="206150"/>
            <a:ext cx="7712405" cy="6271215"/>
          </a:xfrm>
          <a:custGeom>
            <a:avLst/>
            <a:gdLst>
              <a:gd fmla="*/ 6744847 w 7712405" name="connsiteX0"/>
              <a:gd fmla="*/ 0 h 6271215" name="connsiteY0"/>
              <a:gd fmla="*/ 7712405 w 7712405" name="connsiteX1"/>
              <a:gd fmla="*/ 6136543 h 6271215" name="connsiteY1"/>
              <a:gd fmla="*/ 7646480 w 7712405" name="connsiteX2"/>
              <a:gd fmla="*/ 6142545 h 6271215" name="connsiteY2"/>
              <a:gd fmla="*/ 6293296 w 7712405" name="connsiteX3"/>
              <a:gd fmla="*/ 5866447 h 6271215" name="connsiteY3"/>
              <a:gd fmla="*/ 5009066 w 7712405" name="connsiteX4"/>
              <a:gd fmla="*/ 5089650 h 6271215" name="connsiteY4"/>
              <a:gd fmla="*/ 3657432 w 7712405" name="connsiteX5"/>
              <a:gd fmla="*/ 4439878 h 6271215" name="connsiteY5"/>
              <a:gd fmla="*/ 1810893 w 7712405" name="connsiteX6"/>
              <a:gd fmla="*/ 6236714 h 6271215" name="connsiteY6"/>
              <a:gd fmla="*/ 767784 w 7712405" name="connsiteX7"/>
              <a:gd fmla="*/ 5909564 h 6271215" name="connsiteY7"/>
              <a:gd fmla="*/ 729985 w 7712405" name="connsiteX8"/>
              <a:gd fmla="*/ 5884768 h 6271215" name="connsiteY8"/>
              <a:gd fmla="*/ 0 w 7712405" name="connsiteX9"/>
              <a:gd fmla="*/ 1254984 h 6271215" name="connsiteY9"/>
              <a:gd fmla="*/ 6380807 w 7712405" name="connsiteX10"/>
              <a:gd fmla="*/ 57399 h 6271215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271215" w="7712405">
                <a:moveTo>
                  <a:pt x="6744847" y="0"/>
                </a:moveTo>
                <a:lnTo>
                  <a:pt x="7712405" y="6136543"/>
                </a:lnTo>
                <a:lnTo>
                  <a:pt x="7646480" y="6142545"/>
                </a:lnTo>
                <a:cubicBezTo>
                  <a:pt x="7181053" y="6169726"/>
                  <a:pt x="6709881" y="6072447"/>
                  <a:pt x="6293296" y="5866447"/>
                </a:cubicBezTo>
                <a:cubicBezTo>
                  <a:pt x="5843673" y="5643279"/>
                  <a:pt x="5448377" y="5327412"/>
                  <a:pt x="5009066" y="5089650"/>
                </a:cubicBezTo>
                <a:cubicBezTo>
                  <a:pt x="4569757" y="4851889"/>
                  <a:pt x="4190461" y="4248701"/>
                  <a:pt x="3657432" y="4439878"/>
                </a:cubicBezTo>
                <a:cubicBezTo>
                  <a:pt x="3124403" y="4631056"/>
                  <a:pt x="2376357" y="6036477"/>
                  <a:pt x="1810893" y="6236714"/>
                </a:cubicBezTo>
                <a:cubicBezTo>
                  <a:pt x="1457478" y="6361863"/>
                  <a:pt x="1086711" y="6122056"/>
                  <a:pt x="767784" y="5909564"/>
                </a:cubicBezTo>
                <a:lnTo>
                  <a:pt x="729985" y="5884768"/>
                </a:lnTo>
                <a:lnTo>
                  <a:pt x="0" y="1254984"/>
                </a:lnTo>
                <a:lnTo>
                  <a:pt x="6380807" y="57399"/>
                </a:lnTo>
                <a:close/>
              </a:path>
            </a:pathLst>
          </a:custGeom>
          <a:noFill/>
          <a:ln cap="flat" w="9525">
            <a:solidFill>
              <a:srgbClr val="FFFAE1"/>
            </a:solidFill>
            <a:prstDash val="solid"/>
            <a:miter/>
          </a:ln>
        </p:spPr>
        <p:txBody>
          <a:bodyPr anchor="ctr" rtlCol="0" wrap="square">
            <a:noAutofit/>
          </a:bodyPr>
          <a:lstStyle/>
          <a:p>
            <a:endParaRPr lang="en-ID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10" name="稻壳儿：耗崽 17"/>
          <p:cNvSpPr/>
          <p:nvPr/>
        </p:nvSpPr>
        <p:spPr>
          <a:xfrm flipV="1" rot="5032296">
            <a:off x="-1268520" y="680526"/>
            <a:ext cx="7417472" cy="5575039"/>
          </a:xfrm>
          <a:custGeom>
            <a:avLst/>
            <a:gdLst>
              <a:gd fmla="*/ 462019 w 7417472" name="connsiteX0"/>
              <a:gd fmla="*/ 5034526 h 5575039" name="connsiteY0"/>
              <a:gd fmla="*/ 464081 w 7417472" name="connsiteX1"/>
              <a:gd fmla="*/ 5035223 h 5575039" name="connsiteY1"/>
              <a:gd fmla="*/ 1914531 w 7417472" name="connsiteX2"/>
              <a:gd fmla="*/ 5230326 h 5575039" name="connsiteY2"/>
              <a:gd fmla="*/ 4058481 w 7417472" name="connsiteX3"/>
              <a:gd fmla="*/ 4387082 h 5575039" name="connsiteY3"/>
              <a:gd fmla="*/ 5358098 w 7417472" name="connsiteX4"/>
              <a:gd fmla="*/ 4585668 h 5575039" name="connsiteY4"/>
              <a:gd fmla="*/ 6587579 w 7417472" name="connsiteX5"/>
              <a:gd fmla="*/ 5329349 h 5575039" name="connsiteY5"/>
              <a:gd fmla="*/ 7299921 w 7417472" name="connsiteX6"/>
              <a:gd fmla="*/ 5560671 h 5575039" name="connsiteY6"/>
              <a:gd fmla="*/ 7417472 w 7417472" name="connsiteX7"/>
              <a:gd fmla="*/ 5575039 h 5575039" name="connsiteY7"/>
              <a:gd fmla="*/ 6824506 w 7417472" name="connsiteX8"/>
              <a:gd fmla="*/ 52426 h 5575039" name="connsiteY8"/>
              <a:gd fmla="*/ 6818431 w 7417472" name="connsiteX9"/>
              <a:gd fmla="*/ 53133 h 5575039" name="connsiteY9"/>
              <a:gd fmla="*/ 6812727 w 7417472" name="connsiteX10"/>
              <a:gd fmla="*/ 0 h 5575039" name="connsiteY10"/>
              <a:gd fmla="*/ 0 w 7417472" name="connsiteX11"/>
              <a:gd fmla="*/ 731486 h 5575039" name="connsiteY11"/>
              <a:gd fmla="*/ 12192 w 7417472" name="connsiteX12"/>
              <a:gd fmla="*/ 845031 h 5575039" name="connsiteY12"/>
              <a:gd fmla="*/ 12191 w 7417472" name="connsiteX13"/>
              <a:gd fmla="*/ 845031 h 5575039" name="connsiteY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b="b" l="l" r="r" t="t"/>
            <a:pathLst>
              <a:path h="5575039" w="7417472">
                <a:moveTo>
                  <a:pt x="462019" y="5034526"/>
                </a:moveTo>
                <a:lnTo>
                  <a:pt x="464081" y="5035223"/>
                </a:lnTo>
                <a:cubicBezTo>
                  <a:pt x="928159" y="5165540"/>
                  <a:pt x="1442002" y="5328549"/>
                  <a:pt x="1914531" y="5230326"/>
                </a:cubicBezTo>
                <a:cubicBezTo>
                  <a:pt x="2661296" y="5075562"/>
                  <a:pt x="3484553" y="4494525"/>
                  <a:pt x="4058481" y="4387082"/>
                </a:cubicBezTo>
                <a:cubicBezTo>
                  <a:pt x="4632409" y="4279639"/>
                  <a:pt x="4955148" y="4399407"/>
                  <a:pt x="5358098" y="4585668"/>
                </a:cubicBezTo>
                <a:cubicBezTo>
                  <a:pt x="5792682" y="4786996"/>
                  <a:pt x="6157123" y="5115694"/>
                  <a:pt x="6587579" y="5329349"/>
                </a:cubicBezTo>
                <a:cubicBezTo>
                  <a:pt x="6811918" y="5440284"/>
                  <a:pt x="7052792" y="5518285"/>
                  <a:pt x="7299921" y="5560671"/>
                </a:cubicBezTo>
                <a:lnTo>
                  <a:pt x="7417472" y="5575039"/>
                </a:lnTo>
                <a:lnTo>
                  <a:pt x="6824506" y="52426"/>
                </a:lnTo>
                <a:lnTo>
                  <a:pt x="6818431" y="53133"/>
                </a:lnTo>
                <a:lnTo>
                  <a:pt x="6812727" y="0"/>
                </a:lnTo>
                <a:lnTo>
                  <a:pt x="0" y="731486"/>
                </a:lnTo>
                <a:lnTo>
                  <a:pt x="12192" y="845031"/>
                </a:lnTo>
                <a:lnTo>
                  <a:pt x="12191" y="845031"/>
                </a:lnTo>
                <a:close/>
              </a:path>
            </a:pathLst>
          </a:custGeom>
          <a:solidFill>
            <a:srgbClr val="0F4061"/>
          </a:solidFill>
          <a:ln cap="flat" w="9525">
            <a:noFill/>
            <a:prstDash val="solid"/>
            <a:miter/>
          </a:ln>
        </p:spPr>
        <p:txBody>
          <a:bodyPr anchor="ctr" rtlCol="0" wrap="square">
            <a:noAutofit/>
          </a:bodyPr>
          <a:lstStyle/>
          <a:p>
            <a:endParaRPr lang="en-ID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100" name="稻壳儿：耗崽 18"/>
          <p:cNvGrpSpPr/>
          <p:nvPr/>
        </p:nvGrpSpPr>
        <p:grpSpPr>
          <a:xfrm>
            <a:off x="6373838" y="3135054"/>
            <a:ext cx="4227364" cy="951139"/>
            <a:chOff x="5421340" y="3586782"/>
            <a:chExt cx="4933132" cy="1109935"/>
          </a:xfrm>
        </p:grpSpPr>
        <p:sp>
          <p:nvSpPr>
            <p:cNvPr id="157" name="稻壳儿：耗崽 18-1"/>
            <p:cNvSpPr/>
            <p:nvPr/>
          </p:nvSpPr>
          <p:spPr>
            <a:xfrm rot="5400000">
              <a:off x="8015887" y="2022134"/>
              <a:ext cx="595709" cy="4081461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dirty="0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58" name="稻壳儿：耗崽 18-2"/>
            <p:cNvSpPr/>
            <p:nvPr/>
          </p:nvSpPr>
          <p:spPr>
            <a:xfrm>
              <a:off x="5421340" y="3586783"/>
              <a:ext cx="952163" cy="952164"/>
            </a:xfrm>
            <a:prstGeom prst="ellipse">
              <a:avLst/>
            </a:prstGeom>
            <a:solidFill>
              <a:srgbClr val="E3BC9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59" name="稻壳儿：耗崽 18-3"/>
            <p:cNvSpPr/>
            <p:nvPr/>
          </p:nvSpPr>
          <p:spPr>
            <a:xfrm>
              <a:off x="5512078" y="3586782"/>
              <a:ext cx="952163" cy="952164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60" name="稻壳儿：耗崽 18-4"/>
            <p:cNvSpPr txBox="1"/>
            <p:nvPr/>
          </p:nvSpPr>
          <p:spPr>
            <a:xfrm>
              <a:off x="6630194" y="3908976"/>
              <a:ext cx="3667119" cy="359161"/>
            </a:xfrm>
            <a:prstGeom prst="rect">
              <a:avLst/>
            </a:prstGeom>
            <a:noFill/>
          </p:spPr>
          <p:txBody>
            <a:bodyPr bIns="0" lIns="0" rIns="0" rtlCol="0" tIns="0" wrap="square">
              <a:spAutoFit/>
            </a:bodyPr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20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重点与难点</a:t>
              </a:r>
            </a:p>
          </p:txBody>
        </p:sp>
        <p:cxnSp>
          <p:nvCxnSpPr>
            <p:cNvPr id="161" name="稻壳儿：耗崽 18-5"/>
            <p:cNvCxnSpPr/>
            <p:nvPr/>
          </p:nvCxnSpPr>
          <p:spPr>
            <a:xfrm>
              <a:off x="5422903" y="4696717"/>
              <a:ext cx="4874412" cy="0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2" name="Group 128"/>
            <p:cNvGrpSpPr/>
            <p:nvPr/>
          </p:nvGrpSpPr>
          <p:grpSpPr>
            <a:xfrm>
              <a:off x="5815118" y="3889819"/>
              <a:ext cx="346076" cy="346075"/>
              <a:chOff x="3398838" y="1811338"/>
              <a:chExt cx="346076" cy="346075"/>
            </a:xfrm>
          </p:grpSpPr>
          <p:sp>
            <p:nvSpPr>
              <p:cNvPr id="163" name="稻壳儿：耗崽 18-6"/>
              <p:cNvSpPr>
                <a:spLocks noChangeArrowheads="1"/>
              </p:cNvSpPr>
              <p:nvPr/>
            </p:nvSpPr>
            <p:spPr bwMode="auto">
              <a:xfrm>
                <a:off x="3398838" y="1811338"/>
                <a:ext cx="346075" cy="346075"/>
              </a:xfrm>
              <a:prstGeom prst="ellipse">
                <a:avLst/>
              </a:pr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64" name="稻壳儿：耗崽 18-7"/>
              <p:cNvSpPr/>
              <p:nvPr/>
            </p:nvSpPr>
            <p:spPr bwMode="auto">
              <a:xfrm>
                <a:off x="3519488" y="1819276"/>
                <a:ext cx="7938" cy="33338"/>
              </a:xfrm>
              <a:custGeom>
                <a:avLst/>
                <a:gdLst>
                  <a:gd fmla="*/ 2 w 2" name="T0"/>
                  <a:gd fmla="*/ 9 h 9" name="T1"/>
                  <a:gd fmla="*/ 0 w 2" name="T2"/>
                  <a:gd fmla="*/ 0 h 9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9" w="2">
                    <a:moveTo>
                      <a:pt x="2" y="9"/>
                    </a:moveTo>
                    <a:cubicBezTo>
                      <a:pt x="1" y="6"/>
                      <a:pt x="0" y="3"/>
                      <a:pt x="0" y="0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65" name="稻壳儿：耗崽 18-8"/>
              <p:cNvSpPr/>
              <p:nvPr/>
            </p:nvSpPr>
            <p:spPr bwMode="auto">
              <a:xfrm>
                <a:off x="3552826" y="1905001"/>
                <a:ext cx="104775" cy="68263"/>
              </a:xfrm>
              <a:custGeom>
                <a:avLst/>
                <a:gdLst>
                  <a:gd fmla="*/ 28 w 28" name="T0"/>
                  <a:gd fmla="*/ 18 h 18" name="T1"/>
                  <a:gd fmla="*/ 0 w 28" name="T2"/>
                  <a:gd fmla="*/ 0 h 18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18" w="28">
                    <a:moveTo>
                      <a:pt x="28" y="18"/>
                    </a:moveTo>
                    <a:cubicBezTo>
                      <a:pt x="16" y="16"/>
                      <a:pt x="6" y="9"/>
                      <a:pt x="0" y="0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66" name="稻壳儿：耗崽 18-9"/>
              <p:cNvSpPr/>
              <p:nvPr/>
            </p:nvSpPr>
            <p:spPr bwMode="auto">
              <a:xfrm>
                <a:off x="3717926" y="1968501"/>
                <a:ext cx="26988" cy="4763"/>
              </a:xfrm>
              <a:custGeom>
                <a:avLst/>
                <a:gdLst>
                  <a:gd fmla="*/ 7 w 7" name="T0"/>
                  <a:gd fmla="*/ 0 h 1" name="T1"/>
                  <a:gd fmla="*/ 0 w 7" name="T2"/>
                  <a:gd fmla="*/ 1 h 1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1" w="7">
                    <a:moveTo>
                      <a:pt x="7" y="0"/>
                    </a:moveTo>
                    <a:cubicBezTo>
                      <a:pt x="5" y="1"/>
                      <a:pt x="2" y="1"/>
                      <a:pt x="0" y="1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67" name="稻壳儿：耗崽 18-10"/>
              <p:cNvSpPr/>
              <p:nvPr/>
            </p:nvSpPr>
            <p:spPr bwMode="auto">
              <a:xfrm>
                <a:off x="3530601" y="2078038"/>
                <a:ext cx="93663" cy="74613"/>
              </a:xfrm>
              <a:custGeom>
                <a:avLst/>
                <a:gdLst>
                  <a:gd fmla="*/ 25 w 25" name="T0"/>
                  <a:gd fmla="*/ 0 h 20" name="T1"/>
                  <a:gd fmla="*/ 0 w 25" name="T2"/>
                  <a:gd fmla="*/ 20 h 20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20" w="25">
                    <a:moveTo>
                      <a:pt x="25" y="0"/>
                    </a:moveTo>
                    <a:cubicBezTo>
                      <a:pt x="18" y="8"/>
                      <a:pt x="9" y="15"/>
                      <a:pt x="0" y="20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68" name="稻壳儿：耗崽 18-11"/>
              <p:cNvSpPr/>
              <p:nvPr/>
            </p:nvSpPr>
            <p:spPr bwMode="auto">
              <a:xfrm>
                <a:off x="3651251" y="2003426"/>
                <a:ext cx="22225" cy="36513"/>
              </a:xfrm>
              <a:custGeom>
                <a:avLst/>
                <a:gdLst>
                  <a:gd fmla="*/ 6 w 6" name="T0"/>
                  <a:gd fmla="*/ 0 h 10" name="T1"/>
                  <a:gd fmla="*/ 0 w 6" name="T2"/>
                  <a:gd fmla="*/ 10 h 10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10" w="6">
                    <a:moveTo>
                      <a:pt x="6" y="0"/>
                    </a:moveTo>
                    <a:cubicBezTo>
                      <a:pt x="4" y="3"/>
                      <a:pt x="2" y="7"/>
                      <a:pt x="0" y="10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69" name="稻壳儿：耗崽 18-12"/>
              <p:cNvSpPr/>
              <p:nvPr/>
            </p:nvSpPr>
            <p:spPr bwMode="auto">
              <a:xfrm>
                <a:off x="3695701" y="1882776"/>
                <a:ext cx="15875" cy="63500"/>
              </a:xfrm>
              <a:custGeom>
                <a:avLst/>
                <a:gdLst>
                  <a:gd fmla="*/ 4 w 4" name="T0"/>
                  <a:gd fmla="*/ 0 h 17" name="T1"/>
                  <a:gd fmla="*/ 0 w 4" name="T2"/>
                  <a:gd fmla="*/ 17 h 17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17" w="4">
                    <a:moveTo>
                      <a:pt x="4" y="0"/>
                    </a:moveTo>
                    <a:cubicBezTo>
                      <a:pt x="3" y="6"/>
                      <a:pt x="2" y="11"/>
                      <a:pt x="0" y="17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0" name="稻壳儿：耗崽 18-13"/>
              <p:cNvSpPr/>
              <p:nvPr/>
            </p:nvSpPr>
            <p:spPr bwMode="auto">
              <a:xfrm>
                <a:off x="3409951" y="2044701"/>
                <a:ext cx="38100" cy="6350"/>
              </a:xfrm>
              <a:custGeom>
                <a:avLst/>
                <a:gdLst>
                  <a:gd fmla="*/ 10 w 10" name="T0"/>
                  <a:gd fmla="*/ 2 h 2" name="T1"/>
                  <a:gd fmla="*/ 0 w 10" name="T2"/>
                  <a:gd fmla="*/ 0 h 2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2" w="10">
                    <a:moveTo>
                      <a:pt x="10" y="2"/>
                    </a:moveTo>
                    <a:cubicBezTo>
                      <a:pt x="7" y="2"/>
                      <a:pt x="3" y="1"/>
                      <a:pt x="0" y="0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1" name="稻壳儿：耗崽 18-14"/>
              <p:cNvSpPr/>
              <p:nvPr/>
            </p:nvSpPr>
            <p:spPr bwMode="auto">
              <a:xfrm>
                <a:off x="3478213" y="2058988"/>
                <a:ext cx="71438" cy="7938"/>
              </a:xfrm>
              <a:custGeom>
                <a:avLst/>
                <a:gdLst>
                  <a:gd fmla="*/ 19 w 19" name="T0"/>
                  <a:gd fmla="*/ 2 h 2" name="T1"/>
                  <a:gd fmla="*/ 0 w 19" name="T2"/>
                  <a:gd fmla="*/ 0 h 2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2" w="19">
                    <a:moveTo>
                      <a:pt x="19" y="2"/>
                    </a:moveTo>
                    <a:cubicBezTo>
                      <a:pt x="12" y="2"/>
                      <a:pt x="6" y="1"/>
                      <a:pt x="0" y="0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2" name="稻壳儿：耗崽 18-15"/>
              <p:cNvSpPr/>
              <p:nvPr/>
            </p:nvSpPr>
            <p:spPr bwMode="auto">
              <a:xfrm>
                <a:off x="3594101" y="2066926"/>
                <a:ext cx="22225" cy="0"/>
              </a:xfrm>
              <a:custGeom>
                <a:avLst/>
                <a:gdLst>
                  <a:gd fmla="*/ 6 w 6" name="T0"/>
                  <a:gd fmla="*/ 0 w 6" name="T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b="b" l="0" r="r" t="0"/>
                <a:pathLst>
                  <a:path w="6">
                    <a:moveTo>
                      <a:pt x="6" y="0"/>
                    </a:move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3" name="稻壳儿：耗崽 18-16"/>
              <p:cNvSpPr/>
              <p:nvPr/>
            </p:nvSpPr>
            <p:spPr bwMode="auto">
              <a:xfrm>
                <a:off x="3662363" y="2047876"/>
                <a:ext cx="66675" cy="15875"/>
              </a:xfrm>
              <a:custGeom>
                <a:avLst/>
                <a:gdLst>
                  <a:gd fmla="*/ 18 w 18" name="T0"/>
                  <a:gd fmla="*/ 0 h 4" name="T1"/>
                  <a:gd fmla="*/ 0 w 18" name="T2"/>
                  <a:gd fmla="*/ 4 h 4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4" w="18">
                    <a:moveTo>
                      <a:pt x="18" y="0"/>
                    </a:moveTo>
                    <a:cubicBezTo>
                      <a:pt x="12" y="1"/>
                      <a:pt x="6" y="3"/>
                      <a:pt x="0" y="4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4" name="稻壳儿：耗崽 18-17"/>
              <p:cNvSpPr/>
              <p:nvPr/>
            </p:nvSpPr>
            <p:spPr bwMode="auto">
              <a:xfrm>
                <a:off x="3455988" y="1855788"/>
                <a:ext cx="52388" cy="19050"/>
              </a:xfrm>
              <a:custGeom>
                <a:avLst/>
                <a:gdLst>
                  <a:gd fmla="*/ 14 w 14" name="T0"/>
                  <a:gd fmla="*/ 5 h 5" name="T1"/>
                  <a:gd fmla="*/ 12 w 14" name="T2"/>
                  <a:gd fmla="*/ 5 h 5" name="T3"/>
                  <a:gd fmla="*/ 0 w 14" name="T4"/>
                  <a:gd fmla="*/ 0 h 5" name="T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b="b" l="0" r="r" t="0"/>
                <a:pathLst>
                  <a:path h="5" w="14">
                    <a:moveTo>
                      <a:pt x="14" y="5"/>
                    </a:moveTo>
                    <a:cubicBezTo>
                      <a:pt x="13" y="5"/>
                      <a:pt x="13" y="5"/>
                      <a:pt x="12" y="5"/>
                    </a:cubicBezTo>
                    <a:cubicBezTo>
                      <a:pt x="8" y="4"/>
                      <a:pt x="4" y="2"/>
                      <a:pt x="0" y="0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5" name="稻壳儿：耗崽 18-18"/>
              <p:cNvSpPr/>
              <p:nvPr/>
            </p:nvSpPr>
            <p:spPr bwMode="auto">
              <a:xfrm>
                <a:off x="3568701" y="1836738"/>
                <a:ext cx="93663" cy="41275"/>
              </a:xfrm>
              <a:custGeom>
                <a:avLst/>
                <a:gdLst>
                  <a:gd fmla="*/ 25 w 25" name="T0"/>
                  <a:gd fmla="*/ 0 h 11" name="T1"/>
                  <a:gd fmla="*/ 0 w 25" name="T2"/>
                  <a:gd fmla="*/ 11 h 11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11" w="25">
                    <a:moveTo>
                      <a:pt x="25" y="0"/>
                    </a:moveTo>
                    <a:cubicBezTo>
                      <a:pt x="18" y="6"/>
                      <a:pt x="9" y="10"/>
                      <a:pt x="0" y="11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6" name="稻壳儿：耗崽 18-19"/>
              <p:cNvSpPr/>
              <p:nvPr/>
            </p:nvSpPr>
            <p:spPr bwMode="auto">
              <a:xfrm>
                <a:off x="3582988" y="2085976"/>
                <a:ext cx="38100" cy="63500"/>
              </a:xfrm>
              <a:custGeom>
                <a:avLst/>
                <a:gdLst>
                  <a:gd fmla="*/ 0 w 10" name="T0"/>
                  <a:gd fmla="*/ 0 h 17" name="T1"/>
                  <a:gd fmla="*/ 10 w 10" name="T2"/>
                  <a:gd fmla="*/ 17 h 17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17" w="10">
                    <a:moveTo>
                      <a:pt x="0" y="0"/>
                    </a:moveTo>
                    <a:cubicBezTo>
                      <a:pt x="4" y="5"/>
                      <a:pt x="8" y="11"/>
                      <a:pt x="10" y="17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7" name="稻壳儿：耗崽 18-20"/>
              <p:cNvSpPr/>
              <p:nvPr/>
            </p:nvSpPr>
            <p:spPr bwMode="auto">
              <a:xfrm>
                <a:off x="3503613" y="2003426"/>
                <a:ext cx="53975" cy="44450"/>
              </a:xfrm>
              <a:custGeom>
                <a:avLst/>
                <a:gdLst>
                  <a:gd fmla="*/ 0 w 14" name="T0"/>
                  <a:gd fmla="*/ 0 h 12" name="T1"/>
                  <a:gd fmla="*/ 14 w 14" name="T2"/>
                  <a:gd fmla="*/ 12 h 12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12" w="14">
                    <a:moveTo>
                      <a:pt x="0" y="0"/>
                    </a:moveTo>
                    <a:cubicBezTo>
                      <a:pt x="5" y="3"/>
                      <a:pt x="10" y="8"/>
                      <a:pt x="14" y="12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8" name="稻壳儿：耗崽 18-21"/>
              <p:cNvSpPr/>
              <p:nvPr/>
            </p:nvSpPr>
            <p:spPr bwMode="auto">
              <a:xfrm>
                <a:off x="3398838" y="1965326"/>
                <a:ext cx="49213" cy="14288"/>
              </a:xfrm>
              <a:custGeom>
                <a:avLst/>
                <a:gdLst>
                  <a:gd fmla="*/ 0 w 13" name="T0"/>
                  <a:gd fmla="*/ 0 h 4" name="T1"/>
                  <a:gd fmla="*/ 13 w 13" name="T2"/>
                  <a:gd fmla="*/ 4 h 4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4" w="13">
                    <a:moveTo>
                      <a:pt x="0" y="0"/>
                    </a:moveTo>
                    <a:cubicBezTo>
                      <a:pt x="5" y="1"/>
                      <a:pt x="9" y="2"/>
                      <a:pt x="13" y="4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79" name="稻壳儿：耗崽 18-22"/>
              <p:cNvSpPr/>
              <p:nvPr/>
            </p:nvSpPr>
            <p:spPr bwMode="auto">
              <a:xfrm>
                <a:off x="3440113" y="2074863"/>
                <a:ext cx="15875" cy="22225"/>
              </a:xfrm>
              <a:custGeom>
                <a:avLst/>
                <a:gdLst>
                  <a:gd fmla="*/ 4 w 4" name="T0"/>
                  <a:gd fmla="*/ 0 h 6" name="T1"/>
                  <a:gd fmla="*/ 0 w 4" name="T2"/>
                  <a:gd fmla="*/ 6 h 6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6" w="4">
                    <a:moveTo>
                      <a:pt x="4" y="0"/>
                    </a:moveTo>
                    <a:cubicBezTo>
                      <a:pt x="3" y="2"/>
                      <a:pt x="2" y="4"/>
                      <a:pt x="0" y="6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80" name="稻壳儿：耗崽 18-23"/>
              <p:cNvSpPr/>
              <p:nvPr/>
            </p:nvSpPr>
            <p:spPr bwMode="auto">
              <a:xfrm>
                <a:off x="3467101" y="2022476"/>
                <a:ext cx="6350" cy="22225"/>
              </a:xfrm>
              <a:custGeom>
                <a:avLst/>
                <a:gdLst>
                  <a:gd fmla="*/ 2 w 2" name="T0"/>
                  <a:gd fmla="*/ 0 h 6" name="T1"/>
                  <a:gd fmla="*/ 0 w 2" name="T2"/>
                  <a:gd fmla="*/ 6 h 6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6" w="2">
                    <a:moveTo>
                      <a:pt x="2" y="0"/>
                    </a:moveTo>
                    <a:cubicBezTo>
                      <a:pt x="2" y="2"/>
                      <a:pt x="1" y="4"/>
                      <a:pt x="0" y="6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81" name="稻壳儿：耗崽 18-24"/>
              <p:cNvSpPr/>
              <p:nvPr/>
            </p:nvSpPr>
            <p:spPr bwMode="auto">
              <a:xfrm>
                <a:off x="3436938" y="1874838"/>
                <a:ext cx="36513" cy="87313"/>
              </a:xfrm>
              <a:custGeom>
                <a:avLst/>
                <a:gdLst>
                  <a:gd fmla="*/ 0 w 10" name="T0"/>
                  <a:gd fmla="*/ 0 h 23" name="T1"/>
                  <a:gd fmla="*/ 10 w 10" name="T2"/>
                  <a:gd fmla="*/ 23 h 23" name="T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b="b" l="0" r="r" t="0"/>
                <a:pathLst>
                  <a:path h="23" w="10">
                    <a:moveTo>
                      <a:pt x="0" y="0"/>
                    </a:moveTo>
                    <a:cubicBezTo>
                      <a:pt x="5" y="7"/>
                      <a:pt x="9" y="14"/>
                      <a:pt x="10" y="23"/>
                    </a:cubicBezTo>
                  </a:path>
                </a:pathLst>
              </a:cu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82" name="稻壳儿：耗崽 18-25"/>
              <p:cNvSpPr>
                <a:spLocks noChangeArrowheads="1"/>
              </p:cNvSpPr>
              <p:nvPr/>
            </p:nvSpPr>
            <p:spPr bwMode="auto">
              <a:xfrm>
                <a:off x="3508376" y="1852613"/>
                <a:ext cx="60325" cy="60325"/>
              </a:xfrm>
              <a:prstGeom prst="ellipse">
                <a:avLst/>
              </a:pr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83" name="稻壳儿：耗崽 18-26"/>
              <p:cNvSpPr>
                <a:spLocks noChangeArrowheads="1"/>
              </p:cNvSpPr>
              <p:nvPr/>
            </p:nvSpPr>
            <p:spPr bwMode="auto">
              <a:xfrm>
                <a:off x="3448051" y="1962151"/>
                <a:ext cx="60325" cy="60325"/>
              </a:xfrm>
              <a:prstGeom prst="ellipse">
                <a:avLst/>
              </a:pr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84" name="稻壳儿：耗崽 18-27"/>
              <p:cNvSpPr>
                <a:spLocks noChangeArrowheads="1"/>
              </p:cNvSpPr>
              <p:nvPr/>
            </p:nvSpPr>
            <p:spPr bwMode="auto">
              <a:xfrm>
                <a:off x="3448051" y="2044701"/>
                <a:ext cx="30163" cy="30163"/>
              </a:xfrm>
              <a:prstGeom prst="ellipse">
                <a:avLst/>
              </a:pr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85" name="稻壳儿：耗崽 18-28"/>
              <p:cNvSpPr>
                <a:spLocks noChangeArrowheads="1"/>
              </p:cNvSpPr>
              <p:nvPr/>
            </p:nvSpPr>
            <p:spPr bwMode="auto">
              <a:xfrm>
                <a:off x="3549651" y="2044701"/>
                <a:ext cx="44450" cy="44450"/>
              </a:xfrm>
              <a:prstGeom prst="ellipse">
                <a:avLst/>
              </a:pr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86" name="稻壳儿：耗崽 18-29"/>
              <p:cNvSpPr>
                <a:spLocks noChangeArrowheads="1"/>
              </p:cNvSpPr>
              <p:nvPr/>
            </p:nvSpPr>
            <p:spPr bwMode="auto">
              <a:xfrm>
                <a:off x="3616326" y="2036763"/>
                <a:ext cx="46038" cy="44450"/>
              </a:xfrm>
              <a:prstGeom prst="ellipse">
                <a:avLst/>
              </a:pr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187" name="稻壳儿：耗崽 18-30"/>
              <p:cNvSpPr>
                <a:spLocks noChangeArrowheads="1"/>
              </p:cNvSpPr>
              <p:nvPr/>
            </p:nvSpPr>
            <p:spPr bwMode="auto">
              <a:xfrm>
                <a:off x="3657601" y="1946276"/>
                <a:ext cx="60325" cy="60325"/>
              </a:xfrm>
              <a:prstGeom prst="ellipse">
                <a:avLst/>
              </a:prstGeom>
              <a:noFill/>
              <a:ln cap="flat" w="14288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t" anchorCtr="0" bIns="45720" compatLnSpc="1" lIns="91440" numCol="1" rIns="91440" tIns="45720" vert="horz" wrap="square"/>
              <a:lstStyle>
                <a:defPPr>
                  <a:defRPr lang="id-ID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id-ID" noProof="0" normalizeH="0" spc="0" strike="noStrike" sz="1800" u="none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</p:grpSp>
      </p:grpSp>
      <p:sp>
        <p:nvSpPr>
          <p:cNvPr id="191" name="稻壳儿：耗崽 19"/>
          <p:cNvSpPr txBox="1"/>
          <p:nvPr/>
        </p:nvSpPr>
        <p:spPr>
          <a:xfrm>
            <a:off x="772541" y="3493553"/>
            <a:ext cx="2525092" cy="12243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altLang="en-US" b="1" dirty="0" lang="zh-CN" sz="4000">
                <a:solidFill>
                  <a:schemeClr val="bg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选择排序</a:t>
            </a:r>
            <a:endParaRPr altLang="zh-CN" b="1" dirty="0" lang="en-US" sz="4000">
              <a:solidFill>
                <a:schemeClr val="bg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  <a:p>
            <a:pPr algn="dist">
              <a:lnSpc>
                <a:spcPct val="130000"/>
              </a:lnSpc>
            </a:pPr>
            <a:r>
              <a:rPr altLang="zh-CN" dirty="0" lang="en-US">
                <a:solidFill>
                  <a:schemeClr val="bg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CONTENTS</a:t>
            </a:r>
            <a:endParaRPr altLang="en-US" dirty="0" lang="zh-CN">
              <a:solidFill>
                <a:schemeClr val="bg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56" name="稻壳儿：耗崽 21"/>
          <p:cNvGrpSpPr/>
          <p:nvPr/>
        </p:nvGrpSpPr>
        <p:grpSpPr>
          <a:xfrm>
            <a:off x="623887" y="6305549"/>
            <a:ext cx="362272" cy="73025"/>
            <a:chOff x="7340600" y="4686300"/>
            <a:chExt cx="504030" cy="101600"/>
          </a:xfrm>
          <a:solidFill>
            <a:schemeClr val="bg1"/>
          </a:solidFill>
        </p:grpSpPr>
        <p:sp>
          <p:nvSpPr>
            <p:cNvPr id="53" name="稻壳儿：耗崽 21-1"/>
            <p:cNvSpPr/>
            <p:nvPr/>
          </p:nvSpPr>
          <p:spPr>
            <a:xfrm>
              <a:off x="734060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4" name="稻壳儿：耗崽 21-2"/>
            <p:cNvSpPr/>
            <p:nvPr/>
          </p:nvSpPr>
          <p:spPr>
            <a:xfrm>
              <a:off x="7541815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5" name="稻壳儿：耗崽 21-3"/>
            <p:cNvSpPr/>
            <p:nvPr/>
          </p:nvSpPr>
          <p:spPr>
            <a:xfrm>
              <a:off x="774303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11" name="稻壳儿：耗崽 22"/>
          <p:cNvSpPr/>
          <p:nvPr/>
        </p:nvSpPr>
        <p:spPr>
          <a:xfrm>
            <a:off x="0" y="0"/>
            <a:ext cx="1526221" cy="1323036"/>
          </a:xfrm>
          <a:custGeom>
            <a:avLst/>
            <a:gdLst>
              <a:gd fmla="*/ 0 w 868108" name="connsiteX0"/>
              <a:gd fmla="*/ 752189 h 752537" name="connsiteY0"/>
              <a:gd fmla="*/ 406527 w 868108" name="connsiteX1"/>
              <a:gd fmla="*/ 448437 h 752537" name="connsiteY1"/>
              <a:gd fmla="*/ 868109 w 868108" name="connsiteX2"/>
              <a:gd fmla="*/ 0 h 752537" name="connsiteY2"/>
              <a:gd fmla="*/ 0 w 868108" name="connsiteX3"/>
              <a:gd fmla="*/ 0 h 752537" name="connsiteY3"/>
              <a:gd fmla="*/ 0 w 868108" name="connsiteX4"/>
              <a:gd fmla="*/ 752189 h 752537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752537" w="868108">
                <a:moveTo>
                  <a:pt x="0" y="752189"/>
                </a:moveTo>
                <a:cubicBezTo>
                  <a:pt x="0" y="752189"/>
                  <a:pt x="383572" y="775145"/>
                  <a:pt x="406527" y="448437"/>
                </a:cubicBezTo>
                <a:cubicBezTo>
                  <a:pt x="425672" y="176784"/>
                  <a:pt x="709517" y="265367"/>
                  <a:pt x="868109" y="0"/>
                </a:cubicBezTo>
                <a:lnTo>
                  <a:pt x="0" y="0"/>
                </a:lnTo>
                <a:lnTo>
                  <a:pt x="0" y="752189"/>
                </a:lnTo>
                <a:close/>
              </a:path>
            </a:pathLst>
          </a:custGeom>
          <a:noFill/>
          <a:ln cap="flat" w="9525">
            <a:solidFill>
              <a:srgbClr val="FFFAE1">
                <a:alpha val="10000"/>
              </a:srgbClr>
            </a:solidFill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13" name="稻壳儿：耗崽 23"/>
          <p:cNvSpPr/>
          <p:nvPr/>
        </p:nvSpPr>
        <p:spPr>
          <a:xfrm rot="16737609">
            <a:off x="4782630" y="6350120"/>
            <a:ext cx="711700" cy="370442"/>
          </a:xfrm>
          <a:custGeom>
            <a:avLst/>
            <a:gdLst>
              <a:gd fmla="*/ 6744847 w 7712405" name="connsiteX0"/>
              <a:gd fmla="*/ 0 h 6271215" name="connsiteY0"/>
              <a:gd fmla="*/ 7712405 w 7712405" name="connsiteX1"/>
              <a:gd fmla="*/ 6136543 h 6271215" name="connsiteY1"/>
              <a:gd fmla="*/ 7646480 w 7712405" name="connsiteX2"/>
              <a:gd fmla="*/ 6142545 h 6271215" name="connsiteY2"/>
              <a:gd fmla="*/ 6293296 w 7712405" name="connsiteX3"/>
              <a:gd fmla="*/ 5866447 h 6271215" name="connsiteY3"/>
              <a:gd fmla="*/ 5009066 w 7712405" name="connsiteX4"/>
              <a:gd fmla="*/ 5089650 h 6271215" name="connsiteY4"/>
              <a:gd fmla="*/ 3657432 w 7712405" name="connsiteX5"/>
              <a:gd fmla="*/ 4439878 h 6271215" name="connsiteY5"/>
              <a:gd fmla="*/ 1810893 w 7712405" name="connsiteX6"/>
              <a:gd fmla="*/ 6236714 h 6271215" name="connsiteY6"/>
              <a:gd fmla="*/ 767784 w 7712405" name="connsiteX7"/>
              <a:gd fmla="*/ 5909564 h 6271215" name="connsiteY7"/>
              <a:gd fmla="*/ 729985 w 7712405" name="connsiteX8"/>
              <a:gd fmla="*/ 5884768 h 6271215" name="connsiteY8"/>
              <a:gd fmla="*/ 0 w 7712405" name="connsiteX9"/>
              <a:gd fmla="*/ 1254984 h 6271215" name="connsiteY9"/>
              <a:gd fmla="*/ 6380807 w 7712405" name="connsiteX10"/>
              <a:gd fmla="*/ 57399 h 6271215" name="connsiteY10"/>
              <a:gd fmla="*/ 6744847 w 7712405" name="connsiteX0-1"/>
              <a:gd fmla="*/ 0 h 6385429" name="connsiteY0-2"/>
              <a:gd fmla="*/ 7712405 w 7712405" name="connsiteX1-3"/>
              <a:gd fmla="*/ 6136543 h 6385429" name="connsiteY1-4"/>
              <a:gd fmla="*/ 7646480 w 7712405" name="connsiteX2-5"/>
              <a:gd fmla="*/ 6142545 h 6385429" name="connsiteY2-6"/>
              <a:gd fmla="*/ 6293296 w 7712405" name="connsiteX3-7"/>
              <a:gd fmla="*/ 5866447 h 6385429" name="connsiteY3-8"/>
              <a:gd fmla="*/ 5009066 w 7712405" name="connsiteX4-9"/>
              <a:gd fmla="*/ 5089650 h 6385429" name="connsiteY4-10"/>
              <a:gd fmla="*/ 3657432 w 7712405" name="connsiteX5-11"/>
              <a:gd fmla="*/ 4439878 h 6385429" name="connsiteY5-12"/>
              <a:gd fmla="*/ 1810893 w 7712405" name="connsiteX6-13"/>
              <a:gd fmla="*/ 6236714 h 6385429" name="connsiteY6-14"/>
              <a:gd fmla="*/ 1422994 w 7712405" name="connsiteX7-15"/>
              <a:gd fmla="*/ 6243692 h 6385429" name="connsiteY7-16"/>
              <a:gd fmla="*/ 767784 w 7712405" name="connsiteX8-17"/>
              <a:gd fmla="*/ 5909564 h 6385429" name="connsiteY8-18"/>
              <a:gd fmla="*/ 729985 w 7712405" name="connsiteX9-19"/>
              <a:gd fmla="*/ 5884768 h 6385429" name="connsiteY9-20"/>
              <a:gd fmla="*/ 0 w 7712405" name="connsiteX10-21"/>
              <a:gd fmla="*/ 1254984 h 6385429" name="connsiteY10-22"/>
              <a:gd fmla="*/ 6380807 w 7712405" name="connsiteX11"/>
              <a:gd fmla="*/ 57399 h 6385429" name="connsiteY11"/>
              <a:gd fmla="*/ 6744847 w 7712405" name="connsiteX12"/>
              <a:gd fmla="*/ 0 h 6385429" name="connsiteY12"/>
              <a:gd fmla="*/ 1810893 w 7712405" name="connsiteX0-23"/>
              <a:gd fmla="*/ 6236714 h 6385429" name="connsiteY0-24"/>
              <a:gd fmla="*/ 1422994 w 7712405" name="connsiteX1-25"/>
              <a:gd fmla="*/ 6243692 h 6385429" name="connsiteY1-26"/>
              <a:gd fmla="*/ 767784 w 7712405" name="connsiteX2-27"/>
              <a:gd fmla="*/ 5909564 h 6385429" name="connsiteY2-28"/>
              <a:gd fmla="*/ 729985 w 7712405" name="connsiteX3-29"/>
              <a:gd fmla="*/ 5884768 h 6385429" name="connsiteY3-30"/>
              <a:gd fmla="*/ 0 w 7712405" name="connsiteX4-31"/>
              <a:gd fmla="*/ 1254984 h 6385429" name="connsiteY4-32"/>
              <a:gd fmla="*/ 6380807 w 7712405" name="connsiteX5-33"/>
              <a:gd fmla="*/ 57399 h 6385429" name="connsiteY5-34"/>
              <a:gd fmla="*/ 6744847 w 7712405" name="connsiteX6-35"/>
              <a:gd fmla="*/ 0 h 6385429" name="connsiteY6-36"/>
              <a:gd fmla="*/ 7712405 w 7712405" name="connsiteX7-37"/>
              <a:gd fmla="*/ 6136543 h 6385429" name="connsiteY7-38"/>
              <a:gd fmla="*/ 7646480 w 7712405" name="connsiteX8-39"/>
              <a:gd fmla="*/ 6142545 h 6385429" name="connsiteY8-40"/>
              <a:gd fmla="*/ 6293296 w 7712405" name="connsiteX9-41"/>
              <a:gd fmla="*/ 5866447 h 6385429" name="connsiteY9-42"/>
              <a:gd fmla="*/ 5009066 w 7712405" name="connsiteX10-43"/>
              <a:gd fmla="*/ 5089650 h 6385429" name="connsiteY10-44"/>
              <a:gd fmla="*/ 3657432 w 7712405" name="connsiteX11-45"/>
              <a:gd fmla="*/ 4439878 h 6385429" name="connsiteY11-46"/>
              <a:gd fmla="*/ 1902333 w 7712405" name="connsiteX12-47"/>
              <a:gd fmla="*/ 6328154 h 6385429" name="connsiteY12-48"/>
              <a:gd fmla="*/ 1810893 w 7712405" name="connsiteX0-49"/>
              <a:gd fmla="*/ 6236714 h 6385429" name="connsiteY0-50"/>
              <a:gd fmla="*/ 1422994 w 7712405" name="connsiteX1-51"/>
              <a:gd fmla="*/ 6243692 h 6385429" name="connsiteY1-52"/>
              <a:gd fmla="*/ 767784 w 7712405" name="connsiteX2-53"/>
              <a:gd fmla="*/ 5909564 h 6385429" name="connsiteY2-54"/>
              <a:gd fmla="*/ 729985 w 7712405" name="connsiteX3-55"/>
              <a:gd fmla="*/ 5884768 h 6385429" name="connsiteY3-56"/>
              <a:gd fmla="*/ 0 w 7712405" name="connsiteX4-57"/>
              <a:gd fmla="*/ 1254984 h 6385429" name="connsiteY4-58"/>
              <a:gd fmla="*/ 6380807 w 7712405" name="connsiteX5-59"/>
              <a:gd fmla="*/ 57399 h 6385429" name="connsiteY5-60"/>
              <a:gd fmla="*/ 6744847 w 7712405" name="connsiteX6-61"/>
              <a:gd fmla="*/ 0 h 6385429" name="connsiteY6-62"/>
              <a:gd fmla="*/ 7712405 w 7712405" name="connsiteX7-63"/>
              <a:gd fmla="*/ 6136543 h 6385429" name="connsiteY7-64"/>
              <a:gd fmla="*/ 7646480 w 7712405" name="connsiteX8-65"/>
              <a:gd fmla="*/ 6142545 h 6385429" name="connsiteY8-66"/>
              <a:gd fmla="*/ 6293296 w 7712405" name="connsiteX9-67"/>
              <a:gd fmla="*/ 5866447 h 6385429" name="connsiteY9-68"/>
              <a:gd fmla="*/ 5009066 w 7712405" name="connsiteX10-69"/>
              <a:gd fmla="*/ 5089650 h 6385429" name="connsiteY10-70"/>
              <a:gd fmla="*/ 3657432 w 7712405" name="connsiteX11-71"/>
              <a:gd fmla="*/ 4439878 h 6385429" name="connsiteY11-72"/>
              <a:gd fmla="*/ 1422994 w 7712405" name="connsiteX0-73"/>
              <a:gd fmla="*/ 6243692 h 6243692" name="connsiteY0-74"/>
              <a:gd fmla="*/ 767784 w 7712405" name="connsiteX1-75"/>
              <a:gd fmla="*/ 5909564 h 6243692" name="connsiteY1-76"/>
              <a:gd fmla="*/ 729985 w 7712405" name="connsiteX2-77"/>
              <a:gd fmla="*/ 5884768 h 6243692" name="connsiteY2-78"/>
              <a:gd fmla="*/ 0 w 7712405" name="connsiteX3-79"/>
              <a:gd fmla="*/ 1254984 h 6243692" name="connsiteY3-80"/>
              <a:gd fmla="*/ 6380807 w 7712405" name="connsiteX4-81"/>
              <a:gd fmla="*/ 57399 h 6243692" name="connsiteY4-82"/>
              <a:gd fmla="*/ 6744847 w 7712405" name="connsiteX5-83"/>
              <a:gd fmla="*/ 0 h 6243692" name="connsiteY5-84"/>
              <a:gd fmla="*/ 7712405 w 7712405" name="connsiteX6-85"/>
              <a:gd fmla="*/ 6136543 h 6243692" name="connsiteY6-86"/>
              <a:gd fmla="*/ 7646480 w 7712405" name="connsiteX7-87"/>
              <a:gd fmla="*/ 6142545 h 6243692" name="connsiteY7-88"/>
              <a:gd fmla="*/ 6293296 w 7712405" name="connsiteX8-89"/>
              <a:gd fmla="*/ 5866447 h 6243692" name="connsiteY8-90"/>
              <a:gd fmla="*/ 5009066 w 7712405" name="connsiteX9-91"/>
              <a:gd fmla="*/ 5089650 h 6243692" name="connsiteY9-92"/>
              <a:gd fmla="*/ 3657432 w 7712405" name="connsiteX10-93"/>
              <a:gd fmla="*/ 4439878 h 6243692" name="connsiteY10-94"/>
              <a:gd fmla="*/ 693009 w 6982420" name="connsiteX0-95"/>
              <a:gd fmla="*/ 6243692 h 6243692" name="connsiteY0-96"/>
              <a:gd fmla="*/ 37799 w 6982420" name="connsiteX1-97"/>
              <a:gd fmla="*/ 5909564 h 6243692" name="connsiteY1-98"/>
              <a:gd fmla="*/ 0 w 6982420" name="connsiteX2-99"/>
              <a:gd fmla="*/ 5884768 h 6243692" name="connsiteY2-100"/>
              <a:gd fmla="*/ 5650822 w 6982420" name="connsiteX3-101"/>
              <a:gd fmla="*/ 57399 h 6243692" name="connsiteY3-102"/>
              <a:gd fmla="*/ 6014862 w 6982420" name="connsiteX4-103"/>
              <a:gd fmla="*/ 0 h 6243692" name="connsiteY4-104"/>
              <a:gd fmla="*/ 6982420 w 6982420" name="connsiteX5-105"/>
              <a:gd fmla="*/ 6136543 h 6243692" name="connsiteY5-106"/>
              <a:gd fmla="*/ 6916495 w 6982420" name="connsiteX6-107"/>
              <a:gd fmla="*/ 6142545 h 6243692" name="connsiteY6-108"/>
              <a:gd fmla="*/ 5563311 w 6982420" name="connsiteX7-109"/>
              <a:gd fmla="*/ 5866447 h 6243692" name="connsiteY7-110"/>
              <a:gd fmla="*/ 4279081 w 6982420" name="connsiteX8-111"/>
              <a:gd fmla="*/ 5089650 h 6243692" name="connsiteY8-112"/>
              <a:gd fmla="*/ 2927447 w 6982420" name="connsiteX9-113"/>
              <a:gd fmla="*/ 4439878 h 6243692" name="connsiteY9-114"/>
              <a:gd fmla="*/ 693009 w 6982420" name="connsiteX0-115"/>
              <a:gd fmla="*/ 6243692 h 6243692" name="connsiteY0-116"/>
              <a:gd fmla="*/ 37799 w 6982420" name="connsiteX1-117"/>
              <a:gd fmla="*/ 5909564 h 6243692" name="connsiteY1-118"/>
              <a:gd fmla="*/ 0 w 6982420" name="connsiteX2-119"/>
              <a:gd fmla="*/ 5884768 h 6243692" name="connsiteY2-120"/>
              <a:gd fmla="*/ 6014862 w 6982420" name="connsiteX3-121"/>
              <a:gd fmla="*/ 0 h 6243692" name="connsiteY3-122"/>
              <a:gd fmla="*/ 6982420 w 6982420" name="connsiteX4-123"/>
              <a:gd fmla="*/ 6136543 h 6243692" name="connsiteY4-124"/>
              <a:gd fmla="*/ 6916495 w 6982420" name="connsiteX5-125"/>
              <a:gd fmla="*/ 6142545 h 6243692" name="connsiteY5-126"/>
              <a:gd fmla="*/ 5563311 w 6982420" name="connsiteX6-127"/>
              <a:gd fmla="*/ 5866447 h 6243692" name="connsiteY6-128"/>
              <a:gd fmla="*/ 4279081 w 6982420" name="connsiteX7-129"/>
              <a:gd fmla="*/ 5089650 h 6243692" name="connsiteY7-130"/>
              <a:gd fmla="*/ 2927447 w 6982420" name="connsiteX8-131"/>
              <a:gd fmla="*/ 4439878 h 6243692" name="connsiteY8-132"/>
              <a:gd fmla="*/ 693009 w 6982420" name="connsiteX0-133"/>
              <a:gd fmla="*/ 1840668 h 1840668" name="connsiteY0-134"/>
              <a:gd fmla="*/ 37799 w 6982420" name="connsiteX1-135"/>
              <a:gd fmla="*/ 1506540 h 1840668" name="connsiteY1-136"/>
              <a:gd fmla="*/ 0 w 6982420" name="connsiteX2-137"/>
              <a:gd fmla="*/ 1481744 h 1840668" name="connsiteY2-138"/>
              <a:gd fmla="*/ 6982420 w 6982420" name="connsiteX3-139"/>
              <a:gd fmla="*/ 1733519 h 1840668" name="connsiteY3-140"/>
              <a:gd fmla="*/ 6916495 w 6982420" name="connsiteX4-141"/>
              <a:gd fmla="*/ 1739521 h 1840668" name="connsiteY4-142"/>
              <a:gd fmla="*/ 5563311 w 6982420" name="connsiteX5-143"/>
              <a:gd fmla="*/ 1463423 h 1840668" name="connsiteY5-144"/>
              <a:gd fmla="*/ 4279081 w 6982420" name="connsiteX6-145"/>
              <a:gd fmla="*/ 686626 h 1840668" name="connsiteY6-146"/>
              <a:gd fmla="*/ 2927447 w 6982420" name="connsiteX7-147"/>
              <a:gd fmla="*/ 36854 h 1840668" name="connsiteY7-148"/>
              <a:gd fmla="*/ 693009 w 6982420" name="connsiteX0-149"/>
              <a:gd fmla="*/ 1840668 h 1840668" name="connsiteY0-150"/>
              <a:gd fmla="*/ 37799 w 6982420" name="connsiteX1-151"/>
              <a:gd fmla="*/ 1506540 h 1840668" name="connsiteY1-152"/>
              <a:gd fmla="*/ 0 w 6982420" name="connsiteX2-153"/>
              <a:gd fmla="*/ 1481744 h 1840668" name="connsiteY2-154"/>
              <a:gd fmla="*/ 6982420 w 6982420" name="connsiteX3-155"/>
              <a:gd fmla="*/ 1733519 h 1840668" name="connsiteY3-156"/>
              <a:gd fmla="*/ 6916495 w 6982420" name="connsiteX4-157"/>
              <a:gd fmla="*/ 1739521 h 1840668" name="connsiteY4-158"/>
              <a:gd fmla="*/ 5563311 w 6982420" name="connsiteX5-159"/>
              <a:gd fmla="*/ 1463423 h 1840668" name="connsiteY5-160"/>
              <a:gd fmla="*/ 4279081 w 6982420" name="connsiteX6-161"/>
              <a:gd fmla="*/ 686626 h 1840668" name="connsiteY6-162"/>
              <a:gd fmla="*/ 2927447 w 6982420" name="connsiteX7-163"/>
              <a:gd fmla="*/ 36854 h 1840668" name="connsiteY7-164"/>
              <a:gd fmla="*/ 693009 w 6982420" name="connsiteX8-165"/>
              <a:gd fmla="*/ 1840668 h 1840668" name="connsiteY8-166"/>
              <a:gd fmla="*/ 693009 w 6982420" name="connsiteX0-167"/>
              <a:gd fmla="*/ 1840668 h 1840668" name="connsiteY0-168"/>
              <a:gd fmla="*/ 37799 w 6982420" name="connsiteX1-169"/>
              <a:gd fmla="*/ 1506540 h 1840668" name="connsiteY1-170"/>
              <a:gd fmla="*/ 0 w 6982420" name="connsiteX2-171"/>
              <a:gd fmla="*/ 1481744 h 1840668" name="connsiteY2-172"/>
              <a:gd fmla="*/ 6982420 w 6982420" name="connsiteX3-173"/>
              <a:gd fmla="*/ 1733519 h 1840668" name="connsiteY3-174"/>
              <a:gd fmla="*/ 5563311 w 6982420" name="connsiteX4-175"/>
              <a:gd fmla="*/ 1463423 h 1840668" name="connsiteY4-176"/>
              <a:gd fmla="*/ 4279081 w 6982420" name="connsiteX5-177"/>
              <a:gd fmla="*/ 686626 h 1840668" name="connsiteY5-178"/>
              <a:gd fmla="*/ 2927447 w 6982420" name="connsiteX6-179"/>
              <a:gd fmla="*/ 36854 h 1840668" name="connsiteY6-180"/>
              <a:gd fmla="*/ 693009 w 6982420" name="connsiteX7-181"/>
              <a:gd fmla="*/ 1840668 h 1840668" name="connsiteY7-182"/>
              <a:gd fmla="*/ 693009 w 5563311" name="connsiteX0-183"/>
              <a:gd fmla="*/ 1840668 h 1840668" name="connsiteY0-184"/>
              <a:gd fmla="*/ 37799 w 5563311" name="connsiteX1-185"/>
              <a:gd fmla="*/ 1506540 h 1840668" name="connsiteY1-186"/>
              <a:gd fmla="*/ 0 w 5563311" name="connsiteX2-187"/>
              <a:gd fmla="*/ 1481744 h 1840668" name="connsiteY2-188"/>
              <a:gd fmla="*/ 5563311 w 5563311" name="connsiteX3-189"/>
              <a:gd fmla="*/ 1463423 h 1840668" name="connsiteY3-190"/>
              <a:gd fmla="*/ 4279081 w 5563311" name="connsiteX4-191"/>
              <a:gd fmla="*/ 686626 h 1840668" name="connsiteY4-192"/>
              <a:gd fmla="*/ 2927447 w 5563311" name="connsiteX5-193"/>
              <a:gd fmla="*/ 36854 h 1840668" name="connsiteY5-194"/>
              <a:gd fmla="*/ 693009 w 5563311" name="connsiteX6-195"/>
              <a:gd fmla="*/ 1840668 h 1840668" name="connsiteY6-196"/>
              <a:gd fmla="*/ 693009 w 4279081" name="connsiteX0-197"/>
              <a:gd fmla="*/ 1840668 h 1840668" name="connsiteY0-198"/>
              <a:gd fmla="*/ 37799 w 4279081" name="connsiteX1-199"/>
              <a:gd fmla="*/ 1506540 h 1840668" name="connsiteY1-200"/>
              <a:gd fmla="*/ 0 w 4279081" name="connsiteX2-201"/>
              <a:gd fmla="*/ 1481744 h 1840668" name="connsiteY2-202"/>
              <a:gd fmla="*/ 4279081 w 4279081" name="connsiteX3-203"/>
              <a:gd fmla="*/ 686626 h 1840668" name="connsiteY3-204"/>
              <a:gd fmla="*/ 2927447 w 4279081" name="connsiteX4-205"/>
              <a:gd fmla="*/ 36854 h 1840668" name="connsiteY4-206"/>
              <a:gd fmla="*/ 693009 w 4279081" name="connsiteX5-207"/>
              <a:gd fmla="*/ 1840668 h 1840668" name="connsiteY5-208"/>
              <a:gd fmla="*/ 693009 w 2927447" name="connsiteX0-209"/>
              <a:gd fmla="*/ 1803814 h 1803814" name="connsiteY0-210"/>
              <a:gd fmla="*/ 37799 w 2927447" name="connsiteX1-211"/>
              <a:gd fmla="*/ 1469686 h 1803814" name="connsiteY1-212"/>
              <a:gd fmla="*/ 0 w 2927447" name="connsiteX2-213"/>
              <a:gd fmla="*/ 1444890 h 1803814" name="connsiteY2-214"/>
              <a:gd fmla="*/ 2927447 w 2927447" name="connsiteX3-215"/>
              <a:gd fmla="*/ 0 h 1803814" name="connsiteY3-216"/>
              <a:gd fmla="*/ 693009 w 2927447" name="connsiteX4-217"/>
              <a:gd fmla="*/ 1803814 h 1803814" name="connsiteY4-218"/>
              <a:gd fmla="*/ 693009 w 693009" name="connsiteX0-219"/>
              <a:gd fmla="*/ 358924 h 358924" name="connsiteY0-220"/>
              <a:gd fmla="*/ 37799 w 693009" name="connsiteX1-221"/>
              <a:gd fmla="*/ 24796 h 358924" name="connsiteY1-222"/>
              <a:gd fmla="*/ 0 w 693009" name="connsiteX2-223"/>
              <a:gd fmla="*/ 0 h 358924" name="connsiteY2-224"/>
              <a:gd fmla="*/ 693009 w 693009" name="connsiteX3-225"/>
              <a:gd fmla="*/ 358924 h 358924" name="connsiteY3-226"/>
              <a:gd fmla="*/ 37799 w 693009" name="connsiteX0-227"/>
              <a:gd fmla="*/ 24796 h 358924" name="connsiteY0-228"/>
              <a:gd fmla="*/ 0 w 693009" name="connsiteX1-229"/>
              <a:gd fmla="*/ 0 h 358924" name="connsiteY1-230"/>
              <a:gd fmla="*/ 693009 w 693009" name="connsiteX2-231"/>
              <a:gd fmla="*/ 358924 h 358924" name="connsiteY2-232"/>
              <a:gd fmla="*/ 129239 w 693009" name="connsiteX3-233"/>
              <a:gd fmla="*/ 116236 h 358924" name="connsiteY3-234"/>
              <a:gd fmla="*/ 37799 w 693009" name="connsiteX0-235"/>
              <a:gd fmla="*/ 24796 h 358924" name="connsiteY0-236"/>
              <a:gd fmla="*/ 0 w 693009" name="connsiteX1-237"/>
              <a:gd fmla="*/ 0 h 358924" name="connsiteY1-238"/>
              <a:gd fmla="*/ 693009 w 693009" name="connsiteX2-239"/>
              <a:gd fmla="*/ 358924 h 358924" name="connsiteY2-240"/>
              <a:gd fmla="*/ 0 w 693009" name="connsiteX0-241"/>
              <a:gd fmla="*/ 0 h 358924" name="connsiteY0-242"/>
              <a:gd fmla="*/ 693009 w 693009" name="connsiteX1-243"/>
              <a:gd fmla="*/ 358924 h 358924" name="connsiteY1-244"/>
              <a:gd fmla="*/ 0 w 693009" name="connsiteX0-245"/>
              <a:gd fmla="*/ 0 h 358924" name="connsiteY0-246"/>
              <a:gd fmla="*/ 386018 w 693009" name="connsiteX1-247"/>
              <a:gd fmla="*/ 199208 h 358924" name="connsiteY1-248"/>
              <a:gd fmla="*/ 693009 w 693009" name="connsiteX2-249"/>
              <a:gd fmla="*/ 358924 h 358924" name="connsiteY2-250"/>
              <a:gd fmla="*/ 0 w 693009" name="connsiteX0-251"/>
              <a:gd fmla="*/ 0 h 358924" name="connsiteY0-252"/>
              <a:gd fmla="*/ 561505 w 693009" name="connsiteX1-253"/>
              <a:gd fmla="*/ 314154 h 358924" name="connsiteY1-254"/>
              <a:gd fmla="*/ 693009 w 693009" name="connsiteX2-255"/>
              <a:gd fmla="*/ 358924 h 358924" name="connsiteY2-256"/>
              <a:gd fmla="*/ 0 w 693009" name="connsiteX0-257"/>
              <a:gd fmla="*/ 0 h 358924" name="connsiteY0-258"/>
              <a:gd fmla="*/ 561505 w 693009" name="connsiteX1-259"/>
              <a:gd fmla="*/ 314154 h 358924" name="connsiteY1-260"/>
              <a:gd fmla="*/ 693009 w 693009" name="connsiteX2-261"/>
              <a:gd fmla="*/ 358924 h 358924" name="connsiteY2-262"/>
              <a:gd fmla="*/ 0 w 693009" name="connsiteX0-263"/>
              <a:gd fmla="*/ 0 h 358924" name="connsiteY0-264"/>
              <a:gd fmla="*/ 337074 w 693009" name="connsiteX1-265"/>
              <a:gd fmla="*/ 216230 h 358924" name="connsiteY1-266"/>
              <a:gd fmla="*/ 693009 w 693009" name="connsiteX2-267"/>
              <a:gd fmla="*/ 358924 h 358924" name="connsiteY2-268"/>
              <a:gd fmla="*/ 0 w 693009" name="connsiteX0-269"/>
              <a:gd fmla="*/ 0 h 358924" name="connsiteY0-270"/>
              <a:gd fmla="*/ 305379 w 693009" name="connsiteX1-271"/>
              <a:gd fmla="*/ 179161 h 358924" name="connsiteY1-272"/>
              <a:gd fmla="*/ 693009 w 693009" name="connsiteX2-273"/>
              <a:gd fmla="*/ 358924 h 358924" name="connsiteY2-2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b="b" l="l" r="r" t="t"/>
            <a:pathLst>
              <a:path h="358924" w="693009">
                <a:moveTo>
                  <a:pt x="0" y="0"/>
                </a:moveTo>
                <a:cubicBezTo>
                  <a:pt x="187168" y="104718"/>
                  <a:pt x="189878" y="119340"/>
                  <a:pt x="305379" y="179161"/>
                </a:cubicBezTo>
                <a:cubicBezTo>
                  <a:pt x="420880" y="238982"/>
                  <a:pt x="649174" y="344001"/>
                  <a:pt x="693009" y="358924"/>
                </a:cubicBezTo>
              </a:path>
            </a:pathLst>
          </a:custGeom>
          <a:noFill/>
          <a:ln cap="flat" w="9525">
            <a:solidFill>
              <a:srgbClr val="FFFAE1"/>
            </a:solidFill>
            <a:prstDash val="solid"/>
            <a:miter/>
          </a:ln>
        </p:spPr>
        <p:txBody>
          <a:bodyPr anchor="ctr" rtlCol="0" wrap="square">
            <a:noAutofit/>
          </a:bodyPr>
          <a:lstStyle/>
          <a:p>
            <a:endParaRPr lang="en-ID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156" name="稻壳儿：耗崽 24"/>
          <p:cNvGrpSpPr/>
          <p:nvPr/>
        </p:nvGrpSpPr>
        <p:grpSpPr>
          <a:xfrm>
            <a:off x="10874570" y="322362"/>
            <a:ext cx="1037541" cy="6320877"/>
            <a:chOff x="10874570" y="322362"/>
            <a:chExt cx="1037541" cy="6320877"/>
          </a:xfrm>
        </p:grpSpPr>
        <p:sp>
          <p:nvSpPr>
            <p:cNvPr id="188" name="稻壳儿：耗崽 24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89" name="稻壳儿：耗崽 24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cxnSp>
          <p:nvCxnSpPr>
            <p:cNvPr id="190" name="稻壳儿：耗崽 24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稻壳儿：耗崽 24-4"/>
            <p:cNvSpPr txBox="1"/>
            <p:nvPr/>
          </p:nvSpPr>
          <p:spPr>
            <a:xfrm>
              <a:off x="10874570" y="322362"/>
              <a:ext cx="1037541" cy="153888"/>
            </a:xfrm>
            <a:prstGeom prst="rect">
              <a:avLst/>
            </a:prstGeom>
            <a:noFill/>
          </p:spPr>
          <p:txBody>
            <a:bodyPr anchor="ctr" bIns="0" lIns="0" rIns="0" rtlCol="0" tIns="0" wrap="square">
              <a:spAutoFit/>
            </a:bodyPr>
            <a:lstStyle/>
            <a:p>
              <a:pPr algn="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0" baseline="0" cap="none" dirty="0" i="0" kern="1200" kumimoji="0" lang="zh-CN" noProof="0" normalizeH="0" spc="0" strike="noStrike" sz="1000" u="none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稻壳一中高一2班</a:t>
              </a:r>
              <a:r>
                <a:rPr altLang="zh-CN" b="0" baseline="0" cap="none" dirty="0" i="0" kern="1200" kumimoji="0" lang="en-US" noProof="0" normalizeH="0" spc="0" strike="noStrike" sz="1000" u="none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/>
              </a:r>
              <a:r>
                <a:rPr altLang="en-US" b="0" baseline="0" cap="none" dirty="0" i="0" kern="1200" kumimoji="0" lang="zh-CN" noProof="0" normalizeH="0" spc="0" strike="noStrike" sz="1000" u="none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/>
              </a:r>
              <a:endParaRPr b="0" baseline="0" cap="none" dirty="0" i="0" kern="1200" kumimoji="0" lang="en-US" noProof="0" normalizeH="0" spc="0" strike="noStrike" sz="1000" u="none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93" name="稻壳儿：耗崽 24-5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anchor="ctr" bIns="0" lIns="0" rIns="0" rtlCol="0" tIns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zh-CN" b="0" baseline="0" cap="none" dirty="0" i="0" kern="1200" kumimoji="0" lang="en-US" noProof="0" normalizeH="0" spc="0" strike="noStrike" sz="1100" u="none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02</a:t>
              </a:r>
              <a:endParaRPr b="0" baseline="0" cap="none" dirty="0" i="0" kern="1200" kumimoji="0" lang="en-US" noProof="0" normalizeH="0" spc="0" strike="noStrike" sz="1100" u="none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27" name="稻壳儿：耗崽 25"/>
          <p:cNvSpPr>
            <a:spLocks noChangeAspect="1"/>
          </p:cNvSpPr>
          <p:nvPr/>
        </p:nvSpPr>
        <p:spPr bwMode="auto">
          <a:xfrm>
            <a:off x="6679615" y="4429614"/>
            <a:ext cx="341774" cy="298009"/>
          </a:xfrm>
          <a:custGeom>
            <a:avLst/>
            <a:gdLst>
              <a:gd fmla="*/ 162199 w 565545" name="connsiteX0"/>
              <a:gd fmla="*/ 428621 h 493127" name="connsiteY0"/>
              <a:gd fmla="*/ 132056 w 565545" name="connsiteX1"/>
              <a:gd fmla="*/ 431488 h 493127" name="connsiteY1"/>
              <a:gd fmla="*/ 196649 w 565545" name="connsiteX2"/>
              <a:gd fmla="*/ 455857 h 493127" name="connsiteY2"/>
              <a:gd fmla="*/ 235405 w 565545" name="connsiteX3"/>
              <a:gd fmla="*/ 451556 h 493127" name="connsiteY3"/>
              <a:gd fmla="*/ 310101 w 565545" name="connsiteX4"/>
              <a:gd fmla="*/ 309494 h 493127" name="connsiteY4"/>
              <a:gd fmla="*/ 317294 w 565545" name="connsiteX5"/>
              <a:gd fmla="*/ 309494 h 493127" name="connsiteY5"/>
              <a:gd fmla="*/ 323049 w 565545" name="connsiteX6"/>
              <a:gd fmla="*/ 312360 h 493127" name="connsiteY6"/>
              <a:gd fmla="*/ 328804 w 565545" name="connsiteX7"/>
              <a:gd fmla="*/ 318092 h 493127" name="connsiteY7"/>
              <a:gd fmla="*/ 333120 w 565545" name="connsiteX8"/>
              <a:gd fmla="*/ 326690 h 493127" name="connsiteY8"/>
              <a:gd fmla="*/ 333120 w 565545" name="connsiteX9"/>
              <a:gd fmla="*/ 333856 h 493127" name="connsiteY9"/>
              <a:gd fmla="*/ 328804 w 565545" name="connsiteX10"/>
              <a:gd fmla="*/ 341021 h 493127" name="connsiteY10"/>
              <a:gd fmla="*/ 323049 w 565545" name="connsiteX11"/>
              <a:gd fmla="*/ 346753 h 493127" name="connsiteY11"/>
              <a:gd fmla="*/ 314417 w 565545" name="connsiteX12"/>
              <a:gd fmla="*/ 351052 h 493127" name="connsiteY12"/>
              <a:gd fmla="*/ 307223 w 565545" name="connsiteX13"/>
              <a:gd fmla="*/ 351052 h 493127" name="connsiteY13"/>
              <a:gd fmla="*/ 300030 w 565545" name="connsiteX14"/>
              <a:gd fmla="*/ 348186 h 493127" name="connsiteY14"/>
              <a:gd fmla="*/ 292836 w 565545" name="connsiteX15"/>
              <a:gd fmla="*/ 342454 h 493127" name="connsiteY15"/>
              <a:gd fmla="*/ 289959 w 565545" name="connsiteX16"/>
              <a:gd fmla="*/ 328123 h 493127" name="connsiteY16"/>
              <a:gd fmla="*/ 297152 w 565545" name="connsiteX17"/>
              <a:gd fmla="*/ 316659 h 493127" name="connsiteY17"/>
              <a:gd fmla="*/ 302907 w 565545" name="connsiteX18"/>
              <a:gd fmla="*/ 328123 h 493127" name="connsiteY18"/>
              <a:gd fmla="*/ 301468 w 565545" name="connsiteX19"/>
              <a:gd fmla="*/ 330990 h 493127" name="connsiteY19"/>
              <a:gd fmla="*/ 301468 w 565545" name="connsiteX20"/>
              <a:gd fmla="*/ 333856 h 493127" name="connsiteY20"/>
              <a:gd fmla="*/ 301468 w 565545" name="connsiteX21"/>
              <a:gd fmla="*/ 336722 h 493127" name="connsiteY21"/>
              <a:gd fmla="*/ 304346 w 565545" name="connsiteX22"/>
              <a:gd fmla="*/ 339588 h 493127" name="connsiteY22"/>
              <a:gd fmla="*/ 308662 w 565545" name="connsiteX23"/>
              <a:gd fmla="*/ 339588 h 493127" name="connsiteY23"/>
              <a:gd fmla="*/ 311539 w 565545" name="connsiteX24"/>
              <a:gd fmla="*/ 338155 h 493127" name="connsiteY24"/>
              <a:gd fmla="*/ 315855 w 565545" name="connsiteX25"/>
              <a:gd fmla="*/ 336722 h 493127" name="connsiteY25"/>
              <a:gd fmla="*/ 318733 w 565545" name="connsiteX26"/>
              <a:gd fmla="*/ 333856 h 493127" name="connsiteY26"/>
              <a:gd fmla="*/ 321610 w 565545" name="connsiteX27"/>
              <a:gd fmla="*/ 330990 h 493127" name="connsiteY27"/>
              <a:gd fmla="*/ 321610 w 565545" name="connsiteX28"/>
              <a:gd fmla="*/ 326690 h 493127" name="connsiteY28"/>
              <a:gd fmla="*/ 321610 w 565545" name="connsiteX29"/>
              <a:gd fmla="*/ 323824 h 493127" name="connsiteY29"/>
              <a:gd fmla="*/ 318733 w 565545" name="connsiteX30"/>
              <a:gd fmla="*/ 322391 h 493127" name="connsiteY30"/>
              <a:gd fmla="*/ 317294 w 565545" name="connsiteX31"/>
              <a:gd fmla="*/ 320958 h 493127" name="connsiteY31"/>
              <a:gd fmla="*/ 314417 w 565545" name="connsiteX32"/>
              <a:gd fmla="*/ 320958 h 493127" name="connsiteY32"/>
              <a:gd fmla="*/ 311539 w 565545" name="connsiteX33"/>
              <a:gd fmla="*/ 322391 h 493127" name="connsiteY33"/>
              <a:gd fmla="*/ 304346 w 565545" name="connsiteX34"/>
              <a:gd fmla="*/ 310927 h 493127" name="connsiteY34"/>
              <a:gd fmla="*/ 310101 w 565545" name="connsiteX35"/>
              <a:gd fmla="*/ 309494 h 493127" name="connsiteY35"/>
              <a:gd fmla="*/ 137853 w 565545" name="connsiteX36"/>
              <a:gd fmla="*/ 295266 h 493127" name="connsiteY36"/>
              <a:gd fmla="*/ 133537 w 565545" name="connsiteX37"/>
              <a:gd fmla="*/ 296695 h 493127" name="connsiteY37"/>
              <a:gd fmla="*/ 130660 w 565545" name="connsiteX38"/>
              <a:gd fmla="*/ 299554 h 493127" name="connsiteY38"/>
              <a:gd fmla="*/ 129222 w 565545" name="connsiteX39"/>
              <a:gd fmla="*/ 302413 h 493127" name="connsiteY39"/>
              <a:gd fmla="*/ 129222 w 565545" name="connsiteX40"/>
              <a:gd fmla="*/ 306701 h 493127" name="connsiteY40"/>
              <a:gd fmla="*/ 129222 w 565545" name="connsiteX41"/>
              <a:gd fmla="*/ 310989 h 493127" name="connsiteY41"/>
              <a:gd fmla="*/ 130660 w 565545" name="connsiteX42"/>
              <a:gd fmla="*/ 315277 h 493127" name="connsiteY42"/>
              <a:gd fmla="*/ 133537 w 565545" name="connsiteX43"/>
              <a:gd fmla="*/ 318136 h 493127" name="connsiteY43"/>
              <a:gd fmla="*/ 137853 w 565545" name="connsiteX44"/>
              <a:gd fmla="*/ 318136 h 493127" name="connsiteY44"/>
              <a:gd fmla="*/ 140730 w 565545" name="connsiteX45"/>
              <a:gd fmla="*/ 318136 h 493127" name="connsiteY45"/>
              <a:gd fmla="*/ 143607 w 565545" name="connsiteX46"/>
              <a:gd fmla="*/ 315277 h 493127" name="connsiteY46"/>
              <a:gd fmla="*/ 145045 w 565545" name="connsiteX47"/>
              <a:gd fmla="*/ 310989 h 493127" name="connsiteY47"/>
              <a:gd fmla="*/ 145045 w 565545" name="connsiteX48"/>
              <a:gd fmla="*/ 306701 h 493127" name="connsiteY48"/>
              <a:gd fmla="*/ 145045 w 565545" name="connsiteX49"/>
              <a:gd fmla="*/ 302413 h 493127" name="connsiteY49"/>
              <a:gd fmla="*/ 143607 w 565545" name="connsiteX50"/>
              <a:gd fmla="*/ 299554 h 493127" name="connsiteY50"/>
              <a:gd fmla="*/ 140730 w 565545" name="connsiteX51"/>
              <a:gd fmla="*/ 296695 h 493127" name="connsiteY51"/>
              <a:gd fmla="*/ 137853 w 565545" name="connsiteX52"/>
              <a:gd fmla="*/ 295266 h 493127" name="connsiteY52"/>
              <a:gd fmla="*/ 401842 w 565545" name="connsiteX53"/>
              <a:gd fmla="*/ 283745 h 493127" name="connsiteY53"/>
              <a:gd fmla="*/ 413332 w 565545" name="connsiteX54"/>
              <a:gd fmla="*/ 318123 h 493127" name="connsiteY54"/>
              <a:gd fmla="*/ 430566 w 565545" name="connsiteX55"/>
              <a:gd fmla="*/ 305231 h 493127" name="connsiteY55"/>
              <a:gd fmla="*/ 403278 w 565545" name="connsiteX56"/>
              <a:gd fmla="*/ 283745 h 493127" name="connsiteY56"/>
              <a:gd fmla="*/ 111960 w 565545" name="connsiteX57"/>
              <a:gd fmla="*/ 266679 h 493127" name="connsiteY57"/>
              <a:gd fmla="*/ 129222 w 565545" name="connsiteX58"/>
              <a:gd fmla="*/ 266679 h 493127" name="connsiteY58"/>
              <a:gd fmla="*/ 129222 w 565545" name="connsiteX59"/>
              <a:gd fmla="*/ 289549 h 493127" name="connsiteY59"/>
              <a:gd fmla="*/ 130660 w 565545" name="connsiteX60"/>
              <a:gd fmla="*/ 289549 h 493127" name="connsiteY60"/>
              <a:gd fmla="*/ 134976 w 565545" name="connsiteX61"/>
              <a:gd fmla="*/ 283831 h 493127" name="connsiteY61"/>
              <a:gd fmla="*/ 143607 w 565545" name="connsiteX62"/>
              <a:gd fmla="*/ 282402 h 493127" name="connsiteY62"/>
              <a:gd fmla="*/ 152238 w 565545" name="connsiteX63"/>
              <a:gd fmla="*/ 285261 h 493127" name="connsiteY63"/>
              <a:gd fmla="*/ 159430 w 565545" name="connsiteX64"/>
              <a:gd fmla="*/ 290978 h 493127" name="connsiteY64"/>
              <a:gd fmla="*/ 162307 w 565545" name="connsiteX65"/>
              <a:gd fmla="*/ 298125 h 493127" name="connsiteY65"/>
              <a:gd fmla="*/ 162307 w 565545" name="connsiteX66"/>
              <a:gd fmla="*/ 306701 h 493127" name="connsiteY66"/>
              <a:gd fmla="*/ 162307 w 565545" name="connsiteX67"/>
              <a:gd fmla="*/ 315277 h 493127" name="connsiteY67"/>
              <a:gd fmla="*/ 157992 w 565545" name="connsiteX68"/>
              <a:gd fmla="*/ 323853 h 493127" name="connsiteY68"/>
              <a:gd fmla="*/ 152238 w 565545" name="connsiteX69"/>
              <a:gd fmla="*/ 329570 h 493127" name="connsiteY69"/>
              <a:gd fmla="*/ 143607 w 565545" name="connsiteX70"/>
              <a:gd fmla="*/ 332429 h 493127" name="connsiteY70"/>
              <a:gd fmla="*/ 137853 w 565545" name="connsiteX71"/>
              <a:gd fmla="*/ 331000 h 493127" name="connsiteY71"/>
              <a:gd fmla="*/ 133537 w 565545" name="connsiteX72"/>
              <a:gd fmla="*/ 329570 h 493127" name="connsiteY72"/>
              <a:gd fmla="*/ 130660 w 565545" name="connsiteX73"/>
              <a:gd fmla="*/ 328141 h 493127" name="connsiteY73"/>
              <a:gd fmla="*/ 129222 w 565545" name="connsiteX74"/>
              <a:gd fmla="*/ 325282 h 493127" name="connsiteY74"/>
              <a:gd fmla="*/ 129222 w 565545" name="connsiteX75"/>
              <a:gd fmla="*/ 331000 h 493127" name="connsiteY75"/>
              <a:gd fmla="*/ 111960 w 565545" name="connsiteX76"/>
              <a:gd fmla="*/ 331000 h 493127" name="connsiteY76"/>
              <a:gd fmla="*/ 50258 w 565545" name="connsiteX77"/>
              <a:gd fmla="*/ 250870 h 493127" name="connsiteY77"/>
              <a:gd fmla="*/ 57451 w 565545" name="connsiteX78"/>
              <a:gd fmla="*/ 250870 h 493127" name="connsiteY78"/>
              <a:gd fmla="*/ 64645 w 565545" name="connsiteX79"/>
              <a:gd fmla="*/ 253736 h 493127" name="connsiteY79"/>
              <a:gd fmla="*/ 70400 w 565545" name="connsiteX80"/>
              <a:gd fmla="*/ 259468 h 493127" name="connsiteY80"/>
              <a:gd fmla="*/ 73277 w 565545" name="connsiteX81"/>
              <a:gd fmla="*/ 266633 h 493127" name="connsiteY81"/>
              <a:gd fmla="*/ 73277 w 565545" name="connsiteX82"/>
              <a:gd fmla="*/ 275232 h 493127" name="connsiteY82"/>
              <a:gd fmla="*/ 70400 w 565545" name="connsiteX83"/>
              <a:gd fmla="*/ 282397 h 493127" name="connsiteY83"/>
              <a:gd fmla="*/ 63206 w 565545" name="connsiteX84"/>
              <a:gd fmla="*/ 288129 h 493127" name="connsiteY84"/>
              <a:gd fmla="*/ 56013 w 565545" name="connsiteX85"/>
              <a:gd fmla="*/ 292428 h 493127" name="connsiteY85"/>
              <a:gd fmla="*/ 47381 w 565545" name="connsiteX86"/>
              <a:gd fmla="*/ 292428 h 493127" name="connsiteY86"/>
              <a:gd fmla="*/ 40187 w 565545" name="connsiteX87"/>
              <a:gd fmla="*/ 289562 h 493127" name="connsiteY87"/>
              <a:gd fmla="*/ 34432 w 565545" name="connsiteX88"/>
              <a:gd fmla="*/ 283830 h 493127" name="connsiteY88"/>
              <a:gd fmla="*/ 30116 w 565545" name="connsiteX89"/>
              <a:gd fmla="*/ 269499 h 493127" name="connsiteY89"/>
              <a:gd fmla="*/ 37310 w 565545" name="connsiteX90"/>
              <a:gd fmla="*/ 258035 h 493127" name="connsiteY90"/>
              <a:gd fmla="*/ 44503 w 565545" name="connsiteX91"/>
              <a:gd fmla="*/ 268066 h 493127" name="connsiteY91"/>
              <a:gd fmla="*/ 43064 w 565545" name="connsiteX92"/>
              <a:gd fmla="*/ 269499 h 493127" name="connsiteY92"/>
              <a:gd fmla="*/ 41626 w 565545" name="connsiteX93"/>
              <a:gd fmla="*/ 272366 h 493127" name="connsiteY93"/>
              <a:gd fmla="*/ 41626 w 565545" name="connsiteX94"/>
              <a:gd fmla="*/ 275232 h 493127" name="connsiteY94"/>
              <a:gd fmla="*/ 43064 w 565545" name="connsiteX95"/>
              <a:gd fmla="*/ 278098 h 493127" name="connsiteY95"/>
              <a:gd fmla="*/ 45942 w 565545" name="connsiteX96"/>
              <a:gd fmla="*/ 279531 h 493127" name="connsiteY96"/>
              <a:gd fmla="*/ 48819 w 565545" name="connsiteX97"/>
              <a:gd fmla="*/ 280964 h 493127" name="connsiteY97"/>
              <a:gd fmla="*/ 53135 w 565545" name="connsiteX98"/>
              <a:gd fmla="*/ 279531 h 493127" name="connsiteY98"/>
              <a:gd fmla="*/ 56013 w 565545" name="connsiteX99"/>
              <a:gd fmla="*/ 278098 h 493127" name="connsiteY99"/>
              <a:gd fmla="*/ 60329 w 565545" name="connsiteX100"/>
              <a:gd fmla="*/ 275232 h 493127" name="connsiteY100"/>
              <a:gd fmla="*/ 61768 w 565545" name="connsiteX101"/>
              <a:gd fmla="*/ 272366 h 493127" name="connsiteY101"/>
              <a:gd fmla="*/ 63206 w 565545" name="connsiteX102"/>
              <a:gd fmla="*/ 268066 h 493127" name="connsiteY102"/>
              <a:gd fmla="*/ 61768 w 565545" name="connsiteX103"/>
              <a:gd fmla="*/ 265200 h 493127" name="connsiteY103"/>
              <a:gd fmla="*/ 58890 w 565545" name="connsiteX104"/>
              <a:gd fmla="*/ 262334 h 493127" name="connsiteY104"/>
              <a:gd fmla="*/ 57451 w 565545" name="connsiteX105"/>
              <a:gd fmla="*/ 262334 h 493127" name="connsiteY105"/>
              <a:gd fmla="*/ 54574 w 565545" name="connsiteX106"/>
              <a:gd fmla="*/ 262334 h 493127" name="connsiteY106"/>
              <a:gd fmla="*/ 51697 w 565545" name="connsiteX107"/>
              <a:gd fmla="*/ 263767 h 493127" name="connsiteY107"/>
              <a:gd fmla="*/ 44503 w 565545" name="connsiteX108"/>
              <a:gd fmla="*/ 252303 h 493127" name="connsiteY108"/>
              <a:gd fmla="*/ 50258 w 565545" name="connsiteX109"/>
              <a:gd fmla="*/ 250870 h 493127" name="connsiteY109"/>
              <a:gd fmla="*/ 394661 w 565545" name="connsiteX110"/>
              <a:gd fmla="*/ 245069 h 493127" name="connsiteY110"/>
              <a:gd fmla="*/ 489449 w 565545" name="connsiteX111"/>
              <a:gd fmla="*/ 309528 h 493127" name="connsiteY111"/>
              <a:gd fmla="*/ 462162 w 565545" name="connsiteX112"/>
              <a:gd fmla="*/ 331015 h 493127" name="connsiteY112"/>
              <a:gd fmla="*/ 449236 w 565545" name="connsiteX113"/>
              <a:gd fmla="*/ 320988 h 493127" name="connsiteY113"/>
              <a:gd fmla="*/ 420513 w 565545" name="connsiteX114"/>
              <a:gd fmla="*/ 341042 h 493127" name="connsiteY114"/>
              <a:gd fmla="*/ 426257 w 565545" name="connsiteX115"/>
              <a:gd fmla="*/ 355366 h 493127" name="connsiteY115"/>
              <a:gd fmla="*/ 398970 w 565545" name="connsiteX116"/>
              <a:gd fmla="*/ 375420 h 493127" name="connsiteY116"/>
              <a:gd fmla="*/ 367374 w 565545" name="connsiteX117"/>
              <a:gd fmla="*/ 263691 h 493127" name="connsiteY117"/>
              <a:gd fmla="*/ 314418 w 565545" name="connsiteX118"/>
              <a:gd fmla="*/ 212079 h 493127" name="connsiteY118"/>
              <a:gd fmla="*/ 310103 w 565545" name="connsiteX119"/>
              <a:gd fmla="*/ 213516 h 493127" name="connsiteY119"/>
              <a:gd fmla="*/ 307227 w 565545" name="connsiteX120"/>
              <a:gd fmla="*/ 214953 h 493127" name="connsiteY120"/>
              <a:gd fmla="*/ 304351 w 565545" name="connsiteX121"/>
              <a:gd fmla="*/ 219263 h 493127" name="connsiteY121"/>
              <a:gd fmla="*/ 302912 w 565545" name="connsiteX122"/>
              <a:gd fmla="*/ 222137 h 493127" name="connsiteY122"/>
              <a:gd fmla="*/ 301474 w 565545" name="connsiteX123"/>
              <a:gd fmla="*/ 226447 h 493127" name="connsiteY123"/>
              <a:gd fmla="*/ 302912 w 565545" name="connsiteX124"/>
              <a:gd fmla="*/ 229321 h 493127" name="connsiteY124"/>
              <a:gd fmla="*/ 305789 w 565545" name="connsiteX125"/>
              <a:gd fmla="*/ 233632 h 493127" name="connsiteY125"/>
              <a:gd fmla="*/ 308665 w 565545" name="connsiteX126"/>
              <a:gd fmla="*/ 233632 h 493127" name="connsiteY126"/>
              <a:gd fmla="*/ 312980 w 565545" name="connsiteX127"/>
              <a:gd fmla="*/ 233632 h 493127" name="connsiteY127"/>
              <a:gd fmla="*/ 315856 w 565545" name="connsiteX128"/>
              <a:gd fmla="*/ 230758 h 493127" name="connsiteY128"/>
              <a:gd fmla="*/ 318732 w 565545" name="connsiteX129"/>
              <a:gd fmla="*/ 227884 h 493127" name="connsiteY129"/>
              <a:gd fmla="*/ 320171 w 565545" name="connsiteX130"/>
              <a:gd fmla="*/ 223574 h 493127" name="connsiteY130"/>
              <a:gd fmla="*/ 321609 w 565545" name="connsiteX131"/>
              <a:gd fmla="*/ 219263 h 493127" name="connsiteY131"/>
              <a:gd fmla="*/ 320171 w 565545" name="connsiteX132"/>
              <a:gd fmla="*/ 216390 h 493127" name="connsiteY132"/>
              <a:gd fmla="*/ 317294 w 565545" name="connsiteX133"/>
              <a:gd fmla="*/ 213516 h 493127" name="connsiteY133"/>
              <a:gd fmla="*/ 314418 w 565545" name="connsiteX134"/>
              <a:gd fmla="*/ 212079 h 493127" name="connsiteY134"/>
              <a:gd fmla="*/ 311541 w 565545" name="connsiteX135"/>
              <a:gd fmla="*/ 174721 h 493127" name="connsiteY135"/>
              <a:gd fmla="*/ 327362 w 565545" name="connsiteX136"/>
              <a:gd fmla="*/ 184779 h 493127" name="connsiteY136"/>
              <a:gd fmla="*/ 314418 w 565545" name="connsiteX137"/>
              <a:gd fmla="*/ 203458 h 493127" name="connsiteY137"/>
              <a:gd fmla="*/ 315856 w 565545" name="connsiteX138"/>
              <a:gd fmla="*/ 203458 h 493127" name="connsiteY138"/>
              <a:gd fmla="*/ 323047 w 565545" name="connsiteX139"/>
              <a:gd fmla="*/ 202021 h 493127" name="connsiteY139"/>
              <a:gd fmla="*/ 330238 w 565545" name="connsiteX140"/>
              <a:gd fmla="*/ 204895 h 493127" name="connsiteY140"/>
              <a:gd fmla="*/ 337429 w 565545" name="connsiteX141"/>
              <a:gd fmla="*/ 212079 h 493127" name="connsiteY141"/>
              <a:gd fmla="*/ 338867 w 565545" name="connsiteX142"/>
              <a:gd fmla="*/ 220700 h 493127" name="connsiteY142"/>
              <a:gd fmla="*/ 337429 w 565545" name="connsiteX143"/>
              <a:gd fmla="*/ 229321 h 493127" name="connsiteY143"/>
              <a:gd fmla="*/ 333114 w 565545" name="connsiteX144"/>
              <a:gd fmla="*/ 236505 h 493127" name="connsiteY144"/>
              <a:gd fmla="*/ 327362 w 565545" name="connsiteX145"/>
              <a:gd fmla="*/ 243690 h 493127" name="connsiteY145"/>
              <a:gd fmla="*/ 320171 w 565545" name="connsiteX146"/>
              <a:gd fmla="*/ 248000 h 493127" name="connsiteY146"/>
              <a:gd fmla="*/ 311541 w 565545" name="connsiteX147"/>
              <a:gd fmla="*/ 249437 h 493127" name="connsiteY147"/>
              <a:gd fmla="*/ 302912 w 565545" name="connsiteX148"/>
              <a:gd fmla="*/ 246563 h 493127" name="connsiteY148"/>
              <a:gd fmla="*/ 298598 w 565545" name="connsiteX149"/>
              <a:gd fmla="*/ 243690 h 493127" name="connsiteY149"/>
              <a:gd fmla="*/ 297160 w 565545" name="connsiteX150"/>
              <a:gd fmla="*/ 240816 h 493127" name="connsiteY150"/>
              <a:gd fmla="*/ 295721 w 565545" name="connsiteX151"/>
              <a:gd fmla="*/ 237942 h 493127" name="connsiteY151"/>
              <a:gd fmla="*/ 295721 w 565545" name="connsiteX152"/>
              <a:gd fmla="*/ 235069 h 493127" name="connsiteY152"/>
              <a:gd fmla="*/ 292845 w 565545" name="connsiteX153"/>
              <a:gd fmla="*/ 239379 h 493127" name="connsiteY153"/>
              <a:gd fmla="*/ 277025 w 565545" name="connsiteX154"/>
              <a:gd fmla="*/ 229321 h 493127" name="connsiteY154"/>
              <a:gd fmla="*/ 28601 w 565545" name="connsiteX155"/>
              <a:gd fmla="*/ 157593 h 493127" name="connsiteY155"/>
              <a:gd fmla="*/ 30037 w 565545" name="connsiteX156"/>
              <a:gd fmla="*/ 170525 h 493127" name="connsiteY156"/>
              <a:gd fmla="*/ 50136 w 565545" name="connsiteX157"/>
              <a:gd fmla="*/ 161904 h 493127" name="connsiteY157"/>
              <a:gd fmla="*/ 255500 w 565545" name="connsiteX158"/>
              <a:gd fmla="*/ 149094 h 493127" name="connsiteY158"/>
              <a:gd fmla="*/ 213874 w 565545" name="connsiteX159"/>
              <a:gd fmla="*/ 362681 h 493127" name="connsiteY159"/>
              <a:gd fmla="*/ 472244 w 565545" name="connsiteX160"/>
              <a:gd fmla="*/ 435788 h 493127" name="connsiteY160"/>
              <a:gd fmla="*/ 532531 w 565545" name="connsiteX161"/>
              <a:gd fmla="*/ 182064 h 493127" name="connsiteY161"/>
              <a:gd fmla="*/ 152130 w 565545" name="connsiteX162"/>
              <a:gd fmla="*/ 144835 h 493127" name="connsiteY162"/>
              <a:gd fmla="*/ 170746 w 565545" name="connsiteX163"/>
              <a:gd fmla="*/ 156283 h 493127" name="connsiteY163"/>
              <a:gd fmla="*/ 154994 w 565545" name="connsiteX164"/>
              <a:gd fmla="*/ 167731 h 493127" name="connsiteY164"/>
              <a:gd fmla="*/ 152130 w 565545" name="connsiteX165"/>
              <a:gd fmla="*/ 166300 h 493127" name="connsiteY165"/>
              <a:gd fmla="*/ 149265 w 565545" name="connsiteX166"/>
              <a:gd fmla="*/ 163438 h 493127" name="connsiteY166"/>
              <a:gd fmla="*/ 144969 w 565545" name="connsiteX167"/>
              <a:gd fmla="*/ 163438 h 493127" name="connsiteY167"/>
              <a:gd fmla="*/ 140673 w 565545" name="connsiteX168"/>
              <a:gd fmla="*/ 164869 h 493127" name="connsiteY168"/>
              <a:gd fmla="*/ 136377 w 565545" name="connsiteX169"/>
              <a:gd fmla="*/ 170593 h 493127" name="connsiteY169"/>
              <a:gd fmla="*/ 134945 w 565545" name="connsiteX170"/>
              <a:gd fmla="*/ 174886 h 493127" name="connsiteY170"/>
              <a:gd fmla="*/ 136377 w 565545" name="connsiteX171"/>
              <a:gd fmla="*/ 182040 h 493127" name="connsiteY171"/>
              <a:gd fmla="*/ 140673 w 565545" name="connsiteX172"/>
              <a:gd fmla="*/ 187764 h 493127" name="connsiteY172"/>
              <a:gd fmla="*/ 144969 w 565545" name="connsiteX173"/>
              <a:gd fmla="*/ 192057 h 493127" name="connsiteY173"/>
              <a:gd fmla="*/ 149265 w 565545" name="connsiteX174"/>
              <a:gd fmla="*/ 196350 h 493127" name="connsiteY174"/>
              <a:gd fmla="*/ 154994 w 565545" name="connsiteX175"/>
              <a:gd fmla="*/ 197781 h 493127" name="connsiteY175"/>
              <a:gd fmla="*/ 160722 w 565545" name="connsiteX176"/>
              <a:gd fmla="*/ 194919 h 493127" name="connsiteY176"/>
              <a:gd fmla="*/ 163586 w 565545" name="connsiteX177"/>
              <a:gd fmla="*/ 192057 h 493127" name="connsiteY177"/>
              <a:gd fmla="*/ 165018 w 565545" name="connsiteX178"/>
              <a:gd fmla="*/ 187764 h 493127" name="connsiteY178"/>
              <a:gd fmla="*/ 165018 w 565545" name="connsiteX179"/>
              <a:gd fmla="*/ 184902 h 493127" name="connsiteY179"/>
              <a:gd fmla="*/ 163586 w 565545" name="connsiteX180"/>
              <a:gd fmla="*/ 180609 h 493127" name="connsiteY180"/>
              <a:gd fmla="*/ 179339 w 565545" name="connsiteX181"/>
              <a:gd fmla="*/ 169162 h 493127" name="connsiteY181"/>
              <a:gd fmla="*/ 183635 w 565545" name="connsiteX182"/>
              <a:gd fmla="*/ 177748 h 493127" name="connsiteY182"/>
              <a:gd fmla="*/ 183635 w 565545" name="connsiteX183"/>
              <a:gd fmla="*/ 189195 h 493127" name="connsiteY183"/>
              <a:gd fmla="*/ 179339 w 565545" name="connsiteX184"/>
              <a:gd fmla="*/ 199212 h 493127" name="connsiteY184"/>
              <a:gd fmla="*/ 170746 w 565545" name="connsiteX185"/>
              <a:gd fmla="*/ 207798 h 493127" name="connsiteY185"/>
              <a:gd fmla="*/ 157858 w 565545" name="connsiteX186"/>
              <a:gd fmla="*/ 213522 h 493127" name="connsiteY186"/>
              <a:gd fmla="*/ 144969 w 565545" name="connsiteX187"/>
              <a:gd fmla="*/ 213522 h 493127" name="connsiteY187"/>
              <a:gd fmla="*/ 133513 w 565545" name="connsiteX188"/>
              <a:gd fmla="*/ 209229 h 493127" name="connsiteY188"/>
              <a:gd fmla="*/ 123488 w 565545" name="connsiteX189"/>
              <a:gd fmla="*/ 199212 h 493127" name="connsiteY189"/>
              <a:gd fmla="*/ 117760 w 565545" name="connsiteX190"/>
              <a:gd fmla="*/ 186333 h 493127" name="connsiteY190"/>
              <a:gd fmla="*/ 116328 w 565545" name="connsiteX191"/>
              <a:gd fmla="*/ 173455 h 493127" name="connsiteY191"/>
              <a:gd fmla="*/ 122056 w 565545" name="connsiteX192"/>
              <a:gd fmla="*/ 162007 h 493127" name="connsiteY192"/>
              <a:gd fmla="*/ 132081 w 565545" name="connsiteX193"/>
              <a:gd fmla="*/ 151990 h 493127" name="connsiteY193"/>
              <a:gd fmla="*/ 152130 w 565545" name="connsiteX194"/>
              <a:gd fmla="*/ 144835 h 493127" name="connsiteY194"/>
              <a:gd fmla="*/ 2759 w 565545" name="connsiteX195"/>
              <a:gd fmla="*/ 131730 h 493127" name="connsiteY195"/>
              <a:gd fmla="*/ 71671 w 565545" name="connsiteX196"/>
              <a:gd fmla="*/ 150409 h 493127" name="connsiteY196"/>
              <a:gd fmla="*/ 73107 w 565545" name="connsiteX197"/>
              <a:gd fmla="*/ 170525 h 493127" name="connsiteY197"/>
              <a:gd fmla="*/ 8502 w 565545" name="connsiteX198"/>
              <a:gd fmla="*/ 200699 h 493127" name="connsiteY198"/>
              <a:gd fmla="*/ 7066 w 565545" name="connsiteX199"/>
              <a:gd fmla="*/ 179146 h 493127" name="connsiteY199"/>
              <a:gd fmla="*/ 15680 w 565545" name="connsiteX200"/>
              <a:gd fmla="*/ 176272 h 493127" name="connsiteY200"/>
              <a:gd fmla="*/ 14244 w 565545" name="connsiteX201"/>
              <a:gd fmla="*/ 154720 h 493127" name="connsiteY201"/>
              <a:gd fmla="*/ 4195 w 565545" name="connsiteX202"/>
              <a:gd fmla="*/ 153283 h 493127" name="connsiteY202"/>
              <a:gd fmla="*/ 242581 w 565545" name="connsiteX203"/>
              <a:gd fmla="*/ 127592 h 493127" name="connsiteY203"/>
              <a:gd fmla="*/ 565545 w 565545" name="connsiteX204"/>
              <a:gd fmla="*/ 159128 h 493127" name="connsiteY204"/>
              <a:gd fmla="*/ 493775 w 565545" name="connsiteX205"/>
              <a:gd fmla="*/ 461591 h 493127" name="connsiteY205"/>
              <a:gd fmla="*/ 261242 w 565545" name="connsiteX206"/>
              <a:gd fmla="*/ 493127 h 493127" name="connsiteY206"/>
              <a:gd fmla="*/ 0 w 565545" name="connsiteX207"/>
              <a:gd fmla="*/ 399951 h 493127" name="connsiteY207"/>
              <a:gd fmla="*/ 195214 w 565545" name="connsiteX208"/>
              <a:gd fmla="*/ 369849 h 493127" name="connsiteY208"/>
              <a:gd fmla="*/ 345994 w 565545" name="connsiteX209"/>
              <a:gd fmla="*/ 77420 h 493127" name="connsiteY209"/>
              <a:gd fmla="*/ 344557 w 565545" name="connsiteX210"/>
              <a:gd fmla="*/ 80289 h 493127" name="connsiteY210"/>
              <a:gd fmla="*/ 341684 w 565545" name="connsiteX211"/>
              <a:gd fmla="*/ 83157 h 493127" name="connsiteY211"/>
              <a:gd fmla="*/ 337373 w 565545" name="connsiteX212"/>
              <a:gd fmla="*/ 87459 h 493127" name="connsiteY212"/>
              <a:gd fmla="*/ 338810 w 565545" name="connsiteX213"/>
              <a:gd fmla="*/ 90327 h 493127" name="connsiteY213"/>
              <a:gd fmla="*/ 341684 w 565545" name="connsiteX214"/>
              <a:gd fmla="*/ 93196 h 493127" name="connsiteY214"/>
              <a:gd fmla="*/ 345994 w 565545" name="connsiteX215"/>
              <a:gd fmla="*/ 91762 h 493127" name="connsiteY215"/>
              <a:gd fmla="*/ 350305 w 565545" name="connsiteX216"/>
              <a:gd fmla="*/ 87459 h 493127" name="connsiteY216"/>
              <a:gd fmla="*/ 348868 w 565545" name="connsiteX217"/>
              <a:gd fmla="*/ 81723 h 493127" name="connsiteY217"/>
              <a:gd fmla="*/ 192358 w 565545" name="connsiteX218"/>
              <a:gd fmla="*/ 57297 h 493127" name="connsiteY218"/>
              <a:gd fmla="*/ 180893 w 565545" name="connsiteX219"/>
              <a:gd fmla="*/ 70189 h 493127" name="connsiteY219"/>
              <a:gd fmla="*/ 192358 w 565545" name="connsiteX220"/>
              <a:gd fmla="*/ 81648 h 493127" name="connsiteY220"/>
              <a:gd fmla="*/ 196657 w 565545" name="connsiteX221"/>
              <a:gd fmla="*/ 83081 h 493127" name="connsiteY221"/>
              <a:gd fmla="*/ 199523 w 565545" name="connsiteX222"/>
              <a:gd fmla="*/ 84513 h 493127" name="connsiteY222"/>
              <a:gd fmla="*/ 203823 w 565545" name="connsiteX223"/>
              <a:gd fmla="*/ 84513 h 493127" name="connsiteY223"/>
              <a:gd fmla="*/ 206689 w 565545" name="connsiteX224"/>
              <a:gd fmla="*/ 81648 h 493127" name="connsiteY224"/>
              <a:gd fmla="*/ 205256 w 565545" name="connsiteX225"/>
              <a:gd fmla="*/ 68756 h 493127" name="connsiteY225"/>
              <a:gd fmla="*/ 340247 w 565545" name="connsiteX226"/>
              <a:gd fmla="*/ 50172 h 493127" name="connsiteY226"/>
              <a:gd fmla="*/ 347431 w 565545" name="connsiteX227"/>
              <a:gd fmla="*/ 50172 h 493127" name="connsiteY227"/>
              <a:gd fmla="*/ 353178 w 565545" name="connsiteX228"/>
              <a:gd fmla="*/ 54474 h 493127" name="connsiteY228"/>
              <a:gd fmla="*/ 357489 w 565545" name="connsiteX229"/>
              <a:gd fmla="*/ 60211 h 493127" name="connsiteY229"/>
              <a:gd fmla="*/ 367547 w 565545" name="connsiteX230"/>
              <a:gd fmla="*/ 77420 h 493127" name="connsiteY230"/>
              <a:gd fmla="*/ 370420 w 565545" name="connsiteX231"/>
              <a:gd fmla="*/ 81723 h 493127" name="connsiteY231"/>
              <a:gd fmla="*/ 374731 w 565545" name="connsiteX232"/>
              <a:gd fmla="*/ 86025 h 493127" name="connsiteY232"/>
              <a:gd fmla="*/ 358926 w 565545" name="connsiteX233"/>
              <a:gd fmla="*/ 96064 h 493127" name="connsiteY233"/>
              <a:gd fmla="*/ 357489 w 565545" name="connsiteX234"/>
              <a:gd fmla="*/ 94630 h 493127" name="connsiteY234"/>
              <a:gd fmla="*/ 356052 w 565545" name="connsiteX235"/>
              <a:gd fmla="*/ 91762 h 493127" name="connsiteY235"/>
              <a:gd fmla="*/ 351742 w 565545" name="connsiteX236"/>
              <a:gd fmla="*/ 100366 h 493127" name="connsiteY236"/>
              <a:gd fmla="*/ 344557 w 565545" name="connsiteX237"/>
              <a:gd fmla="*/ 106103 h 493127" name="connsiteY237"/>
              <a:gd fmla="*/ 338810 w 565545" name="connsiteX238"/>
              <a:gd fmla="*/ 107537 h 493127" name="connsiteY238"/>
              <a:gd fmla="*/ 333063 w 565545" name="connsiteX239"/>
              <a:gd fmla="*/ 108971 h 493127" name="connsiteY239"/>
              <a:gd fmla="*/ 327315 w 565545" name="connsiteX240"/>
              <a:gd fmla="*/ 106103 h 493127" name="connsiteY240"/>
              <a:gd fmla="*/ 321568 w 565545" name="connsiteX241"/>
              <a:gd fmla="*/ 101800 h 493127" name="connsiteY241"/>
              <a:gd fmla="*/ 320131 w 565545" name="connsiteX242"/>
              <a:gd fmla="*/ 94630 h 493127" name="connsiteY242"/>
              <a:gd fmla="*/ 321568 w 565545" name="connsiteX243"/>
              <a:gd fmla="*/ 88893 h 493127" name="connsiteY243"/>
              <a:gd fmla="*/ 324442 w 565545" name="connsiteX244"/>
              <a:gd fmla="*/ 84591 h 493127" name="connsiteY244"/>
              <a:gd fmla="*/ 328752 w 565545" name="connsiteX245"/>
              <a:gd fmla="*/ 80289 h 493127" name="connsiteY245"/>
              <a:gd fmla="*/ 333063 w 565545" name="connsiteX246"/>
              <a:gd fmla="*/ 75986 h 493127" name="connsiteY246"/>
              <a:gd fmla="*/ 337373 w 565545" name="connsiteX247"/>
              <a:gd fmla="*/ 73118 h 493127" name="connsiteY247"/>
              <a:gd fmla="*/ 340247 w 565545" name="connsiteX248"/>
              <a:gd fmla="*/ 70250 h 493127" name="connsiteY248"/>
              <a:gd fmla="*/ 340247 w 565545" name="connsiteX249"/>
              <a:gd fmla="*/ 65947 h 493127" name="connsiteY249"/>
              <a:gd fmla="*/ 335936 w 565545" name="connsiteX250"/>
              <a:gd fmla="*/ 64513 h 493127" name="connsiteY250"/>
              <a:gd fmla="*/ 331626 w 565545" name="connsiteX251"/>
              <a:gd fmla="*/ 65947 h 493127" name="connsiteY251"/>
              <a:gd fmla="*/ 328752 w 565545" name="connsiteX252"/>
              <a:gd fmla="*/ 67382 h 493127" name="connsiteY252"/>
              <a:gd fmla="*/ 328752 w 565545" name="connsiteX253"/>
              <a:gd fmla="*/ 70250 h 493127" name="connsiteY253"/>
              <a:gd fmla="*/ 327315 w 565545" name="connsiteX254"/>
              <a:gd fmla="*/ 71684 h 493127" name="connsiteY254"/>
              <a:gd fmla="*/ 328752 w 565545" name="connsiteX255"/>
              <a:gd fmla="*/ 73118 h 493127" name="connsiteY255"/>
              <a:gd fmla="*/ 312947 w 565545" name="connsiteX256"/>
              <a:gd fmla="*/ 83157 h 493127" name="connsiteY256"/>
              <a:gd fmla="*/ 311510 w 565545" name="connsiteX257"/>
              <a:gd fmla="*/ 74552 h 493127" name="connsiteY257"/>
              <a:gd fmla="*/ 314384 w 565545" name="connsiteX258"/>
              <a:gd fmla="*/ 65947 h 493127" name="connsiteY258"/>
              <a:gd fmla="*/ 320131 w 565545" name="connsiteX259"/>
              <a:gd fmla="*/ 60211 h 493127" name="connsiteY259"/>
              <a:gd fmla="*/ 327315 w 565545" name="connsiteX260"/>
              <a:gd fmla="*/ 55909 h 493127" name="connsiteY260"/>
              <a:gd fmla="*/ 340247 w 565545" name="connsiteX261"/>
              <a:gd fmla="*/ 50172 h 493127" name="connsiteY261"/>
              <a:gd fmla="*/ 57416 w 565545" name="connsiteX262"/>
              <a:gd fmla="*/ 48693 h 493127" name="connsiteY262"/>
              <a:gd fmla="*/ 53106 w 565545" name="connsiteX263"/>
              <a:gd fmla="*/ 50126 h 493127" name="connsiteY263"/>
              <a:gd fmla="*/ 51669 w 565545" name="connsiteX264"/>
              <a:gd fmla="*/ 54424 h 493127" name="connsiteY264"/>
              <a:gd fmla="*/ 53106 w 565545" name="connsiteX265"/>
              <a:gd fmla="*/ 58722 h 493127" name="connsiteY265"/>
              <a:gd fmla="*/ 60290 w 565545" name="connsiteX266"/>
              <a:gd fmla="*/ 63020 h 493127" name="connsiteY266"/>
              <a:gd fmla="*/ 67474 w 565545" name="connsiteX267"/>
              <a:gd fmla="*/ 60155 h 493127" name="connsiteY267"/>
              <a:gd fmla="*/ 71785 w 565545" name="connsiteX268"/>
              <a:gd fmla="*/ 55856 h 493127" name="connsiteY268"/>
              <a:gd fmla="*/ 67474 w 565545" name="connsiteX269"/>
              <a:gd fmla="*/ 54424 h 493127" name="connsiteY269"/>
              <a:gd fmla="*/ 63163 w 565545" name="connsiteX270"/>
              <a:gd fmla="*/ 51558 h 493127" name="connsiteY270"/>
              <a:gd fmla="*/ 57416 w 565545" name="connsiteX271"/>
              <a:gd fmla="*/ 48693 h 493127" name="connsiteY271"/>
              <a:gd fmla="*/ 212421 w 565545" name="connsiteX272"/>
              <a:gd fmla="*/ 34378 h 493127" name="connsiteY272"/>
              <a:gd fmla="*/ 203823 w 565545" name="connsiteX273"/>
              <a:gd fmla="*/ 45838 h 493127" name="connsiteY273"/>
              <a:gd fmla="*/ 213855 w 565545" name="connsiteX274"/>
              <a:gd fmla="*/ 54432 h 493127" name="connsiteY274"/>
              <a:gd fmla="*/ 221020 w 565545" name="connsiteX275"/>
              <a:gd fmla="*/ 58729 h 493127" name="connsiteY275"/>
              <a:gd fmla="*/ 226753 w 565545" name="connsiteX276"/>
              <a:gd fmla="*/ 55864 h 493127" name="connsiteY276"/>
              <a:gd fmla="*/ 228186 w 565545" name="connsiteX277"/>
              <a:gd fmla="*/ 50135 h 493127" name="connsiteY277"/>
              <a:gd fmla="*/ 223886 w 565545" name="connsiteX278"/>
              <a:gd fmla="*/ 44405 h 493127" name="connsiteY278"/>
              <a:gd fmla="*/ 511087 w 565545" name="connsiteX279"/>
              <a:gd fmla="*/ 34255 h 493127" name="connsiteY279"/>
              <a:gd fmla="*/ 525446 w 565545" name="connsiteX280"/>
              <a:gd fmla="*/ 35692 h 493127" name="connsiteY280"/>
              <a:gd fmla="*/ 536933 w 565545" name="connsiteX281"/>
              <a:gd fmla="*/ 41439 h 493127" name="connsiteY281"/>
              <a:gd fmla="*/ 545548 w 565545" name="connsiteX282"/>
              <a:gd fmla="*/ 51497 h 493127" name="connsiteY282"/>
              <a:gd fmla="*/ 549855 w 565545" name="connsiteX283"/>
              <a:gd fmla="*/ 65866 h 493127" name="connsiteY283"/>
              <a:gd fmla="*/ 522574 w 565545" name="connsiteX284"/>
              <a:gd fmla="*/ 65866 h 493127" name="connsiteY284"/>
              <a:gd fmla="*/ 518267 w 565545" name="connsiteX285"/>
              <a:gd fmla="*/ 58682 h 493127" name="connsiteY285"/>
              <a:gd fmla="*/ 511087 w 565545" name="connsiteX286"/>
              <a:gd fmla="*/ 55808 h 493127" name="connsiteY286"/>
              <a:gd fmla="*/ 503908 w 565545" name="connsiteX287"/>
              <a:gd fmla="*/ 57245 h 493127" name="connsiteY287"/>
              <a:gd fmla="*/ 501037 w 565545" name="connsiteX288"/>
              <a:gd fmla="*/ 61555 h 493127" name="connsiteY288"/>
              <a:gd fmla="*/ 498165 w 565545" name="connsiteX289"/>
              <a:gd fmla="*/ 67303 h 493127" name="connsiteY289"/>
              <a:gd fmla="*/ 498165 w 565545" name="connsiteX290"/>
              <a:gd fmla="*/ 74487 h 493127" name="connsiteY290"/>
              <a:gd fmla="*/ 498165 w 565545" name="connsiteX291"/>
              <a:gd fmla="*/ 81671 h 493127" name="connsiteY291"/>
              <a:gd fmla="*/ 501037 w 565545" name="connsiteX292"/>
              <a:gd fmla="*/ 87419 h 493127" name="connsiteY292"/>
              <a:gd fmla="*/ 503908 w 565545" name="connsiteX293"/>
              <a:gd fmla="*/ 91729 h 493127" name="connsiteY293"/>
              <a:gd fmla="*/ 511087 w 565545" name="connsiteX294"/>
              <a:gd fmla="*/ 93166 h 493127" name="connsiteY294"/>
              <a:gd fmla="*/ 519702 w 565545" name="connsiteX295"/>
              <a:gd fmla="*/ 90292 h 493127" name="connsiteY295"/>
              <a:gd fmla="*/ 522574 w 565545" name="connsiteX296"/>
              <a:gd fmla="*/ 83108 h 493127" name="connsiteY296"/>
              <a:gd fmla="*/ 551291 w 565545" name="connsiteX297"/>
              <a:gd fmla="*/ 83108 h 493127" name="connsiteY297"/>
              <a:gd fmla="*/ 545548 w 565545" name="connsiteX298"/>
              <a:gd fmla="*/ 96040 h 493127" name="connsiteY298"/>
              <a:gd fmla="*/ 536933 w 565545" name="connsiteX299"/>
              <a:gd fmla="*/ 106098 h 493127" name="connsiteY299"/>
              <a:gd fmla="*/ 525446 w 565545" name="connsiteX300"/>
              <a:gd fmla="*/ 113282 h 493127" name="connsiteY300"/>
              <a:gd fmla="*/ 511087 w 565545" name="connsiteX301"/>
              <a:gd fmla="*/ 114719 h 493127" name="connsiteY301"/>
              <a:gd fmla="*/ 493857 w 565545" name="connsiteX302"/>
              <a:gd fmla="*/ 111845 h 493127" name="connsiteY302"/>
              <a:gd fmla="*/ 480935 w 565545" name="connsiteX303"/>
              <a:gd fmla="*/ 104661 h 493127" name="connsiteY303"/>
              <a:gd fmla="*/ 472320 w 565545" name="connsiteX304"/>
              <a:gd fmla="*/ 91729 h 493127" name="connsiteY304"/>
              <a:gd fmla="*/ 469448 w 565545" name="connsiteX305"/>
              <a:gd fmla="*/ 74487 h 493127" name="connsiteY305"/>
              <a:gd fmla="*/ 472320 w 565545" name="connsiteX306"/>
              <a:gd fmla="*/ 58682 h 493127" name="connsiteY306"/>
              <a:gd fmla="*/ 480935 w 565545" name="connsiteX307"/>
              <a:gd fmla="*/ 45750 h 493127" name="connsiteY307"/>
              <a:gd fmla="*/ 493857 w 565545" name="connsiteX308"/>
              <a:gd fmla="*/ 37129 h 493127" name="connsiteY308"/>
              <a:gd fmla="*/ 511087 w 565545" name="connsiteX309"/>
              <a:gd fmla="*/ 34255 h 493127" name="connsiteY309"/>
              <a:gd fmla="*/ 417704 w 565545" name="connsiteX310"/>
              <a:gd fmla="*/ 17158 h 493127" name="connsiteY310"/>
              <a:gd fmla="*/ 413406 w 565545" name="connsiteX311"/>
              <a:gd fmla="*/ 18588 h 493127" name="connsiteY311"/>
              <a:gd fmla="*/ 411974 w 565545" name="connsiteX312"/>
              <a:gd fmla="*/ 21447 h 493127" name="connsiteY312"/>
              <a:gd fmla="*/ 410542 w 565545" name="connsiteX313"/>
              <a:gd fmla="*/ 25737 h 493127" name="connsiteY313"/>
              <a:gd fmla="*/ 411974 w 565545" name="connsiteX314"/>
              <a:gd fmla="*/ 28597 h 493127" name="connsiteY314"/>
              <a:gd fmla="*/ 414839 w 565545" name="connsiteX315"/>
              <a:gd fmla="*/ 31456 h 493127" name="connsiteY315"/>
              <a:gd fmla="*/ 419136 w 565545" name="connsiteX316"/>
              <a:gd fmla="*/ 34316 h 493127" name="connsiteY316"/>
              <a:gd fmla="*/ 422001 w 565545" name="connsiteX317"/>
              <a:gd fmla="*/ 35746 h 493127" name="connsiteY317"/>
              <a:gd fmla="*/ 426298 w 565545" name="connsiteX318"/>
              <a:gd fmla="*/ 35746 h 493127" name="connsiteY318"/>
              <a:gd fmla="*/ 430596 w 565545" name="connsiteX319"/>
              <a:gd fmla="*/ 34316 h 493127" name="connsiteY319"/>
              <a:gd fmla="*/ 432028 w 565545" name="connsiteX320"/>
              <a:gd fmla="*/ 31456 h 493127" name="connsiteY320"/>
              <a:gd fmla="*/ 433460 w 565545" name="connsiteX321"/>
              <a:gd fmla="*/ 27167 h 493127" name="connsiteY321"/>
              <a:gd fmla="*/ 432028 w 565545" name="connsiteX322"/>
              <a:gd fmla="*/ 24307 h 493127" name="connsiteY322"/>
              <a:gd fmla="*/ 429163 w 565545" name="connsiteX323"/>
              <a:gd fmla="*/ 21447 h 493127" name="connsiteY323"/>
              <a:gd fmla="*/ 424866 w 565545" name="connsiteX324"/>
              <a:gd fmla="*/ 20018 h 493127" name="connsiteY324"/>
              <a:gd fmla="*/ 422001 w 565545" name="connsiteX325"/>
              <a:gd fmla="*/ 18588 h 493127" name="connsiteY325"/>
              <a:gd fmla="*/ 417704 w 565545" name="connsiteX326"/>
              <a:gd fmla="*/ 17158 h 493127" name="connsiteY326"/>
              <a:gd fmla="*/ 66037 w 565545" name="connsiteX327"/>
              <a:gd fmla="*/ 12874 h 493127" name="connsiteY327"/>
              <a:gd fmla="*/ 76095 w 565545" name="connsiteX328"/>
              <a:gd fmla="*/ 14307 h 493127" name="connsiteY328"/>
              <a:gd fmla="*/ 84716 w 565545" name="connsiteX329"/>
              <a:gd fmla="*/ 20038 h 493127" name="connsiteY329"/>
              <a:gd fmla="*/ 93337 w 565545" name="connsiteX330"/>
              <a:gd fmla="*/ 27202 h 493127" name="connsiteY330"/>
              <a:gd fmla="*/ 101958 w 565545" name="connsiteX331"/>
              <a:gd fmla="*/ 41529 h 493127" name="connsiteY331"/>
              <a:gd fmla="*/ 104832 w 565545" name="connsiteX332"/>
              <a:gd fmla="*/ 51558 h 493127" name="connsiteY332"/>
              <a:gd fmla="*/ 100521 w 565545" name="connsiteX333"/>
              <a:gd fmla="*/ 58722 h 493127" name="connsiteY333"/>
              <a:gd fmla="*/ 94774 w 565545" name="connsiteX334"/>
              <a:gd fmla="*/ 64453 h 493127" name="connsiteY334"/>
              <a:gd fmla="*/ 76095 w 565545" name="connsiteX335"/>
              <a:gd fmla="*/ 81646 h 493127" name="connsiteY335"/>
              <a:gd fmla="*/ 70348 w 565545" name="connsiteX336"/>
              <a:gd fmla="*/ 87377 h 493127" name="connsiteY336"/>
              <a:gd fmla="*/ 67474 w 565545" name="connsiteX337"/>
              <a:gd fmla="*/ 93108 h 493127" name="connsiteY337"/>
              <a:gd fmla="*/ 51669 w 565545" name="connsiteX338"/>
              <a:gd fmla="*/ 75915 h 493127" name="connsiteY338"/>
              <a:gd fmla="*/ 53106 w 565545" name="connsiteX339"/>
              <a:gd fmla="*/ 73050 h 493127" name="connsiteY339"/>
              <a:gd fmla="*/ 55979 w 565545" name="connsiteX340"/>
              <a:gd fmla="*/ 71617 h 493127" name="connsiteY340"/>
              <a:gd fmla="*/ 55979 w 565545" name="connsiteX341"/>
              <a:gd fmla="*/ 70184 h 493127" name="connsiteY341"/>
              <a:gd fmla="*/ 44484 w 565545" name="connsiteX342"/>
              <a:gd fmla="*/ 68751 h 493127" name="connsiteY342"/>
              <a:gd fmla="*/ 37300 w 565545" name="connsiteX343"/>
              <a:gd fmla="*/ 61588 h 493127" name="connsiteY343"/>
              <a:gd fmla="*/ 31553 w 565545" name="connsiteX344"/>
              <a:gd fmla="*/ 54424 h 493127" name="connsiteY344"/>
              <a:gd fmla="*/ 30116 w 565545" name="connsiteX345"/>
              <a:gd fmla="*/ 47260 h 493127" name="connsiteY345"/>
              <a:gd fmla="*/ 31553 w 565545" name="connsiteX346"/>
              <a:gd fmla="*/ 40096 h 493127" name="connsiteY346"/>
              <a:gd fmla="*/ 35863 w 565545" name="connsiteX347"/>
              <a:gd fmla="*/ 32932 h 493127" name="connsiteY347"/>
              <a:gd fmla="*/ 43048 w 565545" name="connsiteX348"/>
              <a:gd fmla="*/ 28634 h 493127" name="connsiteY348"/>
              <a:gd fmla="*/ 50232 w 565545" name="connsiteX349"/>
              <a:gd fmla="*/ 28634 h 493127" name="connsiteY349"/>
              <a:gd fmla="*/ 57416 w 565545" name="connsiteX350"/>
              <a:gd fmla="*/ 31500 h 493127" name="connsiteY350"/>
              <a:gd fmla="*/ 63163 w 565545" name="connsiteX351"/>
              <a:gd fmla="*/ 35798 h 493127" name="connsiteY351"/>
              <a:gd fmla="*/ 68911 w 565545" name="connsiteX352"/>
              <a:gd fmla="*/ 40096 h 493127" name="connsiteY352"/>
              <a:gd fmla="*/ 74658 w 565545" name="connsiteX353"/>
              <a:gd fmla="*/ 44394 h 493127" name="connsiteY353"/>
              <a:gd fmla="*/ 78969 w 565545" name="connsiteX354"/>
              <a:gd fmla="*/ 47260 h 493127" name="connsiteY354"/>
              <a:gd fmla="*/ 83279 w 565545" name="connsiteX355"/>
              <a:gd fmla="*/ 45827 h 493127" name="connsiteY355"/>
              <a:gd fmla="*/ 84716 w 565545" name="connsiteX356"/>
              <a:gd fmla="*/ 41529 h 493127" name="connsiteY356"/>
              <a:gd fmla="*/ 81842 w 565545" name="connsiteX357"/>
              <a:gd fmla="*/ 35798 h 493127" name="connsiteY357"/>
              <a:gd fmla="*/ 78969 w 565545" name="connsiteX358"/>
              <a:gd fmla="*/ 32932 h 493127" name="connsiteY358"/>
              <a:gd fmla="*/ 76095 w 565545" name="connsiteX359"/>
              <a:gd fmla="*/ 32932 h 493127" name="connsiteY359"/>
              <a:gd fmla="*/ 73221 w 565545" name="connsiteX360"/>
              <a:gd fmla="*/ 32932 h 493127" name="connsiteY360"/>
              <a:gd fmla="*/ 71785 w 565545" name="connsiteX361"/>
              <a:gd fmla="*/ 34365 h 493127" name="connsiteY361"/>
              <a:gd fmla="*/ 57416 w 565545" name="connsiteX362"/>
              <a:gd fmla="*/ 18605 h 493127" name="connsiteY362"/>
              <a:gd fmla="*/ 66037 w 565545" name="connsiteX363"/>
              <a:gd fmla="*/ 12874 h 493127" name="connsiteY363"/>
              <a:gd fmla="*/ 416271 w 565545" name="connsiteX364"/>
              <a:gd fmla="*/ 0 h 493127" name="connsiteY364"/>
              <a:gd fmla="*/ 424866 w 565545" name="connsiteX365"/>
              <a:gd fmla="*/ 0 h 493127" name="connsiteY365"/>
              <a:gd fmla="*/ 432028 w 565545" name="connsiteX366"/>
              <a:gd fmla="*/ 2860 h 493127" name="connsiteY366"/>
              <a:gd fmla="*/ 440622 w 565545" name="connsiteX367"/>
              <a:gd fmla="*/ 7149 h 493127" name="connsiteY367"/>
              <a:gd fmla="*/ 446352 w 565545" name="connsiteX368"/>
              <a:gd fmla="*/ 14298 h 493127" name="connsiteY368"/>
              <a:gd fmla="*/ 449217 w 565545" name="connsiteX369"/>
              <a:gd fmla="*/ 22877 h 493127" name="connsiteY369"/>
              <a:gd fmla="*/ 446352 w 565545" name="connsiteX370"/>
              <a:gd fmla="*/ 31456 h 493127" name="connsiteY370"/>
              <a:gd fmla="*/ 444920 w 565545" name="connsiteX371"/>
              <a:gd fmla="*/ 35746 h 493127" name="connsiteY371"/>
              <a:gd fmla="*/ 440622 w 565545" name="connsiteX372"/>
              <a:gd fmla="*/ 38605 h 493127" name="connsiteY372"/>
              <a:gd fmla="*/ 437758 w 565545" name="connsiteX373"/>
              <a:gd fmla="*/ 40035 h 493127" name="connsiteY373"/>
              <a:gd fmla="*/ 434893 w 565545" name="connsiteX374"/>
              <a:gd fmla="*/ 41465 h 493127" name="connsiteY374"/>
              <a:gd fmla="*/ 440622 w 565545" name="connsiteX375"/>
              <a:gd fmla="*/ 42895 h 493127" name="connsiteY375"/>
              <a:gd fmla="*/ 433460 w 565545" name="connsiteX376"/>
              <a:gd fmla="*/ 58623 h 493127" name="connsiteY376"/>
              <a:gd fmla="*/ 374731 w 565545" name="connsiteX377"/>
              <a:gd fmla="*/ 32886 h 493127" name="connsiteY377"/>
              <a:gd fmla="*/ 381893 w 565545" name="connsiteX378"/>
              <a:gd fmla="*/ 15728 h 493127" name="connsiteY378"/>
              <a:gd fmla="*/ 401947 w 565545" name="connsiteX379"/>
              <a:gd fmla="*/ 25737 h 493127" name="connsiteY379"/>
              <a:gd fmla="*/ 400515 w 565545" name="connsiteX380"/>
              <a:gd fmla="*/ 18588 h 493127" name="connsiteY380"/>
              <a:gd fmla="*/ 401947 w 565545" name="connsiteX381"/>
              <a:gd fmla="*/ 11439 h 493127" name="connsiteY381"/>
              <a:gd fmla="*/ 407677 w 565545" name="connsiteX382"/>
              <a:gd fmla="*/ 2860 h 493127" name="connsiteY382"/>
              <a:gd fmla="*/ 416271 w 565545" name="connsiteX383"/>
              <a:gd fmla="*/ 0 h 493127" name="connsiteY383"/>
              <a:gd fmla="*/ 206689 w 565545" name="connsiteX384"/>
              <a:gd fmla="*/ 0 h 493127" name="connsiteY384"/>
              <a:gd fmla="*/ 243950 w 565545" name="connsiteX385"/>
              <a:gd fmla="*/ 34378 h 493127" name="connsiteY385"/>
              <a:gd fmla="*/ 252549 w 565545" name="connsiteX386"/>
              <a:gd fmla="*/ 44405 h 493127" name="connsiteY386"/>
              <a:gd fmla="*/ 255415 w 565545" name="connsiteX387"/>
              <a:gd fmla="*/ 55864 h 493127" name="connsiteY387"/>
              <a:gd fmla="*/ 253982 w 565545" name="connsiteX388"/>
              <a:gd fmla="*/ 63027 h 493127" name="connsiteY388"/>
              <a:gd fmla="*/ 249683 w 565545" name="connsiteX389"/>
              <a:gd fmla="*/ 70189 h 493127" name="connsiteY389"/>
              <a:gd fmla="*/ 239651 w 565545" name="connsiteX390"/>
              <a:gd fmla="*/ 75918 h 493127" name="connsiteY390"/>
              <a:gd fmla="*/ 229619 w 565545" name="connsiteX391"/>
              <a:gd fmla="*/ 75918 h 493127" name="connsiteY391"/>
              <a:gd fmla="*/ 231052 w 565545" name="connsiteX392"/>
              <a:gd fmla="*/ 81648 h 493127" name="connsiteY392"/>
              <a:gd fmla="*/ 232485 w 565545" name="connsiteX393"/>
              <a:gd fmla="*/ 88810 h 493127" name="connsiteY393"/>
              <a:gd fmla="*/ 231052 w 565545" name="connsiteX394"/>
              <a:gd fmla="*/ 95972 h 493127" name="connsiteY394"/>
              <a:gd fmla="*/ 225320 w 565545" name="connsiteX395"/>
              <a:gd fmla="*/ 103134 h 493127" name="connsiteY395"/>
              <a:gd fmla="*/ 215288 w 565545" name="connsiteX396"/>
              <a:gd fmla="*/ 110297 h 493127" name="connsiteY396"/>
              <a:gd fmla="*/ 205256 w 565545" name="connsiteX397"/>
              <a:gd fmla="*/ 111729 h 493127" name="connsiteY397"/>
              <a:gd fmla="*/ 193791 w 565545" name="connsiteX398"/>
              <a:gd fmla="*/ 108864 h 493127" name="connsiteY398"/>
              <a:gd fmla="*/ 183759 w 565545" name="connsiteX399"/>
              <a:gd fmla="*/ 101702 h 493127" name="connsiteY399"/>
              <a:gd fmla="*/ 145065 w 565545" name="connsiteX400"/>
              <a:gd fmla="*/ 67324 h 493127" name="connsiteY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b="b" l="l" r="r" t="t"/>
            <a:pathLst>
              <a:path h="493127" w="565545">
                <a:moveTo>
                  <a:pt x="162199" y="428621"/>
                </a:moveTo>
                <a:lnTo>
                  <a:pt x="132056" y="431488"/>
                </a:lnTo>
                <a:lnTo>
                  <a:pt x="196649" y="455857"/>
                </a:lnTo>
                <a:lnTo>
                  <a:pt x="235405" y="451556"/>
                </a:lnTo>
                <a:close/>
                <a:moveTo>
                  <a:pt x="310101" y="309494"/>
                </a:moveTo>
                <a:cubicBezTo>
                  <a:pt x="312978" y="308061"/>
                  <a:pt x="314417" y="308061"/>
                  <a:pt x="317294" y="309494"/>
                </a:cubicBezTo>
                <a:cubicBezTo>
                  <a:pt x="318733" y="309494"/>
                  <a:pt x="321610" y="310927"/>
                  <a:pt x="323049" y="312360"/>
                </a:cubicBezTo>
                <a:cubicBezTo>
                  <a:pt x="325926" y="313793"/>
                  <a:pt x="327365" y="315226"/>
                  <a:pt x="328804" y="318092"/>
                </a:cubicBezTo>
                <a:cubicBezTo>
                  <a:pt x="331681" y="320958"/>
                  <a:pt x="333120" y="323824"/>
                  <a:pt x="333120" y="326690"/>
                </a:cubicBezTo>
                <a:cubicBezTo>
                  <a:pt x="333120" y="329556"/>
                  <a:pt x="333120" y="330990"/>
                  <a:pt x="333120" y="333856"/>
                </a:cubicBezTo>
                <a:cubicBezTo>
                  <a:pt x="331681" y="336722"/>
                  <a:pt x="331681" y="339588"/>
                  <a:pt x="328804" y="341021"/>
                </a:cubicBezTo>
                <a:cubicBezTo>
                  <a:pt x="327365" y="343887"/>
                  <a:pt x="325926" y="345320"/>
                  <a:pt x="323049" y="346753"/>
                </a:cubicBezTo>
                <a:cubicBezTo>
                  <a:pt x="320172" y="349619"/>
                  <a:pt x="317294" y="349619"/>
                  <a:pt x="314417" y="351052"/>
                </a:cubicBezTo>
                <a:cubicBezTo>
                  <a:pt x="311539" y="351052"/>
                  <a:pt x="308662" y="351052"/>
                  <a:pt x="307223" y="351052"/>
                </a:cubicBezTo>
                <a:cubicBezTo>
                  <a:pt x="304346" y="351052"/>
                  <a:pt x="301468" y="349619"/>
                  <a:pt x="300030" y="348186"/>
                </a:cubicBezTo>
                <a:cubicBezTo>
                  <a:pt x="297152" y="346753"/>
                  <a:pt x="295714" y="343887"/>
                  <a:pt x="292836" y="342454"/>
                </a:cubicBezTo>
                <a:cubicBezTo>
                  <a:pt x="289959" y="336722"/>
                  <a:pt x="288520" y="332423"/>
                  <a:pt x="289959" y="328123"/>
                </a:cubicBezTo>
                <a:cubicBezTo>
                  <a:pt x="289959" y="323824"/>
                  <a:pt x="292836" y="320958"/>
                  <a:pt x="297152" y="316659"/>
                </a:cubicBezTo>
                <a:lnTo>
                  <a:pt x="302907" y="328123"/>
                </a:lnTo>
                <a:cubicBezTo>
                  <a:pt x="301468" y="329556"/>
                  <a:pt x="301468" y="329556"/>
                  <a:pt x="301468" y="330990"/>
                </a:cubicBezTo>
                <a:cubicBezTo>
                  <a:pt x="301468" y="330990"/>
                  <a:pt x="301468" y="332423"/>
                  <a:pt x="301468" y="333856"/>
                </a:cubicBezTo>
                <a:cubicBezTo>
                  <a:pt x="301468" y="333856"/>
                  <a:pt x="301468" y="335289"/>
                  <a:pt x="301468" y="336722"/>
                </a:cubicBezTo>
                <a:cubicBezTo>
                  <a:pt x="302907" y="338155"/>
                  <a:pt x="304346" y="338155"/>
                  <a:pt x="304346" y="339588"/>
                </a:cubicBezTo>
                <a:cubicBezTo>
                  <a:pt x="305785" y="339588"/>
                  <a:pt x="307223" y="339588"/>
                  <a:pt x="308662" y="339588"/>
                </a:cubicBezTo>
                <a:cubicBezTo>
                  <a:pt x="310101" y="339588"/>
                  <a:pt x="311539" y="339588"/>
                  <a:pt x="311539" y="338155"/>
                </a:cubicBezTo>
                <a:cubicBezTo>
                  <a:pt x="312978" y="338155"/>
                  <a:pt x="314417" y="336722"/>
                  <a:pt x="315855" y="336722"/>
                </a:cubicBezTo>
                <a:cubicBezTo>
                  <a:pt x="317294" y="335289"/>
                  <a:pt x="318733" y="335289"/>
                  <a:pt x="318733" y="333856"/>
                </a:cubicBezTo>
                <a:cubicBezTo>
                  <a:pt x="320172" y="332423"/>
                  <a:pt x="320172" y="332423"/>
                  <a:pt x="321610" y="330990"/>
                </a:cubicBezTo>
                <a:cubicBezTo>
                  <a:pt x="321610" y="329556"/>
                  <a:pt x="321610" y="328123"/>
                  <a:pt x="321610" y="326690"/>
                </a:cubicBezTo>
                <a:cubicBezTo>
                  <a:pt x="321610" y="326690"/>
                  <a:pt x="321610" y="325257"/>
                  <a:pt x="321610" y="323824"/>
                </a:cubicBezTo>
                <a:cubicBezTo>
                  <a:pt x="320172" y="322391"/>
                  <a:pt x="320172" y="322391"/>
                  <a:pt x="318733" y="322391"/>
                </a:cubicBezTo>
                <a:cubicBezTo>
                  <a:pt x="318733" y="320958"/>
                  <a:pt x="317294" y="320958"/>
                  <a:pt x="317294" y="320958"/>
                </a:cubicBezTo>
                <a:cubicBezTo>
                  <a:pt x="315855" y="320958"/>
                  <a:pt x="314417" y="320958"/>
                  <a:pt x="314417" y="320958"/>
                </a:cubicBezTo>
                <a:cubicBezTo>
                  <a:pt x="312978" y="320958"/>
                  <a:pt x="312978" y="320958"/>
                  <a:pt x="311539" y="322391"/>
                </a:cubicBezTo>
                <a:lnTo>
                  <a:pt x="304346" y="310927"/>
                </a:lnTo>
                <a:cubicBezTo>
                  <a:pt x="305785" y="310927"/>
                  <a:pt x="308662" y="309494"/>
                  <a:pt x="310101" y="309494"/>
                </a:cubicBezTo>
                <a:close/>
                <a:moveTo>
                  <a:pt x="137853" y="295266"/>
                </a:moveTo>
                <a:cubicBezTo>
                  <a:pt x="134976" y="295266"/>
                  <a:pt x="133537" y="295266"/>
                  <a:pt x="133537" y="296695"/>
                </a:cubicBezTo>
                <a:cubicBezTo>
                  <a:pt x="132099" y="296695"/>
                  <a:pt x="130660" y="298125"/>
                  <a:pt x="130660" y="299554"/>
                </a:cubicBezTo>
                <a:cubicBezTo>
                  <a:pt x="130660" y="300983"/>
                  <a:pt x="129222" y="300983"/>
                  <a:pt x="129222" y="302413"/>
                </a:cubicBezTo>
                <a:cubicBezTo>
                  <a:pt x="129222" y="303842"/>
                  <a:pt x="129222" y="305271"/>
                  <a:pt x="129222" y="306701"/>
                </a:cubicBezTo>
                <a:cubicBezTo>
                  <a:pt x="129222" y="308130"/>
                  <a:pt x="129222" y="309559"/>
                  <a:pt x="129222" y="310989"/>
                </a:cubicBezTo>
                <a:cubicBezTo>
                  <a:pt x="129222" y="312418"/>
                  <a:pt x="130660" y="313847"/>
                  <a:pt x="130660" y="315277"/>
                </a:cubicBezTo>
                <a:cubicBezTo>
                  <a:pt x="130660" y="316706"/>
                  <a:pt x="132099" y="316706"/>
                  <a:pt x="133537" y="318136"/>
                </a:cubicBezTo>
                <a:cubicBezTo>
                  <a:pt x="133537" y="318136"/>
                  <a:pt x="134976" y="318136"/>
                  <a:pt x="137853" y="318136"/>
                </a:cubicBezTo>
                <a:cubicBezTo>
                  <a:pt x="139291" y="318136"/>
                  <a:pt x="140730" y="318136"/>
                  <a:pt x="140730" y="318136"/>
                </a:cubicBezTo>
                <a:cubicBezTo>
                  <a:pt x="142168" y="316706"/>
                  <a:pt x="143607" y="316706"/>
                  <a:pt x="143607" y="315277"/>
                </a:cubicBezTo>
                <a:cubicBezTo>
                  <a:pt x="143607" y="313847"/>
                  <a:pt x="145045" y="312418"/>
                  <a:pt x="145045" y="310989"/>
                </a:cubicBezTo>
                <a:cubicBezTo>
                  <a:pt x="145045" y="309559"/>
                  <a:pt x="145045" y="308130"/>
                  <a:pt x="145045" y="306701"/>
                </a:cubicBezTo>
                <a:cubicBezTo>
                  <a:pt x="145045" y="305271"/>
                  <a:pt x="145045" y="303842"/>
                  <a:pt x="145045" y="302413"/>
                </a:cubicBezTo>
                <a:cubicBezTo>
                  <a:pt x="145045" y="300983"/>
                  <a:pt x="143607" y="300983"/>
                  <a:pt x="143607" y="299554"/>
                </a:cubicBezTo>
                <a:cubicBezTo>
                  <a:pt x="143607" y="298125"/>
                  <a:pt x="142168" y="296695"/>
                  <a:pt x="140730" y="296695"/>
                </a:cubicBezTo>
                <a:cubicBezTo>
                  <a:pt x="140730" y="295266"/>
                  <a:pt x="139291" y="295266"/>
                  <a:pt x="137853" y="295266"/>
                </a:cubicBezTo>
                <a:close/>
                <a:moveTo>
                  <a:pt x="401842" y="283745"/>
                </a:moveTo>
                <a:lnTo>
                  <a:pt x="413332" y="318123"/>
                </a:lnTo>
                <a:lnTo>
                  <a:pt x="430566" y="305231"/>
                </a:lnTo>
                <a:lnTo>
                  <a:pt x="403278" y="283745"/>
                </a:lnTo>
                <a:close/>
                <a:moveTo>
                  <a:pt x="111960" y="266679"/>
                </a:moveTo>
                <a:lnTo>
                  <a:pt x="129222" y="266679"/>
                </a:lnTo>
                <a:lnTo>
                  <a:pt x="129222" y="289549"/>
                </a:lnTo>
                <a:lnTo>
                  <a:pt x="130660" y="289549"/>
                </a:lnTo>
                <a:cubicBezTo>
                  <a:pt x="132099" y="286690"/>
                  <a:pt x="133537" y="285261"/>
                  <a:pt x="134976" y="283831"/>
                </a:cubicBezTo>
                <a:cubicBezTo>
                  <a:pt x="137853" y="282402"/>
                  <a:pt x="140730" y="282402"/>
                  <a:pt x="143607" y="282402"/>
                </a:cubicBezTo>
                <a:cubicBezTo>
                  <a:pt x="146484" y="282402"/>
                  <a:pt x="150799" y="283831"/>
                  <a:pt x="152238" y="285261"/>
                </a:cubicBezTo>
                <a:cubicBezTo>
                  <a:pt x="155115" y="286690"/>
                  <a:pt x="157992" y="288119"/>
                  <a:pt x="159430" y="290978"/>
                </a:cubicBezTo>
                <a:cubicBezTo>
                  <a:pt x="160869" y="292407"/>
                  <a:pt x="160869" y="295266"/>
                  <a:pt x="162307" y="298125"/>
                </a:cubicBezTo>
                <a:cubicBezTo>
                  <a:pt x="162307" y="300983"/>
                  <a:pt x="162307" y="303842"/>
                  <a:pt x="162307" y="306701"/>
                </a:cubicBezTo>
                <a:cubicBezTo>
                  <a:pt x="162307" y="309559"/>
                  <a:pt x="162307" y="312418"/>
                  <a:pt x="162307" y="315277"/>
                </a:cubicBezTo>
                <a:cubicBezTo>
                  <a:pt x="160869" y="318136"/>
                  <a:pt x="159430" y="320994"/>
                  <a:pt x="157992" y="323853"/>
                </a:cubicBezTo>
                <a:cubicBezTo>
                  <a:pt x="156553" y="326712"/>
                  <a:pt x="155115" y="328141"/>
                  <a:pt x="152238" y="329570"/>
                </a:cubicBezTo>
                <a:cubicBezTo>
                  <a:pt x="149361" y="331000"/>
                  <a:pt x="146484" y="332429"/>
                  <a:pt x="143607" y="332429"/>
                </a:cubicBezTo>
                <a:cubicBezTo>
                  <a:pt x="140730" y="332429"/>
                  <a:pt x="139291" y="331000"/>
                  <a:pt x="137853" y="331000"/>
                </a:cubicBezTo>
                <a:cubicBezTo>
                  <a:pt x="136414" y="331000"/>
                  <a:pt x="134976" y="331000"/>
                  <a:pt x="133537" y="329570"/>
                </a:cubicBezTo>
                <a:cubicBezTo>
                  <a:pt x="133537" y="329570"/>
                  <a:pt x="132099" y="328141"/>
                  <a:pt x="130660" y="328141"/>
                </a:cubicBezTo>
                <a:cubicBezTo>
                  <a:pt x="130660" y="326712"/>
                  <a:pt x="130660" y="326712"/>
                  <a:pt x="129222" y="325282"/>
                </a:cubicBezTo>
                <a:lnTo>
                  <a:pt x="129222" y="331000"/>
                </a:lnTo>
                <a:lnTo>
                  <a:pt x="111960" y="331000"/>
                </a:lnTo>
                <a:close/>
                <a:moveTo>
                  <a:pt x="50258" y="250870"/>
                </a:moveTo>
                <a:cubicBezTo>
                  <a:pt x="53135" y="249437"/>
                  <a:pt x="56013" y="249437"/>
                  <a:pt x="57451" y="250870"/>
                </a:cubicBezTo>
                <a:cubicBezTo>
                  <a:pt x="60329" y="250870"/>
                  <a:pt x="61768" y="252303"/>
                  <a:pt x="64645" y="253736"/>
                </a:cubicBezTo>
                <a:cubicBezTo>
                  <a:pt x="66084" y="255169"/>
                  <a:pt x="68961" y="256602"/>
                  <a:pt x="70400" y="259468"/>
                </a:cubicBezTo>
                <a:cubicBezTo>
                  <a:pt x="71839" y="262334"/>
                  <a:pt x="73277" y="265200"/>
                  <a:pt x="73277" y="266633"/>
                </a:cubicBezTo>
                <a:cubicBezTo>
                  <a:pt x="74716" y="269499"/>
                  <a:pt x="74716" y="272366"/>
                  <a:pt x="73277" y="275232"/>
                </a:cubicBezTo>
                <a:cubicBezTo>
                  <a:pt x="73277" y="278098"/>
                  <a:pt x="71839" y="280964"/>
                  <a:pt x="70400" y="282397"/>
                </a:cubicBezTo>
                <a:cubicBezTo>
                  <a:pt x="68961" y="285263"/>
                  <a:pt x="66084" y="286696"/>
                  <a:pt x="63206" y="288129"/>
                </a:cubicBezTo>
                <a:cubicBezTo>
                  <a:pt x="60329" y="289562"/>
                  <a:pt x="58890" y="290995"/>
                  <a:pt x="56013" y="292428"/>
                </a:cubicBezTo>
                <a:cubicBezTo>
                  <a:pt x="53135" y="292428"/>
                  <a:pt x="50258" y="292428"/>
                  <a:pt x="47381" y="292428"/>
                </a:cubicBezTo>
                <a:cubicBezTo>
                  <a:pt x="44503" y="292428"/>
                  <a:pt x="41626" y="290995"/>
                  <a:pt x="40187" y="289562"/>
                </a:cubicBezTo>
                <a:cubicBezTo>
                  <a:pt x="37310" y="288129"/>
                  <a:pt x="35871" y="285263"/>
                  <a:pt x="34432" y="283830"/>
                </a:cubicBezTo>
                <a:cubicBezTo>
                  <a:pt x="30116" y="278098"/>
                  <a:pt x="30116" y="273799"/>
                  <a:pt x="30116" y="269499"/>
                </a:cubicBezTo>
                <a:cubicBezTo>
                  <a:pt x="30116" y="265200"/>
                  <a:pt x="32993" y="262334"/>
                  <a:pt x="37310" y="258035"/>
                </a:cubicBezTo>
                <a:lnTo>
                  <a:pt x="44503" y="268066"/>
                </a:lnTo>
                <a:cubicBezTo>
                  <a:pt x="43064" y="269499"/>
                  <a:pt x="43064" y="269499"/>
                  <a:pt x="43064" y="269499"/>
                </a:cubicBezTo>
                <a:cubicBezTo>
                  <a:pt x="43064" y="270932"/>
                  <a:pt x="41626" y="270932"/>
                  <a:pt x="41626" y="272366"/>
                </a:cubicBezTo>
                <a:cubicBezTo>
                  <a:pt x="41626" y="272366"/>
                  <a:pt x="41626" y="273799"/>
                  <a:pt x="41626" y="275232"/>
                </a:cubicBezTo>
                <a:cubicBezTo>
                  <a:pt x="41626" y="275232"/>
                  <a:pt x="41626" y="276665"/>
                  <a:pt x="43064" y="278098"/>
                </a:cubicBezTo>
                <a:cubicBezTo>
                  <a:pt x="43064" y="279531"/>
                  <a:pt x="44503" y="279531"/>
                  <a:pt x="45942" y="279531"/>
                </a:cubicBezTo>
                <a:cubicBezTo>
                  <a:pt x="45942" y="280964"/>
                  <a:pt x="47381" y="280964"/>
                  <a:pt x="48819" y="280964"/>
                </a:cubicBezTo>
                <a:cubicBezTo>
                  <a:pt x="50258" y="280964"/>
                  <a:pt x="51697" y="280964"/>
                  <a:pt x="53135" y="279531"/>
                </a:cubicBezTo>
                <a:cubicBezTo>
                  <a:pt x="54574" y="279531"/>
                  <a:pt x="56013" y="278098"/>
                  <a:pt x="56013" y="278098"/>
                </a:cubicBezTo>
                <a:cubicBezTo>
                  <a:pt x="57451" y="276665"/>
                  <a:pt x="58890" y="276665"/>
                  <a:pt x="60329" y="275232"/>
                </a:cubicBezTo>
                <a:cubicBezTo>
                  <a:pt x="60329" y="273799"/>
                  <a:pt x="61768" y="273799"/>
                  <a:pt x="61768" y="272366"/>
                </a:cubicBezTo>
                <a:cubicBezTo>
                  <a:pt x="63206" y="270932"/>
                  <a:pt x="63206" y="269499"/>
                  <a:pt x="63206" y="268066"/>
                </a:cubicBezTo>
                <a:cubicBezTo>
                  <a:pt x="63206" y="268066"/>
                  <a:pt x="61768" y="266633"/>
                  <a:pt x="61768" y="265200"/>
                </a:cubicBezTo>
                <a:cubicBezTo>
                  <a:pt x="60329" y="263767"/>
                  <a:pt x="60329" y="263767"/>
                  <a:pt x="58890" y="262334"/>
                </a:cubicBezTo>
                <a:cubicBezTo>
                  <a:pt x="58890" y="262334"/>
                  <a:pt x="57451" y="262334"/>
                  <a:pt x="57451" y="262334"/>
                </a:cubicBezTo>
                <a:cubicBezTo>
                  <a:pt x="56013" y="262334"/>
                  <a:pt x="56013" y="262334"/>
                  <a:pt x="54574" y="262334"/>
                </a:cubicBezTo>
                <a:cubicBezTo>
                  <a:pt x="54574" y="262334"/>
                  <a:pt x="53135" y="262334"/>
                  <a:pt x="51697" y="263767"/>
                </a:cubicBezTo>
                <a:lnTo>
                  <a:pt x="44503" y="252303"/>
                </a:lnTo>
                <a:cubicBezTo>
                  <a:pt x="47381" y="252303"/>
                  <a:pt x="48819" y="250870"/>
                  <a:pt x="50258" y="250870"/>
                </a:cubicBezTo>
                <a:close/>
                <a:moveTo>
                  <a:pt x="394661" y="245069"/>
                </a:moveTo>
                <a:lnTo>
                  <a:pt x="489449" y="309528"/>
                </a:lnTo>
                <a:lnTo>
                  <a:pt x="462162" y="331015"/>
                </a:lnTo>
                <a:lnTo>
                  <a:pt x="449236" y="320988"/>
                </a:lnTo>
                <a:lnTo>
                  <a:pt x="420513" y="341042"/>
                </a:lnTo>
                <a:lnTo>
                  <a:pt x="426257" y="355366"/>
                </a:lnTo>
                <a:lnTo>
                  <a:pt x="398970" y="375420"/>
                </a:lnTo>
                <a:lnTo>
                  <a:pt x="367374" y="263691"/>
                </a:lnTo>
                <a:close/>
                <a:moveTo>
                  <a:pt x="314418" y="212079"/>
                </a:moveTo>
                <a:cubicBezTo>
                  <a:pt x="312980" y="212079"/>
                  <a:pt x="311541" y="212079"/>
                  <a:pt x="310103" y="213516"/>
                </a:cubicBezTo>
                <a:cubicBezTo>
                  <a:pt x="308665" y="213516"/>
                  <a:pt x="308665" y="214953"/>
                  <a:pt x="307227" y="214953"/>
                </a:cubicBezTo>
                <a:cubicBezTo>
                  <a:pt x="305789" y="216390"/>
                  <a:pt x="305789" y="217826"/>
                  <a:pt x="304351" y="219263"/>
                </a:cubicBezTo>
                <a:cubicBezTo>
                  <a:pt x="304351" y="220700"/>
                  <a:pt x="302912" y="220700"/>
                  <a:pt x="302912" y="222137"/>
                </a:cubicBezTo>
                <a:cubicBezTo>
                  <a:pt x="302912" y="223574"/>
                  <a:pt x="301474" y="225011"/>
                  <a:pt x="301474" y="226447"/>
                </a:cubicBezTo>
                <a:cubicBezTo>
                  <a:pt x="301474" y="227884"/>
                  <a:pt x="301474" y="229321"/>
                  <a:pt x="302912" y="229321"/>
                </a:cubicBezTo>
                <a:cubicBezTo>
                  <a:pt x="302912" y="230758"/>
                  <a:pt x="304351" y="232195"/>
                  <a:pt x="305789" y="233632"/>
                </a:cubicBezTo>
                <a:cubicBezTo>
                  <a:pt x="307227" y="233632"/>
                  <a:pt x="308665" y="233632"/>
                  <a:pt x="308665" y="233632"/>
                </a:cubicBezTo>
                <a:cubicBezTo>
                  <a:pt x="310103" y="233632"/>
                  <a:pt x="311541" y="233632"/>
                  <a:pt x="312980" y="233632"/>
                </a:cubicBezTo>
                <a:cubicBezTo>
                  <a:pt x="314418" y="232195"/>
                  <a:pt x="314418" y="232195"/>
                  <a:pt x="315856" y="230758"/>
                </a:cubicBezTo>
                <a:cubicBezTo>
                  <a:pt x="317294" y="229321"/>
                  <a:pt x="317294" y="227884"/>
                  <a:pt x="318732" y="227884"/>
                </a:cubicBezTo>
                <a:cubicBezTo>
                  <a:pt x="318732" y="226447"/>
                  <a:pt x="320171" y="225011"/>
                  <a:pt x="320171" y="223574"/>
                </a:cubicBezTo>
                <a:cubicBezTo>
                  <a:pt x="320171" y="222137"/>
                  <a:pt x="321609" y="220700"/>
                  <a:pt x="321609" y="219263"/>
                </a:cubicBezTo>
                <a:cubicBezTo>
                  <a:pt x="321609" y="217826"/>
                  <a:pt x="321609" y="217826"/>
                  <a:pt x="320171" y="216390"/>
                </a:cubicBezTo>
                <a:cubicBezTo>
                  <a:pt x="320171" y="214953"/>
                  <a:pt x="318732" y="213516"/>
                  <a:pt x="317294" y="213516"/>
                </a:cubicBezTo>
                <a:cubicBezTo>
                  <a:pt x="315856" y="212079"/>
                  <a:pt x="314418" y="212079"/>
                  <a:pt x="314418" y="212079"/>
                </a:cubicBezTo>
                <a:close/>
                <a:moveTo>
                  <a:pt x="311541" y="174721"/>
                </a:moveTo>
                <a:lnTo>
                  <a:pt x="327362" y="184779"/>
                </a:lnTo>
                <a:lnTo>
                  <a:pt x="314418" y="203458"/>
                </a:lnTo>
                <a:lnTo>
                  <a:pt x="315856" y="203458"/>
                </a:lnTo>
                <a:cubicBezTo>
                  <a:pt x="317294" y="203458"/>
                  <a:pt x="320171" y="202021"/>
                  <a:pt x="323047" y="202021"/>
                </a:cubicBezTo>
                <a:cubicBezTo>
                  <a:pt x="324485" y="203458"/>
                  <a:pt x="327362" y="203458"/>
                  <a:pt x="330238" y="204895"/>
                </a:cubicBezTo>
                <a:cubicBezTo>
                  <a:pt x="333114" y="207768"/>
                  <a:pt x="335991" y="209205"/>
                  <a:pt x="337429" y="212079"/>
                </a:cubicBezTo>
                <a:cubicBezTo>
                  <a:pt x="338867" y="214953"/>
                  <a:pt x="338867" y="217826"/>
                  <a:pt x="338867" y="220700"/>
                </a:cubicBezTo>
                <a:cubicBezTo>
                  <a:pt x="338867" y="223574"/>
                  <a:pt x="338867" y="226447"/>
                  <a:pt x="337429" y="229321"/>
                </a:cubicBezTo>
                <a:cubicBezTo>
                  <a:pt x="335991" y="232195"/>
                  <a:pt x="334552" y="233632"/>
                  <a:pt x="333114" y="236505"/>
                </a:cubicBezTo>
                <a:cubicBezTo>
                  <a:pt x="331676" y="239379"/>
                  <a:pt x="330238" y="240816"/>
                  <a:pt x="327362" y="243690"/>
                </a:cubicBezTo>
                <a:cubicBezTo>
                  <a:pt x="325923" y="245126"/>
                  <a:pt x="323047" y="246563"/>
                  <a:pt x="320171" y="248000"/>
                </a:cubicBezTo>
                <a:cubicBezTo>
                  <a:pt x="317294" y="249437"/>
                  <a:pt x="314418" y="249437"/>
                  <a:pt x="311541" y="249437"/>
                </a:cubicBezTo>
                <a:cubicBezTo>
                  <a:pt x="308665" y="249437"/>
                  <a:pt x="305789" y="249437"/>
                  <a:pt x="302912" y="246563"/>
                </a:cubicBezTo>
                <a:cubicBezTo>
                  <a:pt x="301474" y="246563"/>
                  <a:pt x="300036" y="245126"/>
                  <a:pt x="298598" y="243690"/>
                </a:cubicBezTo>
                <a:cubicBezTo>
                  <a:pt x="298598" y="242253"/>
                  <a:pt x="297160" y="242253"/>
                  <a:pt x="297160" y="240816"/>
                </a:cubicBezTo>
                <a:cubicBezTo>
                  <a:pt x="295721" y="239379"/>
                  <a:pt x="295721" y="237942"/>
                  <a:pt x="295721" y="237942"/>
                </a:cubicBezTo>
                <a:cubicBezTo>
                  <a:pt x="295721" y="236505"/>
                  <a:pt x="295721" y="235069"/>
                  <a:pt x="295721" y="235069"/>
                </a:cubicBezTo>
                <a:lnTo>
                  <a:pt x="292845" y="239379"/>
                </a:lnTo>
                <a:lnTo>
                  <a:pt x="277025" y="229321"/>
                </a:lnTo>
                <a:close/>
                <a:moveTo>
                  <a:pt x="28601" y="157593"/>
                </a:moveTo>
                <a:lnTo>
                  <a:pt x="30037" y="170525"/>
                </a:lnTo>
                <a:lnTo>
                  <a:pt x="50136" y="161904"/>
                </a:lnTo>
                <a:close/>
                <a:moveTo>
                  <a:pt x="255500" y="149094"/>
                </a:moveTo>
                <a:lnTo>
                  <a:pt x="213874" y="362681"/>
                </a:lnTo>
                <a:lnTo>
                  <a:pt x="472244" y="435788"/>
                </a:lnTo>
                <a:lnTo>
                  <a:pt x="532531" y="182064"/>
                </a:lnTo>
                <a:close/>
                <a:moveTo>
                  <a:pt x="152130" y="144835"/>
                </a:moveTo>
                <a:cubicBezTo>
                  <a:pt x="159290" y="146266"/>
                  <a:pt x="165018" y="150559"/>
                  <a:pt x="170746" y="156283"/>
                </a:cubicBezTo>
                <a:lnTo>
                  <a:pt x="154994" y="167731"/>
                </a:lnTo>
                <a:cubicBezTo>
                  <a:pt x="153562" y="166300"/>
                  <a:pt x="153562" y="166300"/>
                  <a:pt x="152130" y="166300"/>
                </a:cubicBezTo>
                <a:cubicBezTo>
                  <a:pt x="152130" y="164869"/>
                  <a:pt x="150698" y="164869"/>
                  <a:pt x="149265" y="163438"/>
                </a:cubicBezTo>
                <a:cubicBezTo>
                  <a:pt x="147833" y="163438"/>
                  <a:pt x="146401" y="163438"/>
                  <a:pt x="144969" y="163438"/>
                </a:cubicBezTo>
                <a:cubicBezTo>
                  <a:pt x="143537" y="163438"/>
                  <a:pt x="142105" y="164869"/>
                  <a:pt x="140673" y="164869"/>
                </a:cubicBezTo>
                <a:cubicBezTo>
                  <a:pt x="137809" y="166300"/>
                  <a:pt x="136377" y="167731"/>
                  <a:pt x="136377" y="170593"/>
                </a:cubicBezTo>
                <a:cubicBezTo>
                  <a:pt x="134945" y="172024"/>
                  <a:pt x="134945" y="173455"/>
                  <a:pt x="134945" y="174886"/>
                </a:cubicBezTo>
                <a:cubicBezTo>
                  <a:pt x="136377" y="177748"/>
                  <a:pt x="136377" y="179179"/>
                  <a:pt x="136377" y="182040"/>
                </a:cubicBezTo>
                <a:cubicBezTo>
                  <a:pt x="137809" y="183471"/>
                  <a:pt x="139241" y="184902"/>
                  <a:pt x="140673" y="187764"/>
                </a:cubicBezTo>
                <a:cubicBezTo>
                  <a:pt x="142105" y="189195"/>
                  <a:pt x="143537" y="190626"/>
                  <a:pt x="144969" y="192057"/>
                </a:cubicBezTo>
                <a:cubicBezTo>
                  <a:pt x="146401" y="193488"/>
                  <a:pt x="147833" y="194919"/>
                  <a:pt x="149265" y="196350"/>
                </a:cubicBezTo>
                <a:cubicBezTo>
                  <a:pt x="150698" y="196350"/>
                  <a:pt x="153562" y="197781"/>
                  <a:pt x="154994" y="197781"/>
                </a:cubicBezTo>
                <a:cubicBezTo>
                  <a:pt x="156426" y="196350"/>
                  <a:pt x="159290" y="196350"/>
                  <a:pt x="160722" y="194919"/>
                </a:cubicBezTo>
                <a:cubicBezTo>
                  <a:pt x="162154" y="193488"/>
                  <a:pt x="163586" y="193488"/>
                  <a:pt x="163586" y="192057"/>
                </a:cubicBezTo>
                <a:cubicBezTo>
                  <a:pt x="165018" y="190626"/>
                  <a:pt x="165018" y="189195"/>
                  <a:pt x="165018" y="187764"/>
                </a:cubicBezTo>
                <a:cubicBezTo>
                  <a:pt x="165018" y="186333"/>
                  <a:pt x="165018" y="186333"/>
                  <a:pt x="165018" y="184902"/>
                </a:cubicBezTo>
                <a:cubicBezTo>
                  <a:pt x="165018" y="183471"/>
                  <a:pt x="163586" y="182040"/>
                  <a:pt x="163586" y="180609"/>
                </a:cubicBezTo>
                <a:lnTo>
                  <a:pt x="179339" y="169162"/>
                </a:lnTo>
                <a:cubicBezTo>
                  <a:pt x="182203" y="172024"/>
                  <a:pt x="182203" y="174886"/>
                  <a:pt x="183635" y="177748"/>
                </a:cubicBezTo>
                <a:cubicBezTo>
                  <a:pt x="183635" y="182040"/>
                  <a:pt x="185067" y="184902"/>
                  <a:pt x="183635" y="189195"/>
                </a:cubicBezTo>
                <a:cubicBezTo>
                  <a:pt x="183635" y="192057"/>
                  <a:pt x="182203" y="194919"/>
                  <a:pt x="179339" y="199212"/>
                </a:cubicBezTo>
                <a:cubicBezTo>
                  <a:pt x="177907" y="202074"/>
                  <a:pt x="173610" y="204936"/>
                  <a:pt x="170746" y="207798"/>
                </a:cubicBezTo>
                <a:cubicBezTo>
                  <a:pt x="166450" y="210660"/>
                  <a:pt x="162154" y="213522"/>
                  <a:pt x="157858" y="213522"/>
                </a:cubicBezTo>
                <a:cubicBezTo>
                  <a:pt x="152130" y="214953"/>
                  <a:pt x="147833" y="214953"/>
                  <a:pt x="144969" y="213522"/>
                </a:cubicBezTo>
                <a:cubicBezTo>
                  <a:pt x="140673" y="213522"/>
                  <a:pt x="136377" y="210660"/>
                  <a:pt x="133513" y="209229"/>
                </a:cubicBezTo>
                <a:cubicBezTo>
                  <a:pt x="129217" y="206367"/>
                  <a:pt x="126352" y="202074"/>
                  <a:pt x="123488" y="199212"/>
                </a:cubicBezTo>
                <a:cubicBezTo>
                  <a:pt x="120624" y="194919"/>
                  <a:pt x="119192" y="190626"/>
                  <a:pt x="117760" y="186333"/>
                </a:cubicBezTo>
                <a:cubicBezTo>
                  <a:pt x="116328" y="180609"/>
                  <a:pt x="116328" y="177748"/>
                  <a:pt x="116328" y="173455"/>
                </a:cubicBezTo>
                <a:cubicBezTo>
                  <a:pt x="117760" y="169162"/>
                  <a:pt x="119192" y="164869"/>
                  <a:pt x="122056" y="162007"/>
                </a:cubicBezTo>
                <a:cubicBezTo>
                  <a:pt x="123488" y="157714"/>
                  <a:pt x="127784" y="154852"/>
                  <a:pt x="132081" y="151990"/>
                </a:cubicBezTo>
                <a:cubicBezTo>
                  <a:pt x="139241" y="146266"/>
                  <a:pt x="146401" y="144835"/>
                  <a:pt x="152130" y="144835"/>
                </a:cubicBezTo>
                <a:close/>
                <a:moveTo>
                  <a:pt x="2759" y="131730"/>
                </a:moveTo>
                <a:lnTo>
                  <a:pt x="71671" y="150409"/>
                </a:lnTo>
                <a:lnTo>
                  <a:pt x="73107" y="170525"/>
                </a:lnTo>
                <a:lnTo>
                  <a:pt x="8502" y="200699"/>
                </a:lnTo>
                <a:lnTo>
                  <a:pt x="7066" y="179146"/>
                </a:lnTo>
                <a:lnTo>
                  <a:pt x="15680" y="176272"/>
                </a:lnTo>
                <a:lnTo>
                  <a:pt x="14244" y="154720"/>
                </a:lnTo>
                <a:lnTo>
                  <a:pt x="4195" y="153283"/>
                </a:lnTo>
                <a:close/>
                <a:moveTo>
                  <a:pt x="242581" y="127592"/>
                </a:moveTo>
                <a:lnTo>
                  <a:pt x="565545" y="159128"/>
                </a:lnTo>
                <a:lnTo>
                  <a:pt x="493775" y="461591"/>
                </a:lnTo>
                <a:lnTo>
                  <a:pt x="261242" y="493127"/>
                </a:lnTo>
                <a:lnTo>
                  <a:pt x="0" y="399951"/>
                </a:lnTo>
                <a:lnTo>
                  <a:pt x="195214" y="369849"/>
                </a:lnTo>
                <a:close/>
                <a:moveTo>
                  <a:pt x="345994" y="77420"/>
                </a:moveTo>
                <a:cubicBezTo>
                  <a:pt x="345994" y="78854"/>
                  <a:pt x="344557" y="78854"/>
                  <a:pt x="344557" y="80289"/>
                </a:cubicBezTo>
                <a:cubicBezTo>
                  <a:pt x="343120" y="81723"/>
                  <a:pt x="341684" y="81723"/>
                  <a:pt x="341684" y="83157"/>
                </a:cubicBezTo>
                <a:cubicBezTo>
                  <a:pt x="340247" y="84591"/>
                  <a:pt x="338810" y="86025"/>
                  <a:pt x="337373" y="87459"/>
                </a:cubicBezTo>
                <a:cubicBezTo>
                  <a:pt x="337373" y="88893"/>
                  <a:pt x="337373" y="88893"/>
                  <a:pt x="338810" y="90327"/>
                </a:cubicBezTo>
                <a:cubicBezTo>
                  <a:pt x="338810" y="91762"/>
                  <a:pt x="340247" y="93196"/>
                  <a:pt x="341684" y="93196"/>
                </a:cubicBezTo>
                <a:cubicBezTo>
                  <a:pt x="343120" y="93196"/>
                  <a:pt x="344557" y="93196"/>
                  <a:pt x="345994" y="91762"/>
                </a:cubicBezTo>
                <a:cubicBezTo>
                  <a:pt x="347431" y="90327"/>
                  <a:pt x="348868" y="88893"/>
                  <a:pt x="350305" y="87459"/>
                </a:cubicBezTo>
                <a:cubicBezTo>
                  <a:pt x="350305" y="86025"/>
                  <a:pt x="350305" y="83157"/>
                  <a:pt x="348868" y="81723"/>
                </a:cubicBezTo>
                <a:close/>
                <a:moveTo>
                  <a:pt x="192358" y="57297"/>
                </a:moveTo>
                <a:lnTo>
                  <a:pt x="180893" y="70189"/>
                </a:lnTo>
                <a:lnTo>
                  <a:pt x="192358" y="81648"/>
                </a:lnTo>
                <a:cubicBezTo>
                  <a:pt x="193791" y="81648"/>
                  <a:pt x="195224" y="83081"/>
                  <a:pt x="196657" y="83081"/>
                </a:cubicBezTo>
                <a:cubicBezTo>
                  <a:pt x="198090" y="84513"/>
                  <a:pt x="198090" y="84513"/>
                  <a:pt x="199523" y="84513"/>
                </a:cubicBezTo>
                <a:cubicBezTo>
                  <a:pt x="200957" y="85945"/>
                  <a:pt x="202390" y="84513"/>
                  <a:pt x="203823" y="84513"/>
                </a:cubicBezTo>
                <a:cubicBezTo>
                  <a:pt x="203823" y="84513"/>
                  <a:pt x="205256" y="83081"/>
                  <a:pt x="206689" y="81648"/>
                </a:cubicBezTo>
                <a:cubicBezTo>
                  <a:pt x="210988" y="77351"/>
                  <a:pt x="209555" y="74486"/>
                  <a:pt x="205256" y="68756"/>
                </a:cubicBezTo>
                <a:close/>
                <a:moveTo>
                  <a:pt x="340247" y="50172"/>
                </a:moveTo>
                <a:cubicBezTo>
                  <a:pt x="343120" y="48738"/>
                  <a:pt x="345994" y="48738"/>
                  <a:pt x="347431" y="50172"/>
                </a:cubicBezTo>
                <a:cubicBezTo>
                  <a:pt x="350305" y="50172"/>
                  <a:pt x="351742" y="51606"/>
                  <a:pt x="353178" y="54474"/>
                </a:cubicBezTo>
                <a:cubicBezTo>
                  <a:pt x="354615" y="55909"/>
                  <a:pt x="356052" y="57343"/>
                  <a:pt x="357489" y="60211"/>
                </a:cubicBezTo>
                <a:lnTo>
                  <a:pt x="367547" y="77420"/>
                </a:lnTo>
                <a:cubicBezTo>
                  <a:pt x="368984" y="78854"/>
                  <a:pt x="370420" y="80289"/>
                  <a:pt x="370420" y="81723"/>
                </a:cubicBezTo>
                <a:cubicBezTo>
                  <a:pt x="371857" y="83157"/>
                  <a:pt x="373294" y="84591"/>
                  <a:pt x="374731" y="86025"/>
                </a:cubicBezTo>
                <a:lnTo>
                  <a:pt x="358926" y="96064"/>
                </a:lnTo>
                <a:cubicBezTo>
                  <a:pt x="358926" y="94630"/>
                  <a:pt x="357489" y="94630"/>
                  <a:pt x="357489" y="94630"/>
                </a:cubicBezTo>
                <a:cubicBezTo>
                  <a:pt x="356052" y="93196"/>
                  <a:pt x="356052" y="93196"/>
                  <a:pt x="356052" y="91762"/>
                </a:cubicBezTo>
                <a:cubicBezTo>
                  <a:pt x="354615" y="94630"/>
                  <a:pt x="353178" y="97498"/>
                  <a:pt x="351742" y="100366"/>
                </a:cubicBezTo>
                <a:cubicBezTo>
                  <a:pt x="350305" y="101800"/>
                  <a:pt x="347431" y="103235"/>
                  <a:pt x="344557" y="106103"/>
                </a:cubicBezTo>
                <a:cubicBezTo>
                  <a:pt x="343120" y="106103"/>
                  <a:pt x="340247" y="107537"/>
                  <a:pt x="338810" y="107537"/>
                </a:cubicBezTo>
                <a:cubicBezTo>
                  <a:pt x="337373" y="108971"/>
                  <a:pt x="334499" y="108971"/>
                  <a:pt x="333063" y="108971"/>
                </a:cubicBezTo>
                <a:cubicBezTo>
                  <a:pt x="330189" y="108971"/>
                  <a:pt x="328752" y="107537"/>
                  <a:pt x="327315" y="106103"/>
                </a:cubicBezTo>
                <a:cubicBezTo>
                  <a:pt x="325878" y="106103"/>
                  <a:pt x="323005" y="103235"/>
                  <a:pt x="321568" y="101800"/>
                </a:cubicBezTo>
                <a:cubicBezTo>
                  <a:pt x="321568" y="98932"/>
                  <a:pt x="320131" y="97498"/>
                  <a:pt x="320131" y="94630"/>
                </a:cubicBezTo>
                <a:cubicBezTo>
                  <a:pt x="320131" y="93196"/>
                  <a:pt x="320131" y="91762"/>
                  <a:pt x="321568" y="88893"/>
                </a:cubicBezTo>
                <a:cubicBezTo>
                  <a:pt x="321568" y="87459"/>
                  <a:pt x="323005" y="86025"/>
                  <a:pt x="324442" y="84591"/>
                </a:cubicBezTo>
                <a:cubicBezTo>
                  <a:pt x="325878" y="83157"/>
                  <a:pt x="327315" y="81723"/>
                  <a:pt x="328752" y="80289"/>
                </a:cubicBezTo>
                <a:cubicBezTo>
                  <a:pt x="330189" y="78854"/>
                  <a:pt x="331626" y="77420"/>
                  <a:pt x="333063" y="75986"/>
                </a:cubicBezTo>
                <a:cubicBezTo>
                  <a:pt x="334499" y="74552"/>
                  <a:pt x="335936" y="73118"/>
                  <a:pt x="337373" y="73118"/>
                </a:cubicBezTo>
                <a:cubicBezTo>
                  <a:pt x="338810" y="71684"/>
                  <a:pt x="338810" y="70250"/>
                  <a:pt x="340247" y="70250"/>
                </a:cubicBezTo>
                <a:cubicBezTo>
                  <a:pt x="340247" y="68816"/>
                  <a:pt x="340247" y="67382"/>
                  <a:pt x="340247" y="65947"/>
                </a:cubicBezTo>
                <a:cubicBezTo>
                  <a:pt x="338810" y="64513"/>
                  <a:pt x="337373" y="64513"/>
                  <a:pt x="335936" y="64513"/>
                </a:cubicBezTo>
                <a:cubicBezTo>
                  <a:pt x="334499" y="64513"/>
                  <a:pt x="333063" y="64513"/>
                  <a:pt x="331626" y="65947"/>
                </a:cubicBezTo>
                <a:cubicBezTo>
                  <a:pt x="330189" y="65947"/>
                  <a:pt x="330189" y="67382"/>
                  <a:pt x="328752" y="67382"/>
                </a:cubicBezTo>
                <a:cubicBezTo>
                  <a:pt x="328752" y="68816"/>
                  <a:pt x="328752" y="68816"/>
                  <a:pt x="328752" y="70250"/>
                </a:cubicBezTo>
                <a:cubicBezTo>
                  <a:pt x="327315" y="70250"/>
                  <a:pt x="327315" y="71684"/>
                  <a:pt x="327315" y="71684"/>
                </a:cubicBezTo>
                <a:cubicBezTo>
                  <a:pt x="328752" y="73118"/>
                  <a:pt x="328752" y="73118"/>
                  <a:pt x="328752" y="73118"/>
                </a:cubicBezTo>
                <a:lnTo>
                  <a:pt x="312947" y="83157"/>
                </a:lnTo>
                <a:cubicBezTo>
                  <a:pt x="311510" y="78854"/>
                  <a:pt x="311510" y="75986"/>
                  <a:pt x="311510" y="74552"/>
                </a:cubicBezTo>
                <a:cubicBezTo>
                  <a:pt x="311510" y="71684"/>
                  <a:pt x="312947" y="68816"/>
                  <a:pt x="314384" y="65947"/>
                </a:cubicBezTo>
                <a:cubicBezTo>
                  <a:pt x="315821" y="64513"/>
                  <a:pt x="317257" y="61645"/>
                  <a:pt x="320131" y="60211"/>
                </a:cubicBezTo>
                <a:cubicBezTo>
                  <a:pt x="321568" y="58777"/>
                  <a:pt x="324442" y="57343"/>
                  <a:pt x="327315" y="55909"/>
                </a:cubicBezTo>
                <a:cubicBezTo>
                  <a:pt x="331626" y="53040"/>
                  <a:pt x="335936" y="50172"/>
                  <a:pt x="340247" y="50172"/>
                </a:cubicBezTo>
                <a:close/>
                <a:moveTo>
                  <a:pt x="57416" y="48693"/>
                </a:moveTo>
                <a:cubicBezTo>
                  <a:pt x="55979" y="48693"/>
                  <a:pt x="54542" y="48693"/>
                  <a:pt x="53106" y="50126"/>
                </a:cubicBezTo>
                <a:cubicBezTo>
                  <a:pt x="51669" y="51558"/>
                  <a:pt x="51669" y="51558"/>
                  <a:pt x="51669" y="54424"/>
                </a:cubicBezTo>
                <a:cubicBezTo>
                  <a:pt x="51669" y="55856"/>
                  <a:pt x="51669" y="57289"/>
                  <a:pt x="53106" y="58722"/>
                </a:cubicBezTo>
                <a:cubicBezTo>
                  <a:pt x="54542" y="61588"/>
                  <a:pt x="57416" y="61588"/>
                  <a:pt x="60290" y="63020"/>
                </a:cubicBezTo>
                <a:cubicBezTo>
                  <a:pt x="61727" y="63020"/>
                  <a:pt x="64600" y="61588"/>
                  <a:pt x="67474" y="60155"/>
                </a:cubicBezTo>
                <a:lnTo>
                  <a:pt x="71785" y="55856"/>
                </a:lnTo>
                <a:cubicBezTo>
                  <a:pt x="70348" y="55856"/>
                  <a:pt x="68911" y="54424"/>
                  <a:pt x="67474" y="54424"/>
                </a:cubicBezTo>
                <a:cubicBezTo>
                  <a:pt x="66037" y="52991"/>
                  <a:pt x="64600" y="51558"/>
                  <a:pt x="63163" y="51558"/>
                </a:cubicBezTo>
                <a:cubicBezTo>
                  <a:pt x="60290" y="50126"/>
                  <a:pt x="58853" y="48693"/>
                  <a:pt x="57416" y="48693"/>
                </a:cubicBezTo>
                <a:close/>
                <a:moveTo>
                  <a:pt x="212421" y="34378"/>
                </a:moveTo>
                <a:lnTo>
                  <a:pt x="203823" y="45838"/>
                </a:lnTo>
                <a:lnTo>
                  <a:pt x="213855" y="54432"/>
                </a:lnTo>
                <a:cubicBezTo>
                  <a:pt x="216721" y="57297"/>
                  <a:pt x="218154" y="58729"/>
                  <a:pt x="221020" y="58729"/>
                </a:cubicBezTo>
                <a:cubicBezTo>
                  <a:pt x="222453" y="58729"/>
                  <a:pt x="223886" y="58729"/>
                  <a:pt x="226753" y="55864"/>
                </a:cubicBezTo>
                <a:cubicBezTo>
                  <a:pt x="228186" y="54432"/>
                  <a:pt x="228186" y="53000"/>
                  <a:pt x="228186" y="50135"/>
                </a:cubicBezTo>
                <a:cubicBezTo>
                  <a:pt x="226753" y="48702"/>
                  <a:pt x="225320" y="47270"/>
                  <a:pt x="223886" y="44405"/>
                </a:cubicBezTo>
                <a:close/>
                <a:moveTo>
                  <a:pt x="511087" y="34255"/>
                </a:moveTo>
                <a:cubicBezTo>
                  <a:pt x="515395" y="34255"/>
                  <a:pt x="521138" y="34255"/>
                  <a:pt x="525446" y="35692"/>
                </a:cubicBezTo>
                <a:cubicBezTo>
                  <a:pt x="529753" y="37129"/>
                  <a:pt x="534061" y="38566"/>
                  <a:pt x="536933" y="41439"/>
                </a:cubicBezTo>
                <a:cubicBezTo>
                  <a:pt x="541240" y="44313"/>
                  <a:pt x="544112" y="47187"/>
                  <a:pt x="545548" y="51497"/>
                </a:cubicBezTo>
                <a:cubicBezTo>
                  <a:pt x="548419" y="55808"/>
                  <a:pt x="549855" y="60118"/>
                  <a:pt x="549855" y="65866"/>
                </a:cubicBezTo>
                <a:lnTo>
                  <a:pt x="522574" y="65866"/>
                </a:lnTo>
                <a:cubicBezTo>
                  <a:pt x="521138" y="61555"/>
                  <a:pt x="521138" y="60118"/>
                  <a:pt x="518267" y="58682"/>
                </a:cubicBezTo>
                <a:cubicBezTo>
                  <a:pt x="516831" y="55808"/>
                  <a:pt x="513959" y="55808"/>
                  <a:pt x="511087" y="55808"/>
                </a:cubicBezTo>
                <a:cubicBezTo>
                  <a:pt x="508216" y="55808"/>
                  <a:pt x="506780" y="55808"/>
                  <a:pt x="503908" y="57245"/>
                </a:cubicBezTo>
                <a:cubicBezTo>
                  <a:pt x="502472" y="58682"/>
                  <a:pt x="501037" y="60118"/>
                  <a:pt x="501037" y="61555"/>
                </a:cubicBezTo>
                <a:cubicBezTo>
                  <a:pt x="499601" y="62992"/>
                  <a:pt x="499601" y="65866"/>
                  <a:pt x="498165" y="67303"/>
                </a:cubicBezTo>
                <a:cubicBezTo>
                  <a:pt x="498165" y="70176"/>
                  <a:pt x="498165" y="73050"/>
                  <a:pt x="498165" y="74487"/>
                </a:cubicBezTo>
                <a:cubicBezTo>
                  <a:pt x="498165" y="77361"/>
                  <a:pt x="498165" y="78798"/>
                  <a:pt x="498165" y="81671"/>
                </a:cubicBezTo>
                <a:cubicBezTo>
                  <a:pt x="499601" y="84545"/>
                  <a:pt x="499601" y="85982"/>
                  <a:pt x="501037" y="87419"/>
                </a:cubicBezTo>
                <a:cubicBezTo>
                  <a:pt x="501037" y="88856"/>
                  <a:pt x="502472" y="90292"/>
                  <a:pt x="503908" y="91729"/>
                </a:cubicBezTo>
                <a:cubicBezTo>
                  <a:pt x="506780" y="93166"/>
                  <a:pt x="508216" y="93166"/>
                  <a:pt x="511087" y="93166"/>
                </a:cubicBezTo>
                <a:cubicBezTo>
                  <a:pt x="513959" y="93166"/>
                  <a:pt x="516831" y="93166"/>
                  <a:pt x="519702" y="90292"/>
                </a:cubicBezTo>
                <a:cubicBezTo>
                  <a:pt x="521138" y="87419"/>
                  <a:pt x="522574" y="85982"/>
                  <a:pt x="522574" y="83108"/>
                </a:cubicBezTo>
                <a:lnTo>
                  <a:pt x="551291" y="83108"/>
                </a:lnTo>
                <a:cubicBezTo>
                  <a:pt x="549855" y="87419"/>
                  <a:pt x="548419" y="91729"/>
                  <a:pt x="545548" y="96040"/>
                </a:cubicBezTo>
                <a:cubicBezTo>
                  <a:pt x="544112" y="100350"/>
                  <a:pt x="541240" y="103224"/>
                  <a:pt x="536933" y="106098"/>
                </a:cubicBezTo>
                <a:cubicBezTo>
                  <a:pt x="534061" y="108972"/>
                  <a:pt x="529753" y="111845"/>
                  <a:pt x="525446" y="113282"/>
                </a:cubicBezTo>
                <a:cubicBezTo>
                  <a:pt x="521138" y="114719"/>
                  <a:pt x="515395" y="114719"/>
                  <a:pt x="511087" y="114719"/>
                </a:cubicBezTo>
                <a:cubicBezTo>
                  <a:pt x="505344" y="114719"/>
                  <a:pt x="499601" y="114719"/>
                  <a:pt x="493857" y="111845"/>
                </a:cubicBezTo>
                <a:cubicBezTo>
                  <a:pt x="489550" y="110408"/>
                  <a:pt x="485242" y="107535"/>
                  <a:pt x="480935" y="104661"/>
                </a:cubicBezTo>
                <a:cubicBezTo>
                  <a:pt x="478063" y="100350"/>
                  <a:pt x="473756" y="96040"/>
                  <a:pt x="472320" y="91729"/>
                </a:cubicBezTo>
                <a:cubicBezTo>
                  <a:pt x="469448" y="85982"/>
                  <a:pt x="469448" y="80234"/>
                  <a:pt x="469448" y="74487"/>
                </a:cubicBezTo>
                <a:cubicBezTo>
                  <a:pt x="469448" y="68740"/>
                  <a:pt x="469448" y="62992"/>
                  <a:pt x="472320" y="58682"/>
                </a:cubicBezTo>
                <a:cubicBezTo>
                  <a:pt x="473756" y="52934"/>
                  <a:pt x="478063" y="48624"/>
                  <a:pt x="480935" y="45750"/>
                </a:cubicBezTo>
                <a:cubicBezTo>
                  <a:pt x="485242" y="41439"/>
                  <a:pt x="489550" y="38566"/>
                  <a:pt x="493857" y="37129"/>
                </a:cubicBezTo>
                <a:cubicBezTo>
                  <a:pt x="499601" y="35692"/>
                  <a:pt x="505344" y="34255"/>
                  <a:pt x="511087" y="34255"/>
                </a:cubicBezTo>
                <a:close/>
                <a:moveTo>
                  <a:pt x="417704" y="17158"/>
                </a:moveTo>
                <a:cubicBezTo>
                  <a:pt x="416271" y="17158"/>
                  <a:pt x="414839" y="18588"/>
                  <a:pt x="413406" y="18588"/>
                </a:cubicBezTo>
                <a:cubicBezTo>
                  <a:pt x="413406" y="20018"/>
                  <a:pt x="411974" y="20018"/>
                  <a:pt x="411974" y="21447"/>
                </a:cubicBezTo>
                <a:cubicBezTo>
                  <a:pt x="410542" y="22877"/>
                  <a:pt x="410542" y="24307"/>
                  <a:pt x="410542" y="25737"/>
                </a:cubicBezTo>
                <a:cubicBezTo>
                  <a:pt x="410542" y="27167"/>
                  <a:pt x="411974" y="28597"/>
                  <a:pt x="411974" y="28597"/>
                </a:cubicBezTo>
                <a:cubicBezTo>
                  <a:pt x="413406" y="30026"/>
                  <a:pt x="413406" y="31456"/>
                  <a:pt x="414839" y="31456"/>
                </a:cubicBezTo>
                <a:cubicBezTo>
                  <a:pt x="416271" y="32886"/>
                  <a:pt x="417704" y="32886"/>
                  <a:pt x="419136" y="34316"/>
                </a:cubicBezTo>
                <a:cubicBezTo>
                  <a:pt x="420569" y="34316"/>
                  <a:pt x="422001" y="34316"/>
                  <a:pt x="422001" y="35746"/>
                </a:cubicBezTo>
                <a:cubicBezTo>
                  <a:pt x="423433" y="35746"/>
                  <a:pt x="424866" y="35746"/>
                  <a:pt x="426298" y="35746"/>
                </a:cubicBezTo>
                <a:cubicBezTo>
                  <a:pt x="427731" y="35746"/>
                  <a:pt x="429163" y="35746"/>
                  <a:pt x="430596" y="34316"/>
                </a:cubicBezTo>
                <a:cubicBezTo>
                  <a:pt x="430596" y="34316"/>
                  <a:pt x="432028" y="32886"/>
                  <a:pt x="432028" y="31456"/>
                </a:cubicBezTo>
                <a:cubicBezTo>
                  <a:pt x="433460" y="30026"/>
                  <a:pt x="433460" y="28597"/>
                  <a:pt x="433460" y="27167"/>
                </a:cubicBezTo>
                <a:cubicBezTo>
                  <a:pt x="433460" y="25737"/>
                  <a:pt x="432028" y="25737"/>
                  <a:pt x="432028" y="24307"/>
                </a:cubicBezTo>
                <a:cubicBezTo>
                  <a:pt x="430596" y="22877"/>
                  <a:pt x="430596" y="22877"/>
                  <a:pt x="429163" y="21447"/>
                </a:cubicBezTo>
                <a:cubicBezTo>
                  <a:pt x="427731" y="20018"/>
                  <a:pt x="426298" y="20018"/>
                  <a:pt x="424866" y="20018"/>
                </a:cubicBezTo>
                <a:cubicBezTo>
                  <a:pt x="423433" y="18588"/>
                  <a:pt x="423433" y="18588"/>
                  <a:pt x="422001" y="18588"/>
                </a:cubicBezTo>
                <a:cubicBezTo>
                  <a:pt x="420569" y="17158"/>
                  <a:pt x="419136" y="17158"/>
                  <a:pt x="417704" y="17158"/>
                </a:cubicBezTo>
                <a:close/>
                <a:moveTo>
                  <a:pt x="66037" y="12874"/>
                </a:moveTo>
                <a:cubicBezTo>
                  <a:pt x="70348" y="12874"/>
                  <a:pt x="73221" y="12874"/>
                  <a:pt x="76095" y="14307"/>
                </a:cubicBezTo>
                <a:cubicBezTo>
                  <a:pt x="78969" y="15740"/>
                  <a:pt x="81842" y="17172"/>
                  <a:pt x="84716" y="20038"/>
                </a:cubicBezTo>
                <a:cubicBezTo>
                  <a:pt x="87590" y="22903"/>
                  <a:pt x="90464" y="25769"/>
                  <a:pt x="93337" y="27202"/>
                </a:cubicBezTo>
                <a:cubicBezTo>
                  <a:pt x="97648" y="32932"/>
                  <a:pt x="100521" y="37231"/>
                  <a:pt x="101958" y="41529"/>
                </a:cubicBezTo>
                <a:cubicBezTo>
                  <a:pt x="103395" y="45827"/>
                  <a:pt x="104832" y="48693"/>
                  <a:pt x="104832" y="51558"/>
                </a:cubicBezTo>
                <a:cubicBezTo>
                  <a:pt x="103395" y="54424"/>
                  <a:pt x="101958" y="57289"/>
                  <a:pt x="100521" y="58722"/>
                </a:cubicBezTo>
                <a:cubicBezTo>
                  <a:pt x="99085" y="61588"/>
                  <a:pt x="96211" y="63020"/>
                  <a:pt x="94774" y="64453"/>
                </a:cubicBezTo>
                <a:lnTo>
                  <a:pt x="76095" y="81646"/>
                </a:lnTo>
                <a:cubicBezTo>
                  <a:pt x="74658" y="83079"/>
                  <a:pt x="73221" y="84512"/>
                  <a:pt x="70348" y="87377"/>
                </a:cubicBezTo>
                <a:cubicBezTo>
                  <a:pt x="68911" y="88810"/>
                  <a:pt x="68911" y="90242"/>
                  <a:pt x="67474" y="93108"/>
                </a:cubicBezTo>
                <a:lnTo>
                  <a:pt x="51669" y="75915"/>
                </a:lnTo>
                <a:cubicBezTo>
                  <a:pt x="51669" y="74482"/>
                  <a:pt x="53106" y="74482"/>
                  <a:pt x="53106" y="73050"/>
                </a:cubicBezTo>
                <a:cubicBezTo>
                  <a:pt x="54542" y="71617"/>
                  <a:pt x="54542" y="71617"/>
                  <a:pt x="55979" y="71617"/>
                </a:cubicBezTo>
                <a:lnTo>
                  <a:pt x="55979" y="70184"/>
                </a:lnTo>
                <a:cubicBezTo>
                  <a:pt x="51669" y="70184"/>
                  <a:pt x="48795" y="70184"/>
                  <a:pt x="44484" y="68751"/>
                </a:cubicBezTo>
                <a:cubicBezTo>
                  <a:pt x="41611" y="65886"/>
                  <a:pt x="38737" y="64453"/>
                  <a:pt x="37300" y="61588"/>
                </a:cubicBezTo>
                <a:cubicBezTo>
                  <a:pt x="34427" y="58722"/>
                  <a:pt x="32990" y="57289"/>
                  <a:pt x="31553" y="54424"/>
                </a:cubicBezTo>
                <a:cubicBezTo>
                  <a:pt x="30116" y="51558"/>
                  <a:pt x="30116" y="50126"/>
                  <a:pt x="30116" y="47260"/>
                </a:cubicBezTo>
                <a:cubicBezTo>
                  <a:pt x="30116" y="44394"/>
                  <a:pt x="30116" y="41529"/>
                  <a:pt x="31553" y="40096"/>
                </a:cubicBezTo>
                <a:cubicBezTo>
                  <a:pt x="31553" y="37231"/>
                  <a:pt x="34427" y="35798"/>
                  <a:pt x="35863" y="32932"/>
                </a:cubicBezTo>
                <a:cubicBezTo>
                  <a:pt x="38737" y="31500"/>
                  <a:pt x="40174" y="30067"/>
                  <a:pt x="43048" y="28634"/>
                </a:cubicBezTo>
                <a:cubicBezTo>
                  <a:pt x="45921" y="28634"/>
                  <a:pt x="47358" y="28634"/>
                  <a:pt x="50232" y="28634"/>
                </a:cubicBezTo>
                <a:cubicBezTo>
                  <a:pt x="53106" y="28634"/>
                  <a:pt x="54542" y="30067"/>
                  <a:pt x="57416" y="31500"/>
                </a:cubicBezTo>
                <a:cubicBezTo>
                  <a:pt x="58853" y="32932"/>
                  <a:pt x="61727" y="34365"/>
                  <a:pt x="63163" y="35798"/>
                </a:cubicBezTo>
                <a:cubicBezTo>
                  <a:pt x="66037" y="37231"/>
                  <a:pt x="67474" y="38664"/>
                  <a:pt x="68911" y="40096"/>
                </a:cubicBezTo>
                <a:cubicBezTo>
                  <a:pt x="71785" y="41529"/>
                  <a:pt x="73221" y="42962"/>
                  <a:pt x="74658" y="44394"/>
                </a:cubicBezTo>
                <a:cubicBezTo>
                  <a:pt x="76095" y="45827"/>
                  <a:pt x="77532" y="45827"/>
                  <a:pt x="78969" y="47260"/>
                </a:cubicBezTo>
                <a:cubicBezTo>
                  <a:pt x="80406" y="47260"/>
                  <a:pt x="81842" y="47260"/>
                  <a:pt x="83279" y="45827"/>
                </a:cubicBezTo>
                <a:cubicBezTo>
                  <a:pt x="84716" y="44394"/>
                  <a:pt x="84716" y="42962"/>
                  <a:pt x="84716" y="41529"/>
                </a:cubicBezTo>
                <a:cubicBezTo>
                  <a:pt x="83279" y="38664"/>
                  <a:pt x="83279" y="37231"/>
                  <a:pt x="81842" y="35798"/>
                </a:cubicBezTo>
                <a:cubicBezTo>
                  <a:pt x="80406" y="34365"/>
                  <a:pt x="78969" y="34365"/>
                  <a:pt x="78969" y="32932"/>
                </a:cubicBezTo>
                <a:cubicBezTo>
                  <a:pt x="77532" y="32932"/>
                  <a:pt x="76095" y="32932"/>
                  <a:pt x="76095" y="32932"/>
                </a:cubicBezTo>
                <a:cubicBezTo>
                  <a:pt x="74658" y="32932"/>
                  <a:pt x="73221" y="32932"/>
                  <a:pt x="73221" y="32932"/>
                </a:cubicBezTo>
                <a:cubicBezTo>
                  <a:pt x="71785" y="32932"/>
                  <a:pt x="71785" y="32932"/>
                  <a:pt x="71785" y="34365"/>
                </a:cubicBezTo>
                <a:lnTo>
                  <a:pt x="57416" y="18605"/>
                </a:lnTo>
                <a:cubicBezTo>
                  <a:pt x="60290" y="15740"/>
                  <a:pt x="63163" y="14307"/>
                  <a:pt x="66037" y="12874"/>
                </a:cubicBezTo>
                <a:close/>
                <a:moveTo>
                  <a:pt x="416271" y="0"/>
                </a:moveTo>
                <a:cubicBezTo>
                  <a:pt x="419136" y="0"/>
                  <a:pt x="422001" y="0"/>
                  <a:pt x="424866" y="0"/>
                </a:cubicBezTo>
                <a:cubicBezTo>
                  <a:pt x="427731" y="1430"/>
                  <a:pt x="430596" y="1430"/>
                  <a:pt x="432028" y="2860"/>
                </a:cubicBezTo>
                <a:cubicBezTo>
                  <a:pt x="434893" y="4289"/>
                  <a:pt x="437758" y="5719"/>
                  <a:pt x="440622" y="7149"/>
                </a:cubicBezTo>
                <a:cubicBezTo>
                  <a:pt x="442055" y="10009"/>
                  <a:pt x="444920" y="11439"/>
                  <a:pt x="446352" y="14298"/>
                </a:cubicBezTo>
                <a:cubicBezTo>
                  <a:pt x="447785" y="17158"/>
                  <a:pt x="447785" y="20018"/>
                  <a:pt x="449217" y="22877"/>
                </a:cubicBezTo>
                <a:cubicBezTo>
                  <a:pt x="449217" y="25737"/>
                  <a:pt x="447785" y="28597"/>
                  <a:pt x="446352" y="31456"/>
                </a:cubicBezTo>
                <a:cubicBezTo>
                  <a:pt x="446352" y="32886"/>
                  <a:pt x="444920" y="34316"/>
                  <a:pt x="444920" y="35746"/>
                </a:cubicBezTo>
                <a:cubicBezTo>
                  <a:pt x="443487" y="37176"/>
                  <a:pt x="442055" y="38605"/>
                  <a:pt x="440622" y="38605"/>
                </a:cubicBezTo>
                <a:cubicBezTo>
                  <a:pt x="440622" y="40035"/>
                  <a:pt x="439190" y="40035"/>
                  <a:pt x="437758" y="40035"/>
                </a:cubicBezTo>
                <a:cubicBezTo>
                  <a:pt x="437758" y="41465"/>
                  <a:pt x="436325" y="41465"/>
                  <a:pt x="434893" y="41465"/>
                </a:cubicBezTo>
                <a:lnTo>
                  <a:pt x="440622" y="42895"/>
                </a:lnTo>
                <a:lnTo>
                  <a:pt x="433460" y="58623"/>
                </a:lnTo>
                <a:lnTo>
                  <a:pt x="374731" y="32886"/>
                </a:lnTo>
                <a:lnTo>
                  <a:pt x="381893" y="15728"/>
                </a:lnTo>
                <a:lnTo>
                  <a:pt x="401947" y="25737"/>
                </a:lnTo>
                <a:cubicBezTo>
                  <a:pt x="400515" y="22877"/>
                  <a:pt x="400515" y="21447"/>
                  <a:pt x="400515" y="18588"/>
                </a:cubicBezTo>
                <a:cubicBezTo>
                  <a:pt x="400515" y="15728"/>
                  <a:pt x="400515" y="14298"/>
                  <a:pt x="401947" y="11439"/>
                </a:cubicBezTo>
                <a:cubicBezTo>
                  <a:pt x="403379" y="7149"/>
                  <a:pt x="406244" y="4289"/>
                  <a:pt x="407677" y="2860"/>
                </a:cubicBezTo>
                <a:cubicBezTo>
                  <a:pt x="410542" y="1430"/>
                  <a:pt x="413406" y="0"/>
                  <a:pt x="416271" y="0"/>
                </a:cubicBezTo>
                <a:close/>
                <a:moveTo>
                  <a:pt x="206689" y="0"/>
                </a:moveTo>
                <a:lnTo>
                  <a:pt x="243950" y="34378"/>
                </a:lnTo>
                <a:cubicBezTo>
                  <a:pt x="248249" y="37243"/>
                  <a:pt x="251116" y="41540"/>
                  <a:pt x="252549" y="44405"/>
                </a:cubicBezTo>
                <a:cubicBezTo>
                  <a:pt x="253982" y="48702"/>
                  <a:pt x="255415" y="51567"/>
                  <a:pt x="255415" y="55864"/>
                </a:cubicBezTo>
                <a:cubicBezTo>
                  <a:pt x="255415" y="58729"/>
                  <a:pt x="255415" y="61594"/>
                  <a:pt x="253982" y="63027"/>
                </a:cubicBezTo>
                <a:cubicBezTo>
                  <a:pt x="252549" y="65891"/>
                  <a:pt x="251116" y="68756"/>
                  <a:pt x="249683" y="70189"/>
                </a:cubicBezTo>
                <a:cubicBezTo>
                  <a:pt x="246816" y="73054"/>
                  <a:pt x="242517" y="75918"/>
                  <a:pt x="239651" y="75918"/>
                </a:cubicBezTo>
                <a:cubicBezTo>
                  <a:pt x="236784" y="75918"/>
                  <a:pt x="232485" y="75918"/>
                  <a:pt x="229619" y="75918"/>
                </a:cubicBezTo>
                <a:cubicBezTo>
                  <a:pt x="229619" y="77351"/>
                  <a:pt x="231052" y="78783"/>
                  <a:pt x="231052" y="81648"/>
                </a:cubicBezTo>
                <a:cubicBezTo>
                  <a:pt x="232485" y="83081"/>
                  <a:pt x="232485" y="85945"/>
                  <a:pt x="232485" y="88810"/>
                </a:cubicBezTo>
                <a:cubicBezTo>
                  <a:pt x="232485" y="90243"/>
                  <a:pt x="231052" y="93108"/>
                  <a:pt x="231052" y="95972"/>
                </a:cubicBezTo>
                <a:cubicBezTo>
                  <a:pt x="229619" y="97405"/>
                  <a:pt x="228186" y="100270"/>
                  <a:pt x="225320" y="103134"/>
                </a:cubicBezTo>
                <a:cubicBezTo>
                  <a:pt x="222453" y="105999"/>
                  <a:pt x="219587" y="108864"/>
                  <a:pt x="215288" y="110297"/>
                </a:cubicBezTo>
                <a:cubicBezTo>
                  <a:pt x="212421" y="111729"/>
                  <a:pt x="208122" y="111729"/>
                  <a:pt x="205256" y="111729"/>
                </a:cubicBezTo>
                <a:cubicBezTo>
                  <a:pt x="200957" y="111729"/>
                  <a:pt x="196657" y="110297"/>
                  <a:pt x="193791" y="108864"/>
                </a:cubicBezTo>
                <a:cubicBezTo>
                  <a:pt x="189492" y="107432"/>
                  <a:pt x="186625" y="104567"/>
                  <a:pt x="183759" y="101702"/>
                </a:cubicBezTo>
                <a:lnTo>
                  <a:pt x="145065" y="673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32" name="稻壳儿：耗崽 26"/>
          <p:cNvSpPr>
            <a:spLocks noChangeAspect="1"/>
          </p:cNvSpPr>
          <p:nvPr/>
        </p:nvSpPr>
        <p:spPr bwMode="auto">
          <a:xfrm>
            <a:off x="6675639" y="1373161"/>
            <a:ext cx="372748" cy="289876"/>
          </a:xfrm>
          <a:custGeom>
            <a:avLst/>
            <a:gdLst>
              <a:gd fmla="*/ 2471 w 2903" name="T0"/>
              <a:gd fmla="*/ 1598 h 2261" name="T1"/>
              <a:gd fmla="*/ 2471 w 2903" name="T2"/>
              <a:gd fmla="*/ 2127 h 2261" name="T3"/>
              <a:gd fmla="*/ 2505 w 2903" name="T4"/>
              <a:gd fmla="*/ 2127 h 2261" name="T5"/>
              <a:gd fmla="*/ 2572 w 2903" name="T6"/>
              <a:gd fmla="*/ 2194 h 2261" name="T7"/>
              <a:gd fmla="*/ 2505 w 2903" name="T8"/>
              <a:gd fmla="*/ 2261 h 2261" name="T9"/>
              <a:gd fmla="*/ 2405 w 2903" name="T10"/>
              <a:gd fmla="*/ 2261 h 2261" name="T11"/>
              <a:gd fmla="*/ 2124 w 2903" name="T12"/>
              <a:gd fmla="*/ 2261 h 2261" name="T13"/>
              <a:gd fmla="*/ 398 w 2903" name="T14"/>
              <a:gd fmla="*/ 2261 h 2261" name="T15"/>
              <a:gd fmla="*/ 0 w 2903" name="T16"/>
              <a:gd fmla="*/ 1863 h 2261" name="T17"/>
              <a:gd fmla="*/ 398 w 2903" name="T18"/>
              <a:gd fmla="*/ 1465 h 2261" name="T19"/>
              <a:gd fmla="*/ 2124 w 2903" name="T20"/>
              <a:gd fmla="*/ 1465 h 2261" name="T21"/>
              <a:gd fmla="*/ 2405 w 2903" name="T22"/>
              <a:gd fmla="*/ 1465 h 2261" name="T23"/>
              <a:gd fmla="*/ 2505 w 2903" name="T24"/>
              <a:gd fmla="*/ 1465 h 2261" name="T25"/>
              <a:gd fmla="*/ 2572 w 2903" name="T26"/>
              <a:gd fmla="*/ 1532 h 2261" name="T27"/>
              <a:gd fmla="*/ 2505 w 2903" name="T28"/>
              <a:gd fmla="*/ 1598 h 2261" name="T29"/>
              <a:gd fmla="*/ 2471 w 2903" name="T30"/>
              <a:gd fmla="*/ 1598 h 2261" name="T31"/>
              <a:gd fmla="*/ 2836 w 2903" name="T32"/>
              <a:gd fmla="*/ 1195 h 2261" name="T33"/>
              <a:gd fmla="*/ 2786 w 2903" name="T34"/>
              <a:gd fmla="*/ 1195 h 2261" name="T35"/>
              <a:gd fmla="*/ 2786 w 2903" name="T36"/>
              <a:gd fmla="*/ 786 h 2261" name="T37"/>
              <a:gd fmla="*/ 2836 w 2903" name="T38"/>
              <a:gd fmla="*/ 786 h 2261" name="T39"/>
              <a:gd fmla="*/ 2903 w 2903" name="T40"/>
              <a:gd fmla="*/ 720 h 2261" name="T41"/>
              <a:gd fmla="*/ 2836 w 2903" name="T42"/>
              <a:gd fmla="*/ 653 h 2261" name="T43"/>
              <a:gd fmla="*/ 2720 w 2903" name="T44"/>
              <a:gd fmla="*/ 653 h 2261" name="T45"/>
              <a:gd fmla="*/ 2455 w 2903" name="T46"/>
              <a:gd fmla="*/ 653 h 2261" name="T47"/>
              <a:gd fmla="*/ 1005 w 2903" name="T48"/>
              <a:gd fmla="*/ 653 h 2261" name="T49"/>
              <a:gd fmla="*/ 668 w 2903" name="T50"/>
              <a:gd fmla="*/ 991 h 2261" name="T51"/>
              <a:gd fmla="*/ 1005 w 2903" name="T52"/>
              <a:gd fmla="*/ 1328 h 2261" name="T53"/>
              <a:gd fmla="*/ 2455 w 2903" name="T54"/>
              <a:gd fmla="*/ 1328 h 2261" name="T55"/>
              <a:gd fmla="*/ 2720 w 2903" name="T56"/>
              <a:gd fmla="*/ 1328 h 2261" name="T57"/>
              <a:gd fmla="*/ 2836 w 2903" name="T58"/>
              <a:gd fmla="*/ 1328 h 2261" name="T59"/>
              <a:gd fmla="*/ 2903 w 2903" name="T60"/>
              <a:gd fmla="*/ 1262 h 2261" name="T61"/>
              <a:gd fmla="*/ 2836 w 2903" name="T62"/>
              <a:gd fmla="*/ 1195 h 2261" name="T63"/>
              <a:gd fmla="*/ 226 w 2903" name="T64"/>
              <a:gd fmla="*/ 405 h 2261" name="T65"/>
              <a:gd fmla="*/ 159 w 2903" name="T66"/>
              <a:gd fmla="*/ 472 h 2261" name="T67"/>
              <a:gd fmla="*/ 226 w 2903" name="T68"/>
              <a:gd fmla="*/ 539 h 2261" name="T69"/>
              <a:gd fmla="*/ 323 w 2903" name="T70"/>
              <a:gd fmla="*/ 539 h 2261" name="T71"/>
              <a:gd fmla="*/ 671 w 2903" name="T72"/>
              <a:gd fmla="*/ 539 h 2261" name="T73"/>
              <a:gd fmla="*/ 2248 w 2903" name="T74"/>
              <a:gd fmla="*/ 539 h 2261" name="T75"/>
              <a:gd fmla="*/ 2517 w 2903" name="T76"/>
              <a:gd fmla="*/ 269 h 2261" name="T77"/>
              <a:gd fmla="*/ 2248 w 2903" name="T78"/>
              <a:gd fmla="*/ 0 h 2261" name="T79"/>
              <a:gd fmla="*/ 671 w 2903" name="T80"/>
              <a:gd fmla="*/ 0 h 2261" name="T81"/>
              <a:gd fmla="*/ 323 w 2903" name="T82"/>
              <a:gd fmla="*/ 0 h 2261" name="T83"/>
              <a:gd fmla="*/ 226 w 2903" name="T84"/>
              <a:gd fmla="*/ 0 h 2261" name="T85"/>
              <a:gd fmla="*/ 159 w 2903" name="T86"/>
              <a:gd fmla="*/ 66 h 2261" name="T87"/>
              <a:gd fmla="*/ 226 w 2903" name="T88"/>
              <a:gd fmla="*/ 133 h 2261" name="T89"/>
              <a:gd fmla="*/ 257 w 2903" name="T90"/>
              <a:gd fmla="*/ 133 h 2261" name="T91"/>
              <a:gd fmla="*/ 257 w 2903" name="T92"/>
              <a:gd fmla="*/ 405 h 2261" name="T93"/>
              <a:gd fmla="*/ 226 w 2903" name="T94"/>
              <a:gd fmla="*/ 405 h 2261" name="T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b="b" l="0" r="r" t="0"/>
            <a:pathLst>
              <a:path h="2261" w="2903">
                <a:moveTo>
                  <a:pt x="2471" y="1598"/>
                </a:moveTo>
                <a:lnTo>
                  <a:pt x="2471" y="2127"/>
                </a:lnTo>
                <a:lnTo>
                  <a:pt x="2505" y="2127"/>
                </a:lnTo>
                <a:cubicBezTo>
                  <a:pt x="2542" y="2127"/>
                  <a:pt x="2572" y="2157"/>
                  <a:pt x="2572" y="2194"/>
                </a:cubicBezTo>
                <a:cubicBezTo>
                  <a:pt x="2572" y="2231"/>
                  <a:pt x="2542" y="2261"/>
                  <a:pt x="2505" y="2261"/>
                </a:cubicBezTo>
                <a:lnTo>
                  <a:pt x="2405" y="2261"/>
                </a:lnTo>
                <a:lnTo>
                  <a:pt x="2124" y="2261"/>
                </a:lnTo>
                <a:lnTo>
                  <a:pt x="398" y="2261"/>
                </a:lnTo>
                <a:cubicBezTo>
                  <a:pt x="178" y="2261"/>
                  <a:pt x="0" y="2082"/>
                  <a:pt x="0" y="1863"/>
                </a:cubicBezTo>
                <a:cubicBezTo>
                  <a:pt x="0" y="1643"/>
                  <a:pt x="178" y="1465"/>
                  <a:pt x="398" y="1465"/>
                </a:cubicBezTo>
                <a:lnTo>
                  <a:pt x="2124" y="1465"/>
                </a:lnTo>
                <a:lnTo>
                  <a:pt x="2405" y="1465"/>
                </a:lnTo>
                <a:lnTo>
                  <a:pt x="2505" y="1465"/>
                </a:lnTo>
                <a:cubicBezTo>
                  <a:pt x="2542" y="1465"/>
                  <a:pt x="2572" y="1495"/>
                  <a:pt x="2572" y="1532"/>
                </a:cubicBezTo>
                <a:cubicBezTo>
                  <a:pt x="2572" y="1568"/>
                  <a:pt x="2542" y="1598"/>
                  <a:pt x="2505" y="1598"/>
                </a:cubicBezTo>
                <a:lnTo>
                  <a:pt x="2471" y="1598"/>
                </a:lnTo>
                <a:close/>
                <a:moveTo>
                  <a:pt x="2836" y="1195"/>
                </a:moveTo>
                <a:lnTo>
                  <a:pt x="2786" y="1195"/>
                </a:lnTo>
                <a:lnTo>
                  <a:pt x="2786" y="786"/>
                </a:lnTo>
                <a:lnTo>
                  <a:pt x="2836" y="786"/>
                </a:lnTo>
                <a:cubicBezTo>
                  <a:pt x="2873" y="786"/>
                  <a:pt x="2903" y="757"/>
                  <a:pt x="2903" y="720"/>
                </a:cubicBezTo>
                <a:cubicBezTo>
                  <a:pt x="2903" y="683"/>
                  <a:pt x="2873" y="653"/>
                  <a:pt x="2836" y="653"/>
                </a:cubicBezTo>
                <a:lnTo>
                  <a:pt x="2720" y="653"/>
                </a:lnTo>
                <a:lnTo>
                  <a:pt x="2455" y="653"/>
                </a:lnTo>
                <a:lnTo>
                  <a:pt x="1005" y="653"/>
                </a:lnTo>
                <a:cubicBezTo>
                  <a:pt x="819" y="653"/>
                  <a:pt x="668" y="805"/>
                  <a:pt x="668" y="991"/>
                </a:cubicBezTo>
                <a:cubicBezTo>
                  <a:pt x="668" y="1177"/>
                  <a:pt x="819" y="1328"/>
                  <a:pt x="1005" y="1328"/>
                </a:cubicBezTo>
                <a:lnTo>
                  <a:pt x="2455" y="1328"/>
                </a:lnTo>
                <a:lnTo>
                  <a:pt x="2720" y="1328"/>
                </a:lnTo>
                <a:lnTo>
                  <a:pt x="2836" y="1328"/>
                </a:lnTo>
                <a:cubicBezTo>
                  <a:pt x="2873" y="1328"/>
                  <a:pt x="2903" y="1299"/>
                  <a:pt x="2903" y="1262"/>
                </a:cubicBezTo>
                <a:cubicBezTo>
                  <a:pt x="2903" y="1225"/>
                  <a:pt x="2873" y="1195"/>
                  <a:pt x="2836" y="1195"/>
                </a:cubicBezTo>
                <a:close/>
                <a:moveTo>
                  <a:pt x="226" y="405"/>
                </a:moveTo>
                <a:cubicBezTo>
                  <a:pt x="189" y="405"/>
                  <a:pt x="159" y="435"/>
                  <a:pt x="159" y="472"/>
                </a:cubicBezTo>
                <a:cubicBezTo>
                  <a:pt x="159" y="509"/>
                  <a:pt x="189" y="539"/>
                  <a:pt x="226" y="539"/>
                </a:cubicBezTo>
                <a:lnTo>
                  <a:pt x="323" y="539"/>
                </a:lnTo>
                <a:lnTo>
                  <a:pt x="671" y="539"/>
                </a:lnTo>
                <a:lnTo>
                  <a:pt x="2248" y="539"/>
                </a:lnTo>
                <a:cubicBezTo>
                  <a:pt x="2396" y="539"/>
                  <a:pt x="2517" y="418"/>
                  <a:pt x="2517" y="269"/>
                </a:cubicBezTo>
                <a:cubicBezTo>
                  <a:pt x="2517" y="121"/>
                  <a:pt x="2396" y="0"/>
                  <a:pt x="2248" y="0"/>
                </a:cubicBezTo>
                <a:lnTo>
                  <a:pt x="671" y="0"/>
                </a:lnTo>
                <a:lnTo>
                  <a:pt x="323" y="0"/>
                </a:lnTo>
                <a:lnTo>
                  <a:pt x="226" y="0"/>
                </a:lnTo>
                <a:cubicBezTo>
                  <a:pt x="189" y="0"/>
                  <a:pt x="159" y="30"/>
                  <a:pt x="159" y="66"/>
                </a:cubicBezTo>
                <a:cubicBezTo>
                  <a:pt x="159" y="103"/>
                  <a:pt x="189" y="133"/>
                  <a:pt x="226" y="133"/>
                </a:cubicBezTo>
                <a:lnTo>
                  <a:pt x="257" y="133"/>
                </a:lnTo>
                <a:lnTo>
                  <a:pt x="257" y="405"/>
                </a:lnTo>
                <a:lnTo>
                  <a:pt x="226" y="4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50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34" name="稻壳儿：耗崽 2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23900" u="none">
                <a:ln>
                  <a:noFill/>
                </a:ln>
                <a:solidFill>
                  <a:srgbClr val="E3BC9D">
                    <a:alpha val="13000"/>
                  </a:srgbClr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01</a:t>
            </a:r>
            <a:endParaRPr altLang="en-US" b="1" baseline="0" cap="none" dirty="0" i="0" kern="1200" kumimoji="0" lang="zh-CN" noProof="0" normalizeH="0" spc="0" strike="noStrike" sz="23900" u="none">
              <a:ln>
                <a:noFill/>
              </a:ln>
              <a:solidFill>
                <a:srgbClr val="E3BC9D">
                  <a:alpha val="13000"/>
                </a:srgbClr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2" name="稻壳儿：耗崽 3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7" name="稻壳儿：耗崽 3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" name="稻壳儿：耗崽 3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" name="稻壳儿：耗崽 3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0" name="稻壳儿：耗崽 3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1" name="稻壳儿：耗崽 3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2" name="稻壳儿：耗崽 3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3" name="稻壳儿：耗崽 3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4" name="稻壳儿：耗崽 3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4" name="稻壳儿：耗崽 4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稻壳儿：耗崽 4-1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48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算法简介</a:t>
              </a:r>
            </a:p>
          </p:txBody>
        </p:sp>
        <p:cxnSp>
          <p:nvCxnSpPr>
            <p:cNvPr id="32" name="稻壳儿：耗崽 4-2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稻壳儿：耗崽 4-3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9pPr>
            </a:lstStyle>
            <a:p>
              <a:pPr algn="dist" defTabSz="914400" eaLnBrk="1" fontAlgn="base" hangingPunct="1" indent="0" latinLnBrk="0" lvl="0" marL="0" marR="0" rt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altLang="zh-CN" b="1" baseline="0" cap="none" dirty="0" i="0" kern="1200" kumimoji="0" lang="en-US" noProof="0" normalizeH="0" spc="0" strike="noStrike" sz="14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ALGORITHM OVERVIEW</a:t>
              </a:r>
            </a:p>
          </p:txBody>
        </p:sp>
      </p:grpSp>
      <p:grpSp>
        <p:nvGrpSpPr>
          <p:cNvPr id="6" name="稻壳儿：耗崽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21" name="稻壳儿：耗崽 5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2" name="稻壳儿：耗崽 5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3" name="稻壳儿：耗崽 5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4" name="稻壳儿：耗崽 5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5" name="稻壳儿：耗崽 5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6" name="稻壳儿：耗崽 5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7" name="稻壳儿：耗崽 5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8" name="稻壳儿：耗崽 5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9" name="稻壳儿：耗崽 6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fmla="*/ 0 w 12192000" name="connsiteX0"/>
              <a:gd fmla="*/ 0 h 2662795" name="connsiteY0"/>
              <a:gd fmla="*/ 500336 w 12192000" name="connsiteX1"/>
              <a:gd fmla="*/ 219312 h 2662795" name="connsiteY1"/>
              <a:gd fmla="*/ 1899137 w 12192000" name="connsiteX2"/>
              <a:gd fmla="*/ 689315 h 2662795" name="connsiteY2"/>
              <a:gd fmla="*/ 3362177 w 12192000" name="connsiteX3"/>
              <a:gd fmla="*/ 576774 h 2662795" name="connsiteY3"/>
              <a:gd fmla="*/ 4501660 w 12192000" name="connsiteX4"/>
              <a:gd fmla="*/ 450165 h 2662795" name="connsiteY4"/>
              <a:gd fmla="*/ 6091309 w 12192000" name="connsiteX5"/>
              <a:gd fmla="*/ 520503 h 2662795" name="connsiteY5"/>
              <a:gd fmla="*/ 7849771 w 12192000" name="connsiteX6"/>
              <a:gd fmla="*/ 787789 h 2662795" name="connsiteY6"/>
              <a:gd fmla="*/ 9411285 w 12192000" name="connsiteX7"/>
              <a:gd fmla="*/ 801857 h 2662795" name="connsiteY7"/>
              <a:gd fmla="*/ 10944663 w 12192000" name="connsiteX8"/>
              <a:gd fmla="*/ 844060 h 2662795" name="connsiteY8"/>
              <a:gd fmla="*/ 12175491 w 12192000" name="connsiteX9"/>
              <a:gd fmla="*/ 424008 h 2662795" name="connsiteY9"/>
              <a:gd fmla="*/ 12183035 w 12192000" name="connsiteX10"/>
              <a:gd fmla="*/ 420587 h 2662795" name="connsiteY10"/>
              <a:gd fmla="*/ 12192000 w 12192000" name="connsiteX11"/>
              <a:gd fmla="*/ 420896 h 2662795" name="connsiteY11"/>
              <a:gd fmla="*/ 12192000 w 12192000" name="connsiteX12"/>
              <a:gd fmla="*/ 2662795 h 2662795" name="connsiteY12"/>
              <a:gd fmla="*/ 0 w 12192000" name="connsiteX13"/>
              <a:gd fmla="*/ 2662795 h 2662795" name="connsiteY13"/>
              <a:gd fmla="*/ 0 w 12192000" name="connsiteX14"/>
              <a:gd fmla="*/ 0 h 2662795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2662795" w="12192000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稻壳儿：耗崽 1"/>
          <p:cNvGrpSpPr/>
          <p:nvPr/>
        </p:nvGrpSpPr>
        <p:grpSpPr>
          <a:xfrm>
            <a:off x="-73888" y="-45273"/>
            <a:ext cx="12349012" cy="6957221"/>
            <a:chOff x="-73888" y="-45273"/>
            <a:chExt cx="12349012" cy="6957221"/>
          </a:xfrm>
        </p:grpSpPr>
        <p:grpSp>
          <p:nvGrpSpPr>
            <p:cNvPr id="30" name="组合 29"/>
            <p:cNvGrpSpPr/>
            <p:nvPr/>
          </p:nvGrpSpPr>
          <p:grpSpPr>
            <a:xfrm>
              <a:off x="-73888" y="-45273"/>
              <a:ext cx="12349012" cy="6957221"/>
              <a:chOff x="-73888" y="-45273"/>
              <a:chExt cx="12349012" cy="6957221"/>
            </a:xfrm>
          </p:grpSpPr>
          <p:sp>
            <p:nvSpPr>
              <p:cNvPr id="37" name="稻壳儿：耗崽 1-1"/>
              <p:cNvSpPr/>
              <p:nvPr/>
            </p:nvSpPr>
            <p:spPr>
              <a:xfrm>
                <a:off x="0" y="0"/>
                <a:ext cx="12192000" cy="6858000"/>
              </a:xfrm>
              <a:prstGeom prst="roundRect">
                <a:avLst>
                  <a:gd fmla="val 0" name="adj"/>
                </a:avLst>
              </a:prstGeom>
              <a:solidFill>
                <a:srgbClr val="FFFAE1">
                  <a:alpha val="35000"/>
                </a:srgbClr>
              </a:solidFill>
              <a:ln algn="ctr" cap="flat" cmpd="sng" w="12700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endParaRPr altLang="en-US" lang="zh-CN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11568113" y="581025"/>
                <a:ext cx="343998" cy="6062214"/>
                <a:chOff x="11568113" y="581025"/>
                <a:chExt cx="343998" cy="6062214"/>
              </a:xfrm>
            </p:grpSpPr>
            <p:sp>
              <p:nvSpPr>
                <p:cNvPr id="62" name="稻壳儿：耗崽 1-2"/>
                <p:cNvSpPr/>
                <p:nvPr/>
              </p:nvSpPr>
              <p:spPr>
                <a:xfrm flipV="1">
                  <a:off x="11650622" y="6381750"/>
                  <a:ext cx="261489" cy="261489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3" name="稻壳儿：耗崽 1-3"/>
                <p:cNvSpPr/>
                <p:nvPr/>
              </p:nvSpPr>
              <p:spPr>
                <a:xfrm flipV="1">
                  <a:off x="11568113" y="6381750"/>
                  <a:ext cx="261489" cy="261489"/>
                </a:xfrm>
                <a:prstGeom prst="ellipse">
                  <a:avLst/>
                </a:prstGeom>
                <a:solidFill>
                  <a:srgbClr val="0F40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cxnSp>
              <p:nvCxnSpPr>
                <p:cNvPr id="64" name="稻壳儿：耗崽 1-4"/>
                <p:cNvCxnSpPr/>
                <p:nvPr/>
              </p:nvCxnSpPr>
              <p:spPr>
                <a:xfrm flipV="1">
                  <a:off x="11698858" y="581025"/>
                  <a:ext cx="0" cy="5695950"/>
                </a:xfrm>
                <a:prstGeom prst="line">
                  <a:avLst/>
                </a:prstGeom>
                <a:ln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稻壳儿：耗崽 1-5"/>
                <p:cNvSpPr txBox="1"/>
                <p:nvPr/>
              </p:nvSpPr>
              <p:spPr>
                <a:xfrm>
                  <a:off x="11608642" y="6433238"/>
                  <a:ext cx="197504" cy="169277"/>
                </a:xfrm>
                <a:prstGeom prst="rect">
                  <a:avLst/>
                </a:prstGeom>
                <a:noFill/>
              </p:spPr>
              <p:txBody>
                <a:bodyPr anchor="ctr" bIns="0" lIns="0" rIns="0" rtlCol="0" tIns="0" wrap="square">
                  <a:spAutoFit/>
                </a:bodyPr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altLang="zh-CN" b="0" baseline="0" cap="none" dirty="0" i="0" kern="1200" kumimoji="0" lang="en-US" noProof="0" normalizeH="0" spc="0" strike="noStrike" sz="1100" u="none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charset="-122" panose="00020600040101010101" pitchFamily="18" typeface="汉仪中黑S"/>
                      <a:ea charset="-122" panose="00020600040101010101" pitchFamily="18" typeface="汉仪文黑-55简"/>
                      <a:cs typeface="+mn-ea"/>
                      <a:sym charset="-122" panose="00020600040101010101" pitchFamily="18" typeface="汉仪中黑S"/>
                    </a:rPr>
                    <a:t>04</a:t>
                  </a:r>
                  <a:endParaRPr b="0" baseline="0" cap="none" dirty="0" i="0" kern="1200" kumimoji="0" lang="en-US" noProof="0" normalizeH="0" spc="0" strike="noStrike" sz="1100" u="none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 flipH="1">
                <a:off x="9985364" y="-45273"/>
                <a:ext cx="2289760" cy="1747073"/>
                <a:chOff x="-150136" y="-82855"/>
                <a:chExt cx="4802470" cy="3664255"/>
              </a:xfrm>
            </p:grpSpPr>
            <p:sp>
              <p:nvSpPr>
                <p:cNvPr id="50" name="稻壳儿：耗崽 1-6"/>
                <p:cNvSpPr/>
                <p:nvPr/>
              </p:nvSpPr>
              <p:spPr>
                <a:xfrm>
                  <a:off x="-3775" y="-8988"/>
                  <a:ext cx="4650343" cy="2401921"/>
                </a:xfrm>
                <a:custGeom>
                  <a:avLst/>
                  <a:gdLst>
                    <a:gd fmla="*/ 0 w 1613058" name="connsiteX0"/>
                    <a:gd fmla="*/ 833152 h 833151" name="connsiteY0"/>
                    <a:gd fmla="*/ 722567 w 1613058" name="connsiteX1"/>
                    <a:gd fmla="*/ 439388 h 833151" name="connsiteY1"/>
                    <a:gd fmla="*/ 1613059 w 1613058" name="connsiteX2"/>
                    <a:gd fmla="*/ 0 h 833151" name="connsiteY2"/>
                    <a:gd fmla="*/ 0 w 1613058" name="connsiteX3"/>
                    <a:gd fmla="*/ 0 h 833151" name="connsiteY3"/>
                    <a:gd fmla="*/ 0 w 1613058" name="connsiteX4"/>
                    <a:gd fmla="*/ 833152 h 833151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833151" w="1613058">
                      <a:moveTo>
                        <a:pt x="0" y="833152"/>
                      </a:moveTo>
                      <a:cubicBezTo>
                        <a:pt x="0" y="833152"/>
                        <a:pt x="422624" y="821722"/>
                        <a:pt x="722567" y="439388"/>
                      </a:cubicBezTo>
                      <a:cubicBezTo>
                        <a:pt x="1034891" y="41148"/>
                        <a:pt x="1318260" y="493014"/>
                        <a:pt x="1613059" y="0"/>
                      </a:cubicBezTo>
                      <a:lnTo>
                        <a:pt x="0" y="0"/>
                      </a:lnTo>
                      <a:lnTo>
                        <a:pt x="0" y="833152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1" name="稻壳儿：耗崽 1-7"/>
                <p:cNvSpPr/>
                <p:nvPr/>
              </p:nvSpPr>
              <p:spPr>
                <a:xfrm>
                  <a:off x="2325378" y="-82855"/>
                  <a:ext cx="2156704" cy="965216"/>
                </a:xfrm>
                <a:custGeom>
                  <a:avLst/>
                  <a:gdLst>
                    <a:gd fmla="*/ 0 w 748093" name="connsiteX0"/>
                    <a:gd fmla="*/ 334804 h 334803" name="connsiteY0"/>
                    <a:gd fmla="*/ 18859 w 748093" name="connsiteX1"/>
                    <a:gd fmla="*/ 314897 h 334803" name="connsiteY1"/>
                    <a:gd fmla="*/ 24003 w 748093" name="connsiteX2"/>
                    <a:gd fmla="*/ 310420 h 334803" name="connsiteY2"/>
                    <a:gd fmla="*/ 29432 w 748093" name="connsiteX3"/>
                    <a:gd fmla="*/ 306229 h 334803" name="connsiteY3"/>
                    <a:gd fmla="*/ 34861 w 748093" name="connsiteX4"/>
                    <a:gd fmla="*/ 302038 h 334803" name="connsiteY4"/>
                    <a:gd fmla="*/ 40481 w 748093" name="connsiteX5"/>
                    <a:gd fmla="*/ 298133 h 334803" name="connsiteY5"/>
                    <a:gd fmla="*/ 63817 w 748093" name="connsiteX6"/>
                    <a:gd fmla="*/ 283559 h 334803" name="connsiteY6"/>
                    <a:gd fmla="*/ 76105 w 748093" name="connsiteX7"/>
                    <a:gd fmla="*/ 277368 h 334803" name="connsiteY7"/>
                    <a:gd fmla="*/ 82296 w 748093" name="connsiteX8"/>
                    <a:gd fmla="*/ 274320 h 334803" name="connsiteY8"/>
                    <a:gd fmla="*/ 88582 w 748093" name="connsiteX9"/>
                    <a:gd fmla="*/ 271653 h 334803" name="connsiteY9"/>
                    <a:gd fmla="*/ 194596 w 748093" name="connsiteX10"/>
                    <a:gd fmla="*/ 243459 h 334803" name="connsiteY10"/>
                    <a:gd fmla="*/ 208217 w 748093" name="connsiteX11"/>
                    <a:gd fmla="*/ 241840 h 334803" name="connsiteY11"/>
                    <a:gd fmla="*/ 215075 w 748093" name="connsiteX12"/>
                    <a:gd fmla="*/ 240983 h 334803" name="connsiteY12"/>
                    <a:gd fmla="*/ 221932 w 748093" name="connsiteX13"/>
                    <a:gd fmla="*/ 240506 h 334803" name="connsiteY13"/>
                    <a:gd fmla="*/ 249460 w 748093" name="connsiteX14"/>
                    <a:gd fmla="*/ 239078 h 334803" name="connsiteY14"/>
                    <a:gd fmla="*/ 276987 w 748093" name="connsiteX15"/>
                    <a:gd fmla="*/ 239268 h 334803" name="connsiteY15"/>
                    <a:gd fmla="*/ 290703 w 748093" name="connsiteX16"/>
                    <a:gd fmla="*/ 239459 h 334803" name="connsiteY16"/>
                    <a:gd fmla="*/ 304324 w 748093" name="connsiteX17"/>
                    <a:gd fmla="*/ 239935 h 334803" name="connsiteY17"/>
                    <a:gd fmla="*/ 358902 w 748093" name="connsiteX18"/>
                    <a:gd fmla="*/ 240411 h 334803" name="connsiteY18"/>
                    <a:gd fmla="*/ 413385 w 748093" name="connsiteX19"/>
                    <a:gd fmla="*/ 237649 h 334803" name="connsiteY19"/>
                    <a:gd fmla="*/ 467392 w 748093" name="connsiteX20"/>
                    <a:gd fmla="*/ 230791 h 334803" name="connsiteY20"/>
                    <a:gd fmla="*/ 520256 w 748093" name="connsiteX21"/>
                    <a:gd fmla="*/ 218218 h 334803" name="connsiteY21"/>
                    <a:gd fmla="*/ 617696 w 748093" name="connsiteX22"/>
                    <a:gd fmla="*/ 171355 h 334803" name="connsiteY22"/>
                    <a:gd fmla="*/ 659320 w 748093" name="connsiteX23"/>
                    <a:gd fmla="*/ 136493 h 334803" name="connsiteY23"/>
                    <a:gd fmla="*/ 694658 w 748093" name="connsiteX24"/>
                    <a:gd fmla="*/ 95060 h 334803" name="connsiteY24"/>
                    <a:gd fmla="*/ 748094 w 748093" name="connsiteX25"/>
                    <a:gd fmla="*/ 0 h 334803" name="connsiteY25"/>
                    <a:gd fmla="*/ 697325 w 748093" name="connsiteX26"/>
                    <a:gd fmla="*/ 97060 h 334803" name="connsiteY26"/>
                    <a:gd fmla="*/ 662369 w 748093" name="connsiteX27"/>
                    <a:gd fmla="*/ 139541 h 334803" name="connsiteY27"/>
                    <a:gd fmla="*/ 620744 w 748093" name="connsiteX28"/>
                    <a:gd fmla="*/ 175546 h 334803" name="connsiteY28"/>
                    <a:gd fmla="*/ 522065 w 748093" name="connsiteX29"/>
                    <a:gd fmla="*/ 224028 h 334803" name="connsiteY29"/>
                    <a:gd fmla="*/ 468535 w 748093" name="connsiteX30"/>
                    <a:gd fmla="*/ 237077 h 334803" name="connsiteY30"/>
                    <a:gd fmla="*/ 413957 w 748093" name="connsiteX31"/>
                    <a:gd fmla="*/ 244316 h 334803" name="connsiteY31"/>
                    <a:gd fmla="*/ 358997 w 748093" name="connsiteX32"/>
                    <a:gd fmla="*/ 246793 h 334803" name="connsiteY32"/>
                    <a:gd fmla="*/ 304133 w 748093" name="connsiteX33"/>
                    <a:gd fmla="*/ 246031 h 334803" name="connsiteY33"/>
                    <a:gd fmla="*/ 290417 w 748093" name="connsiteX34"/>
                    <a:gd fmla="*/ 245459 h 334803" name="connsiteY34"/>
                    <a:gd fmla="*/ 276796 w 748093" name="connsiteX35"/>
                    <a:gd fmla="*/ 245174 h 334803" name="connsiteY35"/>
                    <a:gd fmla="*/ 249555 w 748093" name="connsiteX36"/>
                    <a:gd fmla="*/ 244792 h 334803" name="connsiteY36"/>
                    <a:gd fmla="*/ 222313 w 748093" name="connsiteX37"/>
                    <a:gd fmla="*/ 245936 h 334803" name="connsiteY37"/>
                    <a:gd fmla="*/ 215551 w 748093" name="connsiteX38"/>
                    <a:gd fmla="*/ 246221 h 334803" name="connsiteY38"/>
                    <a:gd fmla="*/ 208788 w 748093" name="connsiteX39"/>
                    <a:gd fmla="*/ 246888 h 334803" name="connsiteY39"/>
                    <a:gd fmla="*/ 195263 w 748093" name="connsiteX40"/>
                    <a:gd fmla="*/ 248317 h 334803" name="connsiteY40"/>
                    <a:gd fmla="*/ 89916 w 748093" name="connsiteX41"/>
                    <a:gd fmla="*/ 274415 h 334803" name="connsiteY41"/>
                    <a:gd fmla="*/ 83534 w 748093" name="connsiteX42"/>
                    <a:gd fmla="*/ 276892 h 334803" name="connsiteY42"/>
                    <a:gd fmla="*/ 77343 w 748093" name="connsiteX43"/>
                    <a:gd fmla="*/ 279749 h 334803" name="connsiteY43"/>
                    <a:gd fmla="*/ 65056 w 748093" name="connsiteX44"/>
                    <a:gd fmla="*/ 285560 h 334803" name="connsiteY44"/>
                    <a:gd fmla="*/ 41529 w 748093" name="connsiteX45"/>
                    <a:gd fmla="*/ 299371 h 334803" name="connsiteY45"/>
                    <a:gd fmla="*/ 35814 w 748093" name="connsiteX46"/>
                    <a:gd fmla="*/ 303086 h 334803" name="connsiteY46"/>
                    <a:gd fmla="*/ 30290 w 748093" name="connsiteX47"/>
                    <a:gd fmla="*/ 307086 h 334803" name="connsiteY47"/>
                    <a:gd fmla="*/ 24765 w 748093" name="connsiteX48"/>
                    <a:gd fmla="*/ 311182 h 334803" name="connsiteY48"/>
                    <a:gd fmla="*/ 19526 w 748093" name="connsiteX49"/>
                    <a:gd fmla="*/ 315563 h 334803" name="connsiteY49"/>
                    <a:gd fmla="*/ 0 w 748093" name="connsiteX50"/>
                    <a:gd fmla="*/ 334804 h 334803" name="connsiteY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b="b" l="l" r="r" t="t"/>
                  <a:pathLst>
                    <a:path h="334803" w="748093">
                      <a:moveTo>
                        <a:pt x="0" y="334804"/>
                      </a:moveTo>
                      <a:cubicBezTo>
                        <a:pt x="5525" y="327565"/>
                        <a:pt x="12002" y="320993"/>
                        <a:pt x="18859" y="314897"/>
                      </a:cubicBezTo>
                      <a:cubicBezTo>
                        <a:pt x="20574" y="313373"/>
                        <a:pt x="22288" y="311849"/>
                        <a:pt x="24003" y="310420"/>
                      </a:cubicBezTo>
                      <a:lnTo>
                        <a:pt x="29432" y="306229"/>
                      </a:lnTo>
                      <a:cubicBezTo>
                        <a:pt x="31242" y="304800"/>
                        <a:pt x="33052" y="303371"/>
                        <a:pt x="34861" y="302038"/>
                      </a:cubicBezTo>
                      <a:lnTo>
                        <a:pt x="40481" y="298133"/>
                      </a:lnTo>
                      <a:cubicBezTo>
                        <a:pt x="47911" y="292703"/>
                        <a:pt x="55912" y="288322"/>
                        <a:pt x="63817" y="283559"/>
                      </a:cubicBezTo>
                      <a:lnTo>
                        <a:pt x="76105" y="277368"/>
                      </a:lnTo>
                      <a:lnTo>
                        <a:pt x="82296" y="274320"/>
                      </a:lnTo>
                      <a:lnTo>
                        <a:pt x="88582" y="271653"/>
                      </a:lnTo>
                      <a:cubicBezTo>
                        <a:pt x="122301" y="257080"/>
                        <a:pt x="158210" y="248222"/>
                        <a:pt x="194596" y="243459"/>
                      </a:cubicBezTo>
                      <a:lnTo>
                        <a:pt x="208217" y="241840"/>
                      </a:lnTo>
                      <a:lnTo>
                        <a:pt x="215075" y="240983"/>
                      </a:lnTo>
                      <a:cubicBezTo>
                        <a:pt x="217361" y="240697"/>
                        <a:pt x="219646" y="240697"/>
                        <a:pt x="221932" y="240506"/>
                      </a:cubicBezTo>
                      <a:lnTo>
                        <a:pt x="249460" y="239078"/>
                      </a:lnTo>
                      <a:cubicBezTo>
                        <a:pt x="258604" y="238887"/>
                        <a:pt x="267748" y="239268"/>
                        <a:pt x="276987" y="239268"/>
                      </a:cubicBezTo>
                      <a:lnTo>
                        <a:pt x="290703" y="239459"/>
                      </a:lnTo>
                      <a:lnTo>
                        <a:pt x="304324" y="239935"/>
                      </a:lnTo>
                      <a:cubicBezTo>
                        <a:pt x="322517" y="240602"/>
                        <a:pt x="340709" y="240792"/>
                        <a:pt x="358902" y="240411"/>
                      </a:cubicBezTo>
                      <a:cubicBezTo>
                        <a:pt x="377095" y="240125"/>
                        <a:pt x="395287" y="239173"/>
                        <a:pt x="413385" y="237649"/>
                      </a:cubicBezTo>
                      <a:cubicBezTo>
                        <a:pt x="431482" y="236220"/>
                        <a:pt x="449485" y="233934"/>
                        <a:pt x="467392" y="230791"/>
                      </a:cubicBezTo>
                      <a:cubicBezTo>
                        <a:pt x="485203" y="227552"/>
                        <a:pt x="503015" y="223647"/>
                        <a:pt x="520256" y="218218"/>
                      </a:cubicBezTo>
                      <a:cubicBezTo>
                        <a:pt x="554831" y="207645"/>
                        <a:pt x="588074" y="192215"/>
                        <a:pt x="617696" y="171355"/>
                      </a:cubicBezTo>
                      <a:cubicBezTo>
                        <a:pt x="632555" y="160973"/>
                        <a:pt x="646462" y="149257"/>
                        <a:pt x="659320" y="136493"/>
                      </a:cubicBezTo>
                      <a:cubicBezTo>
                        <a:pt x="672179" y="123730"/>
                        <a:pt x="683800" y="109728"/>
                        <a:pt x="694658" y="95060"/>
                      </a:cubicBezTo>
                      <a:cubicBezTo>
                        <a:pt x="716375" y="65818"/>
                        <a:pt x="733425" y="33338"/>
                        <a:pt x="748094" y="0"/>
                      </a:cubicBezTo>
                      <a:cubicBezTo>
                        <a:pt x="734854" y="34004"/>
                        <a:pt x="718376" y="66961"/>
                        <a:pt x="697325" y="97060"/>
                      </a:cubicBezTo>
                      <a:cubicBezTo>
                        <a:pt x="686753" y="112014"/>
                        <a:pt x="675132" y="126302"/>
                        <a:pt x="662369" y="139541"/>
                      </a:cubicBezTo>
                      <a:cubicBezTo>
                        <a:pt x="649510" y="152686"/>
                        <a:pt x="635603" y="164783"/>
                        <a:pt x="620744" y="175546"/>
                      </a:cubicBezTo>
                      <a:cubicBezTo>
                        <a:pt x="591122" y="197453"/>
                        <a:pt x="557117" y="212979"/>
                        <a:pt x="522065" y="224028"/>
                      </a:cubicBezTo>
                      <a:cubicBezTo>
                        <a:pt x="504539" y="229648"/>
                        <a:pt x="486632" y="233744"/>
                        <a:pt x="468535" y="237077"/>
                      </a:cubicBezTo>
                      <a:cubicBezTo>
                        <a:pt x="450437" y="240411"/>
                        <a:pt x="432244" y="242792"/>
                        <a:pt x="413957" y="244316"/>
                      </a:cubicBezTo>
                      <a:cubicBezTo>
                        <a:pt x="395669" y="245840"/>
                        <a:pt x="377381" y="246698"/>
                        <a:pt x="358997" y="246793"/>
                      </a:cubicBezTo>
                      <a:cubicBezTo>
                        <a:pt x="340709" y="247079"/>
                        <a:pt x="322326" y="246698"/>
                        <a:pt x="304133" y="246031"/>
                      </a:cubicBezTo>
                      <a:lnTo>
                        <a:pt x="290417" y="245459"/>
                      </a:lnTo>
                      <a:lnTo>
                        <a:pt x="276796" y="245174"/>
                      </a:lnTo>
                      <a:cubicBezTo>
                        <a:pt x="267748" y="245078"/>
                        <a:pt x="258604" y="244697"/>
                        <a:pt x="249555" y="244792"/>
                      </a:cubicBezTo>
                      <a:lnTo>
                        <a:pt x="222313" y="245936"/>
                      </a:lnTo>
                      <a:cubicBezTo>
                        <a:pt x="220027" y="246031"/>
                        <a:pt x="217742" y="246031"/>
                        <a:pt x="215551" y="246221"/>
                      </a:cubicBezTo>
                      <a:lnTo>
                        <a:pt x="208788" y="246888"/>
                      </a:lnTo>
                      <a:lnTo>
                        <a:pt x="195263" y="248317"/>
                      </a:lnTo>
                      <a:cubicBezTo>
                        <a:pt x="159258" y="252508"/>
                        <a:pt x="123539" y="260699"/>
                        <a:pt x="89916" y="274415"/>
                      </a:cubicBezTo>
                      <a:lnTo>
                        <a:pt x="83534" y="276892"/>
                      </a:lnTo>
                      <a:lnTo>
                        <a:pt x="77343" y="279749"/>
                      </a:lnTo>
                      <a:lnTo>
                        <a:pt x="65056" y="285560"/>
                      </a:lnTo>
                      <a:cubicBezTo>
                        <a:pt x="57150" y="290036"/>
                        <a:pt x="49054" y="294132"/>
                        <a:pt x="41529" y="299371"/>
                      </a:cubicBezTo>
                      <a:lnTo>
                        <a:pt x="35814" y="303086"/>
                      </a:lnTo>
                      <a:cubicBezTo>
                        <a:pt x="33909" y="304419"/>
                        <a:pt x="32194" y="305753"/>
                        <a:pt x="30290" y="307086"/>
                      </a:cubicBezTo>
                      <a:lnTo>
                        <a:pt x="24765" y="311182"/>
                      </a:lnTo>
                      <a:cubicBezTo>
                        <a:pt x="22955" y="312611"/>
                        <a:pt x="21241" y="314135"/>
                        <a:pt x="19526" y="315563"/>
                      </a:cubicBezTo>
                      <a:cubicBezTo>
                        <a:pt x="12382" y="321469"/>
                        <a:pt x="5715" y="327755"/>
                        <a:pt x="0" y="334804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3" name="稻壳儿：耗崽 1-8"/>
                <p:cNvSpPr/>
                <p:nvPr/>
              </p:nvSpPr>
              <p:spPr>
                <a:xfrm>
                  <a:off x="-2129" y="6115"/>
                  <a:ext cx="4654463" cy="2409062"/>
                </a:xfrm>
                <a:custGeom>
                  <a:avLst/>
                  <a:gdLst>
                    <a:gd fmla="*/ 95 w 1614487" name="connsiteX0"/>
                    <a:gd fmla="*/ 835628 h 835628" name="connsiteY0"/>
                    <a:gd fmla="*/ 0 w 1614487" name="connsiteX1"/>
                    <a:gd fmla="*/ 832295 h 835628" name="connsiteY1"/>
                    <a:gd fmla="*/ 248412 w 1614487" name="connsiteX2"/>
                    <a:gd fmla="*/ 778859 h 835628" name="connsiteY2"/>
                    <a:gd fmla="*/ 721233 w 1614487" name="connsiteX3"/>
                    <a:gd fmla="*/ 439198 h 835628" name="connsiteY3"/>
                    <a:gd fmla="*/ 1151192 w 1614487" name="connsiteX4"/>
                    <a:gd fmla="*/ 254127 h 835628" name="connsiteY4"/>
                    <a:gd fmla="*/ 1611630 w 1614487" name="connsiteX5"/>
                    <a:gd fmla="*/ 0 h 835628" name="connsiteY5"/>
                    <a:gd fmla="*/ 1614488 w 1614487" name="connsiteX6"/>
                    <a:gd fmla="*/ 1715 h 835628" name="connsiteY6"/>
                    <a:gd fmla="*/ 1382554 w 1614487" name="connsiteX7"/>
                    <a:gd fmla="*/ 228029 h 835628" name="connsiteY7"/>
                    <a:gd fmla="*/ 1151096 w 1614487" name="connsiteX8"/>
                    <a:gd fmla="*/ 257461 h 835628" name="connsiteY8"/>
                    <a:gd fmla="*/ 723805 w 1614487" name="connsiteX9"/>
                    <a:gd fmla="*/ 441293 h 835628" name="connsiteY9"/>
                    <a:gd fmla="*/ 249460 w 1614487" name="connsiteX10"/>
                    <a:gd fmla="*/ 782003 h 835628" name="connsiteY10"/>
                    <a:gd fmla="*/ 95 w 1614487" name="connsiteX11"/>
                    <a:gd fmla="*/ 835628 h 835628" name="connsiteY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b="b" l="l" r="r" t="t"/>
                  <a:pathLst>
                    <a:path h="835628" w="1614487">
                      <a:moveTo>
                        <a:pt x="95" y="835628"/>
                      </a:moveTo>
                      <a:lnTo>
                        <a:pt x="0" y="832295"/>
                      </a:lnTo>
                      <a:cubicBezTo>
                        <a:pt x="1048" y="832295"/>
                        <a:pt x="107156" y="828865"/>
                        <a:pt x="248412" y="778859"/>
                      </a:cubicBezTo>
                      <a:cubicBezTo>
                        <a:pt x="378809" y="732663"/>
                        <a:pt x="566642" y="636270"/>
                        <a:pt x="721233" y="439198"/>
                      </a:cubicBezTo>
                      <a:cubicBezTo>
                        <a:pt x="869728" y="249936"/>
                        <a:pt x="1012793" y="252031"/>
                        <a:pt x="1151192" y="254127"/>
                      </a:cubicBezTo>
                      <a:cubicBezTo>
                        <a:pt x="1308449" y="256413"/>
                        <a:pt x="1456944" y="258699"/>
                        <a:pt x="1611630" y="0"/>
                      </a:cubicBezTo>
                      <a:lnTo>
                        <a:pt x="1614488" y="1715"/>
                      </a:lnTo>
                      <a:cubicBezTo>
                        <a:pt x="1544669" y="118491"/>
                        <a:pt x="1468755" y="192500"/>
                        <a:pt x="1382554" y="228029"/>
                      </a:cubicBezTo>
                      <a:cubicBezTo>
                        <a:pt x="1305497" y="259747"/>
                        <a:pt x="1227011" y="258604"/>
                        <a:pt x="1151096" y="257461"/>
                      </a:cubicBezTo>
                      <a:cubicBezTo>
                        <a:pt x="1013460" y="255365"/>
                        <a:pt x="871252" y="253270"/>
                        <a:pt x="723805" y="441293"/>
                      </a:cubicBezTo>
                      <a:cubicBezTo>
                        <a:pt x="568738" y="639032"/>
                        <a:pt x="380238" y="735711"/>
                        <a:pt x="249460" y="782003"/>
                      </a:cubicBezTo>
                      <a:cubicBezTo>
                        <a:pt x="107633" y="832199"/>
                        <a:pt x="1143" y="835628"/>
                        <a:pt x="95" y="835628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4" name="稻壳儿：耗崽 1-9"/>
                <p:cNvSpPr/>
                <p:nvPr/>
              </p:nvSpPr>
              <p:spPr>
                <a:xfrm>
                  <a:off x="-3775" y="-8988"/>
                  <a:ext cx="2932448" cy="3587644"/>
                </a:xfrm>
                <a:custGeom>
                  <a:avLst/>
                  <a:gdLst>
                    <a:gd fmla="*/ 0 w 1017174" name="connsiteX0"/>
                    <a:gd fmla="*/ 1244441 h 1244441" name="connsiteY0"/>
                    <a:gd fmla="*/ 601123 w 1017174" name="connsiteX1"/>
                    <a:gd fmla="*/ 713899 h 1244441" name="connsiteY1"/>
                    <a:gd fmla="*/ 1017175 w 1017174" name="connsiteX2"/>
                    <a:gd fmla="*/ 0 h 1244441" name="connsiteY2"/>
                    <a:gd fmla="*/ 0 w 1017174" name="connsiteX3"/>
                    <a:gd fmla="*/ 0 h 1244441" name="connsiteY3"/>
                    <a:gd fmla="*/ 0 w 1017174" name="connsiteX4"/>
                    <a:gd fmla="*/ 1244441 h 1244441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1244441" w="1017174">
                      <a:moveTo>
                        <a:pt x="0" y="1244441"/>
                      </a:moveTo>
                      <a:cubicBezTo>
                        <a:pt x="0" y="1244441"/>
                        <a:pt x="39529" y="1025366"/>
                        <a:pt x="601123" y="713899"/>
                      </a:cubicBezTo>
                      <a:cubicBezTo>
                        <a:pt x="947261" y="521875"/>
                        <a:pt x="813435" y="52768"/>
                        <a:pt x="1017175" y="0"/>
                      </a:cubicBezTo>
                      <a:lnTo>
                        <a:pt x="0" y="0"/>
                      </a:lnTo>
                      <a:lnTo>
                        <a:pt x="0" y="1244441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5" name="稻壳儿：耗崽 1-10"/>
                <p:cNvSpPr/>
                <p:nvPr/>
              </p:nvSpPr>
              <p:spPr>
                <a:xfrm>
                  <a:off x="-150136" y="-47158"/>
                  <a:ext cx="2695194" cy="3047506"/>
                </a:xfrm>
                <a:custGeom>
                  <a:avLst/>
                  <a:gdLst>
                    <a:gd fmla="*/ 0 w 934878" name="connsiteX0"/>
                    <a:gd fmla="*/ 1057085 h 1057084" name="connsiteY0"/>
                    <a:gd fmla="*/ 28385 w 934878" name="connsiteX1"/>
                    <a:gd fmla="*/ 969645 h 1057084" name="connsiteY1"/>
                    <a:gd fmla="*/ 64198 w 934878" name="connsiteX2"/>
                    <a:gd fmla="*/ 884873 h 1057084" name="connsiteY2"/>
                    <a:gd fmla="*/ 155448 w 934878" name="connsiteX3"/>
                    <a:gd fmla="*/ 724757 h 1057084" name="connsiteY3"/>
                    <a:gd fmla="*/ 273368 w 934878" name="connsiteX4"/>
                    <a:gd fmla="*/ 582740 h 1057084" name="connsiteY4"/>
                    <a:gd fmla="*/ 418433 w 934878" name="connsiteX5"/>
                    <a:gd fmla="*/ 468249 h 1057084" name="connsiteY5"/>
                    <a:gd fmla="*/ 438436 w 934878" name="connsiteX6"/>
                    <a:gd fmla="*/ 456533 h 1057084" name="connsiteY6"/>
                    <a:gd fmla="*/ 458629 w 934878" name="connsiteX7"/>
                    <a:gd fmla="*/ 445199 h 1057084" name="connsiteY7"/>
                    <a:gd fmla="*/ 499396 w 934878" name="connsiteX8"/>
                    <a:gd fmla="*/ 423863 h 1057084" name="connsiteY8"/>
                    <a:gd fmla="*/ 581692 w 934878" name="connsiteX9"/>
                    <a:gd fmla="*/ 382619 h 1057084" name="connsiteY9"/>
                    <a:gd fmla="*/ 743998 w 934878" name="connsiteX10"/>
                    <a:gd fmla="*/ 297847 h 1057084" name="connsiteY10"/>
                    <a:gd fmla="*/ 781526 w 934878" name="connsiteX11"/>
                    <a:gd fmla="*/ 272225 h 1057084" name="connsiteY11"/>
                    <a:gd fmla="*/ 799148 w 934878" name="connsiteX12"/>
                    <a:gd fmla="*/ 257937 h 1057084" name="connsiteY12"/>
                    <a:gd fmla="*/ 807720 w 934878" name="connsiteX13"/>
                    <a:gd fmla="*/ 250508 h 1057084" name="connsiteY13"/>
                    <a:gd fmla="*/ 816007 w 934878" name="connsiteX14"/>
                    <a:gd fmla="*/ 242697 h 1057084" name="connsiteY14"/>
                    <a:gd fmla="*/ 871728 w 934878" name="connsiteX15"/>
                    <a:gd fmla="*/ 171260 h 1057084" name="connsiteY15"/>
                    <a:gd fmla="*/ 909352 w 934878" name="connsiteX16"/>
                    <a:gd fmla="*/ 88106 h 1057084" name="connsiteY16"/>
                    <a:gd fmla="*/ 916591 w 934878" name="connsiteX17"/>
                    <a:gd fmla="*/ 66389 h 1057084" name="connsiteY17"/>
                    <a:gd fmla="*/ 923163 w 934878" name="connsiteX18"/>
                    <a:gd fmla="*/ 44387 h 1057084" name="connsiteY18"/>
                    <a:gd fmla="*/ 929259 w 934878" name="connsiteX19"/>
                    <a:gd fmla="*/ 22289 h 1057084" name="connsiteY19"/>
                    <a:gd fmla="*/ 934879 w 934878" name="connsiteX20"/>
                    <a:gd fmla="*/ 0 h 1057084" name="connsiteY20"/>
                    <a:gd fmla="*/ 930212 w 934878" name="connsiteX21"/>
                    <a:gd fmla="*/ 22479 h 1057084" name="connsiteY21"/>
                    <a:gd fmla="*/ 925068 w 934878" name="connsiteX22"/>
                    <a:gd fmla="*/ 44863 h 1057084" name="connsiteY22"/>
                    <a:gd fmla="*/ 919258 w 934878" name="connsiteX23"/>
                    <a:gd fmla="*/ 67151 h 1057084" name="connsiteY23"/>
                    <a:gd fmla="*/ 912686 w 934878" name="connsiteX24"/>
                    <a:gd fmla="*/ 89249 h 1057084" name="connsiteY24"/>
                    <a:gd fmla="*/ 877348 w 934878" name="connsiteX25"/>
                    <a:gd fmla="*/ 174498 h 1057084" name="connsiteY25"/>
                    <a:gd fmla="*/ 822103 w 934878" name="connsiteX26"/>
                    <a:gd fmla="*/ 248888 h 1057084" name="connsiteY26"/>
                    <a:gd fmla="*/ 749522 w 934878" name="connsiteX27"/>
                    <a:gd fmla="*/ 306610 h 1057084" name="connsiteY27"/>
                    <a:gd fmla="*/ 669322 w 934878" name="connsiteX28"/>
                    <a:gd fmla="*/ 352425 h 1057084" name="connsiteY28"/>
                    <a:gd fmla="*/ 587216 w 934878" name="connsiteX29"/>
                    <a:gd fmla="*/ 393859 h 1057084" name="connsiteY29"/>
                    <a:gd fmla="*/ 505301 w 934878" name="connsiteX30"/>
                    <a:gd fmla="*/ 435293 h 1057084" name="connsiteY30"/>
                    <a:gd fmla="*/ 464725 w 934878" name="connsiteX31"/>
                    <a:gd fmla="*/ 456629 h 1057084" name="connsiteY31"/>
                    <a:gd fmla="*/ 444913 w 934878" name="connsiteX32"/>
                    <a:gd fmla="*/ 467868 h 1057084" name="connsiteY32"/>
                    <a:gd fmla="*/ 425291 w 934878" name="connsiteX33"/>
                    <a:gd fmla="*/ 479393 h 1057084" name="connsiteY33"/>
                    <a:gd fmla="*/ 282131 w 934878" name="connsiteX34"/>
                    <a:gd fmla="*/ 591693 h 1057084" name="connsiteY34"/>
                    <a:gd fmla="*/ 219837 w 934878" name="connsiteX35"/>
                    <a:gd fmla="*/ 658368 h 1057084" name="connsiteY35"/>
                    <a:gd fmla="*/ 205264 w 934878" name="connsiteX36"/>
                    <a:gd fmla="*/ 675989 h 1057084" name="connsiteY36"/>
                    <a:gd fmla="*/ 191167 w 934878" name="connsiteX37"/>
                    <a:gd fmla="*/ 693992 h 1057084" name="connsiteY37"/>
                    <a:gd fmla="*/ 184118 w 934878" name="connsiteX38"/>
                    <a:gd fmla="*/ 703040 h 1057084" name="connsiteY38"/>
                    <a:gd fmla="*/ 177356 w 934878" name="connsiteX39"/>
                    <a:gd fmla="*/ 712279 h 1057084" name="connsiteY39"/>
                    <a:gd fmla="*/ 163925 w 934878" name="connsiteX40"/>
                    <a:gd fmla="*/ 730758 h 1057084" name="connsiteY40"/>
                    <a:gd fmla="*/ 70104 w 934878" name="connsiteX41"/>
                    <a:gd fmla="*/ 887825 h 1057084" name="connsiteY41"/>
                    <a:gd fmla="*/ 0 w 934878" name="connsiteX42"/>
                    <a:gd fmla="*/ 1057085 h 1057084" name="connsiteY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b="b" l="l" r="r" t="t"/>
                  <a:pathLst>
                    <a:path h="1057084" w="934878">
                      <a:moveTo>
                        <a:pt x="0" y="1057085"/>
                      </a:moveTo>
                      <a:cubicBezTo>
                        <a:pt x="7715" y="1027462"/>
                        <a:pt x="17526" y="998315"/>
                        <a:pt x="28385" y="969645"/>
                      </a:cubicBezTo>
                      <a:cubicBezTo>
                        <a:pt x="39243" y="940975"/>
                        <a:pt x="51245" y="912686"/>
                        <a:pt x="64198" y="884873"/>
                      </a:cubicBezTo>
                      <a:cubicBezTo>
                        <a:pt x="90297" y="829247"/>
                        <a:pt x="120777" y="775621"/>
                        <a:pt x="155448" y="724757"/>
                      </a:cubicBezTo>
                      <a:cubicBezTo>
                        <a:pt x="190214" y="673989"/>
                        <a:pt x="229457" y="626078"/>
                        <a:pt x="273368" y="582740"/>
                      </a:cubicBezTo>
                      <a:cubicBezTo>
                        <a:pt x="316992" y="539115"/>
                        <a:pt x="365950" y="500825"/>
                        <a:pt x="418433" y="468249"/>
                      </a:cubicBezTo>
                      <a:cubicBezTo>
                        <a:pt x="424910" y="463963"/>
                        <a:pt x="431768" y="460439"/>
                        <a:pt x="438436" y="456533"/>
                      </a:cubicBezTo>
                      <a:cubicBezTo>
                        <a:pt x="445199" y="452723"/>
                        <a:pt x="451866" y="448818"/>
                        <a:pt x="458629" y="445199"/>
                      </a:cubicBezTo>
                      <a:cubicBezTo>
                        <a:pt x="472250" y="438055"/>
                        <a:pt x="485775" y="430816"/>
                        <a:pt x="499396" y="423863"/>
                      </a:cubicBezTo>
                      <a:cubicBezTo>
                        <a:pt x="526733" y="409861"/>
                        <a:pt x="554165" y="396145"/>
                        <a:pt x="581692" y="382619"/>
                      </a:cubicBezTo>
                      <a:cubicBezTo>
                        <a:pt x="636651" y="355664"/>
                        <a:pt x="692277" y="329756"/>
                        <a:pt x="743998" y="297847"/>
                      </a:cubicBezTo>
                      <a:cubicBezTo>
                        <a:pt x="756952" y="289846"/>
                        <a:pt x="769430" y="281273"/>
                        <a:pt x="781526" y="272225"/>
                      </a:cubicBezTo>
                      <a:cubicBezTo>
                        <a:pt x="787432" y="267557"/>
                        <a:pt x="793528" y="262985"/>
                        <a:pt x="799148" y="257937"/>
                      </a:cubicBezTo>
                      <a:cubicBezTo>
                        <a:pt x="802005" y="255461"/>
                        <a:pt x="804958" y="253079"/>
                        <a:pt x="807720" y="250508"/>
                      </a:cubicBezTo>
                      <a:lnTo>
                        <a:pt x="816007" y="242697"/>
                      </a:lnTo>
                      <a:cubicBezTo>
                        <a:pt x="837819" y="221742"/>
                        <a:pt x="856202" y="197358"/>
                        <a:pt x="871728" y="171260"/>
                      </a:cubicBezTo>
                      <a:cubicBezTo>
                        <a:pt x="887063" y="145066"/>
                        <a:pt x="899255" y="116967"/>
                        <a:pt x="909352" y="88106"/>
                      </a:cubicBezTo>
                      <a:cubicBezTo>
                        <a:pt x="911828" y="80867"/>
                        <a:pt x="914400" y="73724"/>
                        <a:pt x="916591" y="66389"/>
                      </a:cubicBezTo>
                      <a:cubicBezTo>
                        <a:pt x="918782" y="59055"/>
                        <a:pt x="921258" y="51816"/>
                        <a:pt x="923163" y="44387"/>
                      </a:cubicBezTo>
                      <a:cubicBezTo>
                        <a:pt x="925163" y="37052"/>
                        <a:pt x="927449" y="29718"/>
                        <a:pt x="929259" y="22289"/>
                      </a:cubicBezTo>
                      <a:lnTo>
                        <a:pt x="934879" y="0"/>
                      </a:lnTo>
                      <a:lnTo>
                        <a:pt x="930212" y="22479"/>
                      </a:lnTo>
                      <a:cubicBezTo>
                        <a:pt x="928688" y="30004"/>
                        <a:pt x="926783" y="37433"/>
                        <a:pt x="925068" y="44863"/>
                      </a:cubicBezTo>
                      <a:cubicBezTo>
                        <a:pt x="923354" y="52388"/>
                        <a:pt x="921163" y="59722"/>
                        <a:pt x="919258" y="67151"/>
                      </a:cubicBezTo>
                      <a:cubicBezTo>
                        <a:pt x="917353" y="74581"/>
                        <a:pt x="914972" y="81915"/>
                        <a:pt x="912686" y="89249"/>
                      </a:cubicBezTo>
                      <a:cubicBezTo>
                        <a:pt x="903446" y="118491"/>
                        <a:pt x="892112" y="147257"/>
                        <a:pt x="877348" y="174498"/>
                      </a:cubicBezTo>
                      <a:cubicBezTo>
                        <a:pt x="862298" y="201454"/>
                        <a:pt x="844010" y="226886"/>
                        <a:pt x="822103" y="248888"/>
                      </a:cubicBezTo>
                      <a:cubicBezTo>
                        <a:pt x="800290" y="270986"/>
                        <a:pt x="775526" y="289941"/>
                        <a:pt x="749522" y="306610"/>
                      </a:cubicBezTo>
                      <a:cubicBezTo>
                        <a:pt x="723614" y="323374"/>
                        <a:pt x="696563" y="338233"/>
                        <a:pt x="669322" y="352425"/>
                      </a:cubicBezTo>
                      <a:cubicBezTo>
                        <a:pt x="642080" y="366617"/>
                        <a:pt x="614553" y="380143"/>
                        <a:pt x="587216" y="393859"/>
                      </a:cubicBezTo>
                      <a:cubicBezTo>
                        <a:pt x="559784" y="407575"/>
                        <a:pt x="532448" y="421196"/>
                        <a:pt x="505301" y="435293"/>
                      </a:cubicBezTo>
                      <a:cubicBezTo>
                        <a:pt x="491681" y="442341"/>
                        <a:pt x="478250" y="449485"/>
                        <a:pt x="464725" y="456629"/>
                      </a:cubicBezTo>
                      <a:cubicBezTo>
                        <a:pt x="458057" y="460248"/>
                        <a:pt x="451485" y="464153"/>
                        <a:pt x="444913" y="467868"/>
                      </a:cubicBezTo>
                      <a:cubicBezTo>
                        <a:pt x="438341" y="471678"/>
                        <a:pt x="431578" y="475202"/>
                        <a:pt x="425291" y="479393"/>
                      </a:cubicBezTo>
                      <a:cubicBezTo>
                        <a:pt x="373666" y="511397"/>
                        <a:pt x="325469" y="549021"/>
                        <a:pt x="282131" y="591693"/>
                      </a:cubicBezTo>
                      <a:cubicBezTo>
                        <a:pt x="260128" y="612648"/>
                        <a:pt x="239649" y="635318"/>
                        <a:pt x="219837" y="658368"/>
                      </a:cubicBezTo>
                      <a:lnTo>
                        <a:pt x="205264" y="675989"/>
                      </a:lnTo>
                      <a:cubicBezTo>
                        <a:pt x="200406" y="681895"/>
                        <a:pt x="195929" y="687991"/>
                        <a:pt x="191167" y="693992"/>
                      </a:cubicBezTo>
                      <a:lnTo>
                        <a:pt x="184118" y="703040"/>
                      </a:lnTo>
                      <a:lnTo>
                        <a:pt x="177356" y="712279"/>
                      </a:lnTo>
                      <a:cubicBezTo>
                        <a:pt x="172879" y="718471"/>
                        <a:pt x="168307" y="724472"/>
                        <a:pt x="163925" y="730758"/>
                      </a:cubicBezTo>
                      <a:cubicBezTo>
                        <a:pt x="128873" y="780669"/>
                        <a:pt x="97346" y="833152"/>
                        <a:pt x="70104" y="887825"/>
                      </a:cubicBezTo>
                      <a:cubicBezTo>
                        <a:pt x="42482" y="942213"/>
                        <a:pt x="18574" y="998696"/>
                        <a:pt x="0" y="1057085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6" name="稻壳儿：耗崽 1-11"/>
                <p:cNvSpPr/>
                <p:nvPr/>
              </p:nvSpPr>
              <p:spPr>
                <a:xfrm>
                  <a:off x="-6523" y="-11736"/>
                  <a:ext cx="2938216" cy="3593136"/>
                </a:xfrm>
                <a:custGeom>
                  <a:avLst/>
                  <a:gdLst>
                    <a:gd fmla="*/ 3239 w 1019175" name="connsiteX0"/>
                    <a:gd fmla="*/ 1246346 h 1246346" name="connsiteY0"/>
                    <a:gd fmla="*/ 0 w 1019175" name="connsiteX1"/>
                    <a:gd fmla="*/ 1245775 h 1246346" name="connsiteY1"/>
                    <a:gd fmla="*/ 90297 w 1019175" name="connsiteX2"/>
                    <a:gd fmla="*/ 1096518 h 1246346" name="connsiteY2"/>
                    <a:gd fmla="*/ 601885 w 1019175" name="connsiteX3"/>
                    <a:gd fmla="*/ 713994 h 1246346" name="connsiteY3"/>
                    <a:gd fmla="*/ 873919 w 1019175" name="connsiteX4"/>
                    <a:gd fmla="*/ 256508 h 1246346" name="connsiteY4"/>
                    <a:gd fmla="*/ 1018318 w 1019175" name="connsiteX5"/>
                    <a:gd fmla="*/ 0 h 1246346" name="connsiteY5"/>
                    <a:gd fmla="*/ 1019175 w 1019175" name="connsiteX6"/>
                    <a:gd fmla="*/ 3239 h 1246346" name="connsiteY6"/>
                    <a:gd fmla="*/ 877157 w 1019175" name="connsiteX7"/>
                    <a:gd fmla="*/ 257270 h 1246346" name="connsiteY7"/>
                    <a:gd fmla="*/ 603504 w 1019175" name="connsiteX8"/>
                    <a:gd fmla="*/ 716947 h 1246346" name="connsiteY8"/>
                    <a:gd fmla="*/ 93155 w 1019175" name="connsiteX9"/>
                    <a:gd fmla="*/ 1098328 h 1246346" name="connsiteY9"/>
                    <a:gd fmla="*/ 3239 w 1019175" name="connsiteX10"/>
                    <a:gd fmla="*/ 1246346 h 1246346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246346" w="1019175">
                      <a:moveTo>
                        <a:pt x="3239" y="1246346"/>
                      </a:moveTo>
                      <a:lnTo>
                        <a:pt x="0" y="1245775"/>
                      </a:lnTo>
                      <a:cubicBezTo>
                        <a:pt x="95" y="1245203"/>
                        <a:pt x="10858" y="1189482"/>
                        <a:pt x="90297" y="1096518"/>
                      </a:cubicBezTo>
                      <a:cubicBezTo>
                        <a:pt x="163449" y="1010888"/>
                        <a:pt x="311563" y="875062"/>
                        <a:pt x="601885" y="713994"/>
                      </a:cubicBezTo>
                      <a:cubicBezTo>
                        <a:pt x="793909" y="607505"/>
                        <a:pt x="838295" y="412909"/>
                        <a:pt x="873919" y="256508"/>
                      </a:cubicBezTo>
                      <a:cubicBezTo>
                        <a:pt x="902399" y="131540"/>
                        <a:pt x="926973" y="23622"/>
                        <a:pt x="1018318" y="0"/>
                      </a:cubicBezTo>
                      <a:lnTo>
                        <a:pt x="1019175" y="3239"/>
                      </a:lnTo>
                      <a:cubicBezTo>
                        <a:pt x="929831" y="26384"/>
                        <a:pt x="905447" y="133350"/>
                        <a:pt x="877157" y="257270"/>
                      </a:cubicBezTo>
                      <a:cubicBezTo>
                        <a:pt x="841343" y="414338"/>
                        <a:pt x="796766" y="609695"/>
                        <a:pt x="603504" y="716947"/>
                      </a:cubicBezTo>
                      <a:cubicBezTo>
                        <a:pt x="313944" y="877538"/>
                        <a:pt x="166116" y="1012984"/>
                        <a:pt x="93155" y="1098328"/>
                      </a:cubicBezTo>
                      <a:cubicBezTo>
                        <a:pt x="14097" y="1190720"/>
                        <a:pt x="3334" y="1245775"/>
                        <a:pt x="3239" y="1246346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8" name="稻壳儿：耗崽 1-12"/>
                <p:cNvSpPr/>
                <p:nvPr/>
              </p:nvSpPr>
              <p:spPr>
                <a:xfrm>
                  <a:off x="-3775" y="-8988"/>
                  <a:ext cx="2502700" cy="2169516"/>
                </a:xfrm>
                <a:custGeom>
                  <a:avLst/>
                  <a:gdLst>
                    <a:gd fmla="*/ 0 w 868108" name="connsiteX0"/>
                    <a:gd fmla="*/ 752189 h 752537" name="connsiteY0"/>
                    <a:gd fmla="*/ 406527 w 868108" name="connsiteX1"/>
                    <a:gd fmla="*/ 448437 h 752537" name="connsiteY1"/>
                    <a:gd fmla="*/ 868109 w 868108" name="connsiteX2"/>
                    <a:gd fmla="*/ 0 h 752537" name="connsiteY2"/>
                    <a:gd fmla="*/ 0 w 868108" name="connsiteX3"/>
                    <a:gd fmla="*/ 0 h 752537" name="connsiteY3"/>
                    <a:gd fmla="*/ 0 w 868108" name="connsiteX4"/>
                    <a:gd fmla="*/ 752189 h 752537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752537" w="868108">
                      <a:moveTo>
                        <a:pt x="0" y="752189"/>
                      </a:moveTo>
                      <a:cubicBezTo>
                        <a:pt x="0" y="752189"/>
                        <a:pt x="383572" y="775145"/>
                        <a:pt x="406527" y="448437"/>
                      </a:cubicBezTo>
                      <a:cubicBezTo>
                        <a:pt x="425672" y="176784"/>
                        <a:pt x="709517" y="265367"/>
                        <a:pt x="868109" y="0"/>
                      </a:cubicBezTo>
                      <a:lnTo>
                        <a:pt x="0" y="0"/>
                      </a:lnTo>
                      <a:lnTo>
                        <a:pt x="0" y="752189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9" name="稻壳儿：耗崽 1-13"/>
                <p:cNvSpPr/>
                <p:nvPr/>
              </p:nvSpPr>
              <p:spPr>
                <a:xfrm>
                  <a:off x="-4049" y="-10361"/>
                  <a:ext cx="2507367" cy="2176475"/>
                </a:xfrm>
                <a:custGeom>
                  <a:avLst/>
                  <a:gdLst>
                    <a:gd fmla="*/ 15430 w 869727" name="connsiteX0"/>
                    <a:gd fmla="*/ 754952 h 754951" name="connsiteY0"/>
                    <a:gd fmla="*/ 0 w 869727" name="connsiteX1"/>
                    <a:gd fmla="*/ 754666 h 754951" name="connsiteY1"/>
                    <a:gd fmla="*/ 190 w 869727" name="connsiteX2"/>
                    <a:gd fmla="*/ 751332 h 754951" name="connsiteY2"/>
                    <a:gd fmla="*/ 194310 w 869727" name="connsiteX3"/>
                    <a:gd fmla="*/ 721995 h 754951" name="connsiteY3"/>
                    <a:gd fmla="*/ 405003 w 869727" name="connsiteX4"/>
                    <a:gd fmla="*/ 449104 h 754951" name="connsiteY4"/>
                    <a:gd fmla="*/ 607314 w 869727" name="connsiteX5"/>
                    <a:gd fmla="*/ 210217 h 754951" name="connsiteY5"/>
                    <a:gd fmla="*/ 866870 w 869727" name="connsiteX6"/>
                    <a:gd fmla="*/ 0 h 754951" name="connsiteY6"/>
                    <a:gd fmla="*/ 869728 w 869727" name="connsiteX7"/>
                    <a:gd fmla="*/ 1714 h 754951" name="connsiteY7"/>
                    <a:gd fmla="*/ 608743 w 869727" name="connsiteX8"/>
                    <a:gd fmla="*/ 213265 h 754951" name="connsiteY8"/>
                    <a:gd fmla="*/ 408337 w 869727" name="connsiteX9"/>
                    <a:gd fmla="*/ 449390 h 754951" name="connsiteY9"/>
                    <a:gd fmla="*/ 334709 w 869727" name="connsiteX10"/>
                    <a:gd fmla="*/ 635699 h 754951" name="connsiteY10"/>
                    <a:gd fmla="*/ 195358 w 869727" name="connsiteX11"/>
                    <a:gd fmla="*/ 725234 h 754951" name="connsiteY11"/>
                    <a:gd fmla="*/ 15430 w 869727" name="connsiteX12"/>
                    <a:gd fmla="*/ 754952 h 754951" name="connsiteY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b="b" l="l" r="r" t="t"/>
                  <a:pathLst>
                    <a:path h="754951" w="869727">
                      <a:moveTo>
                        <a:pt x="15430" y="754952"/>
                      </a:moveTo>
                      <a:cubicBezTo>
                        <a:pt x="5715" y="754952"/>
                        <a:pt x="190" y="754666"/>
                        <a:pt x="0" y="754666"/>
                      </a:cubicBezTo>
                      <a:lnTo>
                        <a:pt x="190" y="751332"/>
                      </a:lnTo>
                      <a:cubicBezTo>
                        <a:pt x="1143" y="751427"/>
                        <a:pt x="96965" y="756666"/>
                        <a:pt x="194310" y="721995"/>
                      </a:cubicBezTo>
                      <a:cubicBezTo>
                        <a:pt x="283940" y="690086"/>
                        <a:pt x="393192" y="616934"/>
                        <a:pt x="405003" y="449104"/>
                      </a:cubicBezTo>
                      <a:cubicBezTo>
                        <a:pt x="415385" y="301276"/>
                        <a:pt x="504349" y="259080"/>
                        <a:pt x="607314" y="210217"/>
                      </a:cubicBezTo>
                      <a:cubicBezTo>
                        <a:pt x="694944" y="168593"/>
                        <a:pt x="794195" y="121539"/>
                        <a:pt x="866870" y="0"/>
                      </a:cubicBezTo>
                      <a:lnTo>
                        <a:pt x="869728" y="1714"/>
                      </a:lnTo>
                      <a:cubicBezTo>
                        <a:pt x="796576" y="124111"/>
                        <a:pt x="696754" y="171450"/>
                        <a:pt x="608743" y="213265"/>
                      </a:cubicBezTo>
                      <a:cubicBezTo>
                        <a:pt x="506730" y="261747"/>
                        <a:pt x="418624" y="303562"/>
                        <a:pt x="408337" y="449390"/>
                      </a:cubicBezTo>
                      <a:cubicBezTo>
                        <a:pt x="403098" y="524256"/>
                        <a:pt x="378333" y="587026"/>
                        <a:pt x="334709" y="635699"/>
                      </a:cubicBezTo>
                      <a:cubicBezTo>
                        <a:pt x="299847" y="674656"/>
                        <a:pt x="252984" y="704755"/>
                        <a:pt x="195358" y="725234"/>
                      </a:cubicBezTo>
                      <a:cubicBezTo>
                        <a:pt x="120491" y="751713"/>
                        <a:pt x="46673" y="754952"/>
                        <a:pt x="15430" y="754952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pic>
              <p:nvPicPr>
                <p:cNvPr id="61" name="稻壳儿：耗崽 1-14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29933" t="18883"/>
                <a:stretch>
                  <a:fillRect/>
                </a:stretch>
              </p:blipFill>
              <p:spPr>
                <a:xfrm>
                  <a:off x="-1" y="0"/>
                  <a:ext cx="2498925" cy="2035086"/>
                </a:xfrm>
                <a:prstGeom prst="rect">
                  <a:avLst/>
                </a:prstGeom>
              </p:spPr>
            </p:pic>
          </p:grpSp>
          <p:grpSp>
            <p:nvGrpSpPr>
              <p:cNvPr id="40" name="组合 39"/>
              <p:cNvGrpSpPr/>
              <p:nvPr/>
            </p:nvGrpSpPr>
            <p:grpSpPr>
              <a:xfrm flipH="1">
                <a:off x="-73888" y="5232399"/>
                <a:ext cx="2195236" cy="1679549"/>
                <a:chOff x="8067960" y="3681039"/>
                <a:chExt cx="4257390" cy="3257278"/>
              </a:xfrm>
            </p:grpSpPr>
            <p:sp>
              <p:nvSpPr>
                <p:cNvPr id="41" name="稻壳儿：耗崽 1-15"/>
                <p:cNvSpPr/>
                <p:nvPr/>
              </p:nvSpPr>
              <p:spPr>
                <a:xfrm>
                  <a:off x="8071370" y="4736034"/>
                  <a:ext cx="4118500" cy="2127233"/>
                </a:xfrm>
                <a:custGeom>
                  <a:avLst/>
                  <a:gdLst>
                    <a:gd fmla="*/ 1609916 w 1609915" name="connsiteX0"/>
                    <a:gd fmla="*/ 0 h 831532" name="connsiteY0"/>
                    <a:gd fmla="*/ 888778 w 1609915" name="connsiteX1"/>
                    <a:gd fmla="*/ 393002 h 831532" name="connsiteY1"/>
                    <a:gd fmla="*/ 0 w 1609915" name="connsiteX2"/>
                    <a:gd fmla="*/ 831533 h 831532" name="connsiteY2"/>
                    <a:gd fmla="*/ 1609916 w 1609915" name="connsiteX3"/>
                    <a:gd fmla="*/ 831533 h 831532" name="connsiteY3"/>
                    <a:gd fmla="*/ 1609916 w 1609915" name="connsiteX4"/>
                    <a:gd fmla="*/ 0 h 831532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831532" w="1609915">
                      <a:moveTo>
                        <a:pt x="1609916" y="0"/>
                      </a:moveTo>
                      <a:cubicBezTo>
                        <a:pt x="1609916" y="0"/>
                        <a:pt x="1188149" y="11430"/>
                        <a:pt x="888778" y="393002"/>
                      </a:cubicBezTo>
                      <a:cubicBezTo>
                        <a:pt x="577025" y="790385"/>
                        <a:pt x="294227" y="339471"/>
                        <a:pt x="0" y="831533"/>
                      </a:cubicBezTo>
                      <a:lnTo>
                        <a:pt x="1609916" y="831533"/>
                      </a:lnTo>
                      <a:lnTo>
                        <a:pt x="1609916" y="0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42" name="稻壳儿：耗崽 1-16"/>
                <p:cNvSpPr/>
                <p:nvPr/>
              </p:nvSpPr>
              <p:spPr>
                <a:xfrm>
                  <a:off x="8192230" y="6083525"/>
                  <a:ext cx="1909148" cy="854792"/>
                </a:xfrm>
                <a:custGeom>
                  <a:avLst/>
                  <a:gdLst>
                    <a:gd fmla="*/ 746284 w 746283" name="connsiteX0"/>
                    <a:gd fmla="*/ 0 h 334137" name="connsiteY0"/>
                    <a:gd fmla="*/ 727520 w 746283" name="connsiteX1"/>
                    <a:gd fmla="*/ 19812 h 334137" name="connsiteY1"/>
                    <a:gd fmla="*/ 722376 w 746283" name="connsiteX2"/>
                    <a:gd fmla="*/ 24289 h 334137" name="connsiteY2"/>
                    <a:gd fmla="*/ 716947 w 746283" name="connsiteX3"/>
                    <a:gd fmla="*/ 28480 h 334137" name="connsiteY3"/>
                    <a:gd fmla="*/ 711518 w 746283" name="connsiteX4"/>
                    <a:gd fmla="*/ 32671 h 334137" name="connsiteY4"/>
                    <a:gd fmla="*/ 705898 w 746283" name="connsiteX5"/>
                    <a:gd fmla="*/ 36576 h 334137" name="connsiteY5"/>
                    <a:gd fmla="*/ 682657 w 746283" name="connsiteX6"/>
                    <a:gd fmla="*/ 51054 h 334137" name="connsiteY6"/>
                    <a:gd fmla="*/ 670465 w 746283" name="connsiteX7"/>
                    <a:gd fmla="*/ 57245 h 334137" name="connsiteY7"/>
                    <a:gd fmla="*/ 664369 w 746283" name="connsiteX8"/>
                    <a:gd fmla="*/ 60293 h 334137" name="connsiteY8"/>
                    <a:gd fmla="*/ 658082 w 746283" name="connsiteX9"/>
                    <a:gd fmla="*/ 62960 h 334137" name="connsiteY9"/>
                    <a:gd fmla="*/ 552260 w 746283" name="connsiteX10"/>
                    <a:gd fmla="*/ 91154 h 334137" name="connsiteY10"/>
                    <a:gd fmla="*/ 538639 w 746283" name="connsiteX11"/>
                    <a:gd fmla="*/ 92773 h 334137" name="connsiteY11"/>
                    <a:gd fmla="*/ 531781 w 746283" name="connsiteX12"/>
                    <a:gd fmla="*/ 93631 h 334137" name="connsiteY12"/>
                    <a:gd fmla="*/ 524923 w 746283" name="connsiteX13"/>
                    <a:gd fmla="*/ 94107 h 334137" name="connsiteY13"/>
                    <a:gd fmla="*/ 497491 w 746283" name="connsiteX14"/>
                    <a:gd fmla="*/ 95536 h 334137" name="connsiteY14"/>
                    <a:gd fmla="*/ 470059 w 746283" name="connsiteX15"/>
                    <a:gd fmla="*/ 95345 h 334137" name="connsiteY15"/>
                    <a:gd fmla="*/ 456343 w 746283" name="connsiteX16"/>
                    <a:gd fmla="*/ 95155 h 334137" name="connsiteY16"/>
                    <a:gd fmla="*/ 442722 w 746283" name="connsiteX17"/>
                    <a:gd fmla="*/ 94678 h 334137" name="connsiteY17"/>
                    <a:gd fmla="*/ 388239 w 746283" name="connsiteX18"/>
                    <a:gd fmla="*/ 94202 h 334137" name="connsiteY18"/>
                    <a:gd fmla="*/ 333947 w 746283" name="connsiteX19"/>
                    <a:gd fmla="*/ 96965 h 334137" name="connsiteY19"/>
                    <a:gd fmla="*/ 280035 w 746283" name="connsiteX20"/>
                    <a:gd fmla="*/ 103822 h 334137" name="connsiteY20"/>
                    <a:gd fmla="*/ 227267 w 746283" name="connsiteX21"/>
                    <a:gd fmla="*/ 116396 h 334137" name="connsiteY21"/>
                    <a:gd fmla="*/ 130016 w 746283" name="connsiteX22"/>
                    <a:gd fmla="*/ 163163 h 334137" name="connsiteY22"/>
                    <a:gd fmla="*/ 88487 w 746283" name="connsiteX23"/>
                    <a:gd fmla="*/ 197929 h 334137" name="connsiteY23"/>
                    <a:gd fmla="*/ 53245 w 746283" name="connsiteX24"/>
                    <a:gd fmla="*/ 239268 h 334137" name="connsiteY24"/>
                    <a:gd fmla="*/ 0 w 746283" name="connsiteX25"/>
                    <a:gd fmla="*/ 334137 h 334137" name="connsiteY25"/>
                    <a:gd fmla="*/ 50673 w 746283" name="connsiteX26"/>
                    <a:gd fmla="*/ 237363 h 334137" name="connsiteY26"/>
                    <a:gd fmla="*/ 85535 w 746283" name="connsiteX27"/>
                    <a:gd fmla="*/ 194977 h 334137" name="connsiteY27"/>
                    <a:gd fmla="*/ 127063 w 746283" name="connsiteX28"/>
                    <a:gd fmla="*/ 158972 h 334137" name="connsiteY28"/>
                    <a:gd fmla="*/ 225457 w 746283" name="connsiteX29"/>
                    <a:gd fmla="*/ 110585 h 334137" name="connsiteY29"/>
                    <a:gd fmla="*/ 278892 w 746283" name="connsiteX30"/>
                    <a:gd fmla="*/ 97536 h 334137" name="connsiteY30"/>
                    <a:gd fmla="*/ 333375 w 746283" name="connsiteX31"/>
                    <a:gd fmla="*/ 90297 h 334137" name="connsiteY31"/>
                    <a:gd fmla="*/ 388144 w 746283" name="connsiteX32"/>
                    <a:gd fmla="*/ 87821 h 334137" name="connsiteY32"/>
                    <a:gd fmla="*/ 442913 w 746283" name="connsiteX33"/>
                    <a:gd fmla="*/ 88582 h 334137" name="connsiteY33"/>
                    <a:gd fmla="*/ 456629 w 746283" name="connsiteX34"/>
                    <a:gd fmla="*/ 89154 h 334137" name="connsiteY34"/>
                    <a:gd fmla="*/ 470249 w 746283" name="connsiteX35"/>
                    <a:gd fmla="*/ 89440 h 334137" name="connsiteY35"/>
                    <a:gd fmla="*/ 497396 w 746283" name="connsiteX36"/>
                    <a:gd fmla="*/ 89821 h 334137" name="connsiteY36"/>
                    <a:gd fmla="*/ 524542 w 746283" name="connsiteX37"/>
                    <a:gd fmla="*/ 88678 h 334137" name="connsiteY37"/>
                    <a:gd fmla="*/ 531305 w 746283" name="connsiteX38"/>
                    <a:gd fmla="*/ 88392 h 334137" name="connsiteY38"/>
                    <a:gd fmla="*/ 538067 w 746283" name="connsiteX39"/>
                    <a:gd fmla="*/ 87725 h 334137" name="connsiteY39"/>
                    <a:gd fmla="*/ 551593 w 746283" name="connsiteX40"/>
                    <a:gd fmla="*/ 86296 h 334137" name="connsiteY40"/>
                    <a:gd fmla="*/ 656749 w 746283" name="connsiteX41"/>
                    <a:gd fmla="*/ 60198 h 334137" name="connsiteY41"/>
                    <a:gd fmla="*/ 663035 w 746283" name="connsiteX42"/>
                    <a:gd fmla="*/ 57721 h 334137" name="connsiteY42"/>
                    <a:gd fmla="*/ 669227 w 746283" name="connsiteX43"/>
                    <a:gd fmla="*/ 54864 h 334137" name="connsiteY43"/>
                    <a:gd fmla="*/ 681514 w 746283" name="connsiteX44"/>
                    <a:gd fmla="*/ 49054 h 334137" name="connsiteY44"/>
                    <a:gd fmla="*/ 704945 w 746283" name="connsiteX45"/>
                    <a:gd fmla="*/ 35338 h 334137" name="connsiteY45"/>
                    <a:gd fmla="*/ 710660 w 746283" name="connsiteX46"/>
                    <a:gd fmla="*/ 31623 h 334137" name="connsiteY46"/>
                    <a:gd fmla="*/ 716185 w 746283" name="connsiteX47"/>
                    <a:gd fmla="*/ 27622 h 334137" name="connsiteY47"/>
                    <a:gd fmla="*/ 721614 w 746283" name="connsiteX48"/>
                    <a:gd fmla="*/ 23527 h 334137" name="connsiteY48"/>
                    <a:gd fmla="*/ 726853 w 746283" name="connsiteX49"/>
                    <a:gd fmla="*/ 19145 h 334137" name="connsiteY49"/>
                    <a:gd fmla="*/ 746284 w 746283" name="connsiteX50"/>
                    <a:gd fmla="*/ 0 h 334137" name="connsiteY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b="b" l="l" r="r" t="t"/>
                  <a:pathLst>
                    <a:path h="334137" w="746283">
                      <a:moveTo>
                        <a:pt x="746284" y="0"/>
                      </a:moveTo>
                      <a:cubicBezTo>
                        <a:pt x="740759" y="7239"/>
                        <a:pt x="734378" y="13811"/>
                        <a:pt x="727520" y="19812"/>
                      </a:cubicBezTo>
                      <a:cubicBezTo>
                        <a:pt x="725805" y="21336"/>
                        <a:pt x="724091" y="22860"/>
                        <a:pt x="722376" y="24289"/>
                      </a:cubicBezTo>
                      <a:lnTo>
                        <a:pt x="716947" y="28480"/>
                      </a:lnTo>
                      <a:cubicBezTo>
                        <a:pt x="715137" y="29908"/>
                        <a:pt x="713327" y="31337"/>
                        <a:pt x="711518" y="32671"/>
                      </a:cubicBezTo>
                      <a:lnTo>
                        <a:pt x="705898" y="36576"/>
                      </a:lnTo>
                      <a:cubicBezTo>
                        <a:pt x="698468" y="42005"/>
                        <a:pt x="690467" y="46387"/>
                        <a:pt x="682657" y="51054"/>
                      </a:cubicBezTo>
                      <a:lnTo>
                        <a:pt x="670465" y="57245"/>
                      </a:lnTo>
                      <a:lnTo>
                        <a:pt x="664369" y="60293"/>
                      </a:lnTo>
                      <a:lnTo>
                        <a:pt x="658082" y="62960"/>
                      </a:lnTo>
                      <a:cubicBezTo>
                        <a:pt x="624459" y="77438"/>
                        <a:pt x="588550" y="86296"/>
                        <a:pt x="552260" y="91154"/>
                      </a:cubicBezTo>
                      <a:lnTo>
                        <a:pt x="538639" y="92773"/>
                      </a:lnTo>
                      <a:lnTo>
                        <a:pt x="531781" y="93631"/>
                      </a:lnTo>
                      <a:cubicBezTo>
                        <a:pt x="529495" y="93917"/>
                        <a:pt x="527209" y="93917"/>
                        <a:pt x="524923" y="94107"/>
                      </a:cubicBezTo>
                      <a:lnTo>
                        <a:pt x="497491" y="95536"/>
                      </a:lnTo>
                      <a:cubicBezTo>
                        <a:pt x="488347" y="95726"/>
                        <a:pt x="479203" y="95345"/>
                        <a:pt x="470059" y="95345"/>
                      </a:cubicBezTo>
                      <a:lnTo>
                        <a:pt x="456343" y="95155"/>
                      </a:lnTo>
                      <a:lnTo>
                        <a:pt x="442722" y="94678"/>
                      </a:lnTo>
                      <a:cubicBezTo>
                        <a:pt x="424529" y="94012"/>
                        <a:pt x="406432" y="93821"/>
                        <a:pt x="388239" y="94202"/>
                      </a:cubicBezTo>
                      <a:cubicBezTo>
                        <a:pt x="370046" y="94488"/>
                        <a:pt x="351949" y="95440"/>
                        <a:pt x="333947" y="96965"/>
                      </a:cubicBezTo>
                      <a:cubicBezTo>
                        <a:pt x="315849" y="98393"/>
                        <a:pt x="297847" y="100679"/>
                        <a:pt x="280035" y="103822"/>
                      </a:cubicBezTo>
                      <a:cubicBezTo>
                        <a:pt x="262223" y="106966"/>
                        <a:pt x="244507" y="110966"/>
                        <a:pt x="227267" y="116396"/>
                      </a:cubicBezTo>
                      <a:cubicBezTo>
                        <a:pt x="192691" y="126968"/>
                        <a:pt x="159544" y="142399"/>
                        <a:pt x="130016" y="163163"/>
                      </a:cubicBezTo>
                      <a:cubicBezTo>
                        <a:pt x="115252" y="173546"/>
                        <a:pt x="101346" y="185166"/>
                        <a:pt x="88487" y="197929"/>
                      </a:cubicBezTo>
                      <a:cubicBezTo>
                        <a:pt x="75628" y="210693"/>
                        <a:pt x="64008" y="224695"/>
                        <a:pt x="53245" y="239268"/>
                      </a:cubicBezTo>
                      <a:cubicBezTo>
                        <a:pt x="31528" y="268415"/>
                        <a:pt x="14573" y="300800"/>
                        <a:pt x="0" y="334137"/>
                      </a:cubicBezTo>
                      <a:cubicBezTo>
                        <a:pt x="13240" y="300228"/>
                        <a:pt x="29718" y="267367"/>
                        <a:pt x="50673" y="237363"/>
                      </a:cubicBezTo>
                      <a:cubicBezTo>
                        <a:pt x="61246" y="222409"/>
                        <a:pt x="72771" y="208217"/>
                        <a:pt x="85535" y="194977"/>
                      </a:cubicBezTo>
                      <a:cubicBezTo>
                        <a:pt x="98393" y="181832"/>
                        <a:pt x="112300" y="169831"/>
                        <a:pt x="127063" y="158972"/>
                      </a:cubicBezTo>
                      <a:cubicBezTo>
                        <a:pt x="156686" y="137065"/>
                        <a:pt x="190595" y="121539"/>
                        <a:pt x="225457" y="110585"/>
                      </a:cubicBezTo>
                      <a:cubicBezTo>
                        <a:pt x="242983" y="105061"/>
                        <a:pt x="260890" y="100870"/>
                        <a:pt x="278892" y="97536"/>
                      </a:cubicBezTo>
                      <a:cubicBezTo>
                        <a:pt x="296894" y="94202"/>
                        <a:pt x="315087" y="91821"/>
                        <a:pt x="333375" y="90297"/>
                      </a:cubicBezTo>
                      <a:cubicBezTo>
                        <a:pt x="351663" y="88773"/>
                        <a:pt x="369856" y="87916"/>
                        <a:pt x="388144" y="87821"/>
                      </a:cubicBezTo>
                      <a:cubicBezTo>
                        <a:pt x="406432" y="87535"/>
                        <a:pt x="424720" y="87916"/>
                        <a:pt x="442913" y="88582"/>
                      </a:cubicBezTo>
                      <a:lnTo>
                        <a:pt x="456629" y="89154"/>
                      </a:lnTo>
                      <a:lnTo>
                        <a:pt x="470249" y="89440"/>
                      </a:lnTo>
                      <a:cubicBezTo>
                        <a:pt x="479298" y="89535"/>
                        <a:pt x="488347" y="89916"/>
                        <a:pt x="497396" y="89821"/>
                      </a:cubicBezTo>
                      <a:lnTo>
                        <a:pt x="524542" y="88678"/>
                      </a:lnTo>
                      <a:cubicBezTo>
                        <a:pt x="526828" y="88582"/>
                        <a:pt x="529114" y="88582"/>
                        <a:pt x="531305" y="88392"/>
                      </a:cubicBezTo>
                      <a:lnTo>
                        <a:pt x="538067" y="87725"/>
                      </a:lnTo>
                      <a:lnTo>
                        <a:pt x="551593" y="86296"/>
                      </a:lnTo>
                      <a:cubicBezTo>
                        <a:pt x="587597" y="82105"/>
                        <a:pt x="623221" y="73914"/>
                        <a:pt x="656749" y="60198"/>
                      </a:cubicBezTo>
                      <a:lnTo>
                        <a:pt x="663035" y="57721"/>
                      </a:lnTo>
                      <a:lnTo>
                        <a:pt x="669227" y="54864"/>
                      </a:lnTo>
                      <a:lnTo>
                        <a:pt x="681514" y="49054"/>
                      </a:lnTo>
                      <a:cubicBezTo>
                        <a:pt x="689420" y="44577"/>
                        <a:pt x="697516" y="40481"/>
                        <a:pt x="704945" y="35338"/>
                      </a:cubicBezTo>
                      <a:lnTo>
                        <a:pt x="710660" y="31623"/>
                      </a:lnTo>
                      <a:cubicBezTo>
                        <a:pt x="712565" y="30290"/>
                        <a:pt x="714280" y="28956"/>
                        <a:pt x="716185" y="27622"/>
                      </a:cubicBezTo>
                      <a:lnTo>
                        <a:pt x="721614" y="23527"/>
                      </a:lnTo>
                      <a:cubicBezTo>
                        <a:pt x="723424" y="22098"/>
                        <a:pt x="725138" y="20669"/>
                        <a:pt x="726853" y="19145"/>
                      </a:cubicBezTo>
                      <a:cubicBezTo>
                        <a:pt x="733806" y="13335"/>
                        <a:pt x="740474" y="7048"/>
                        <a:pt x="746284" y="0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43" name="稻壳儿：耗崽 1-17"/>
                <p:cNvSpPr/>
                <p:nvPr/>
              </p:nvSpPr>
              <p:spPr>
                <a:xfrm>
                  <a:off x="8067960" y="4723849"/>
                  <a:ext cx="4122155" cy="2133324"/>
                </a:xfrm>
                <a:custGeom>
                  <a:avLst/>
                  <a:gdLst>
                    <a:gd fmla="*/ 1611249 w 1611344" name="connsiteX0"/>
                    <a:gd fmla="*/ 0 h 833913" name="connsiteY0"/>
                    <a:gd fmla="*/ 1611344 w 1611344" name="connsiteX1"/>
                    <a:gd fmla="*/ 3334 h 833913" name="connsiteY1"/>
                    <a:gd fmla="*/ 1363409 w 1611344" name="connsiteX2"/>
                    <a:gd fmla="*/ 56674 h 833913" name="connsiteY2"/>
                    <a:gd fmla="*/ 891445 w 1611344" name="connsiteX3"/>
                    <a:gd fmla="*/ 395669 h 833913" name="connsiteY3"/>
                    <a:gd fmla="*/ 462344 w 1611344" name="connsiteX4"/>
                    <a:gd fmla="*/ 580358 h 833913" name="connsiteY4"/>
                    <a:gd fmla="*/ 2857 w 1611344" name="connsiteX5"/>
                    <a:gd fmla="*/ 833914 h 833913" name="connsiteY5"/>
                    <a:gd fmla="*/ 0 w 1611344" name="connsiteX6"/>
                    <a:gd fmla="*/ 832199 h 833913" name="connsiteY6"/>
                    <a:gd fmla="*/ 231458 w 1611344" name="connsiteX7"/>
                    <a:gd fmla="*/ 606362 h 833913" name="connsiteY7"/>
                    <a:gd fmla="*/ 462439 w 1611344" name="connsiteX8"/>
                    <a:gd fmla="*/ 577025 h 833913" name="connsiteY8"/>
                    <a:gd fmla="*/ 888873 w 1611344" name="connsiteX9"/>
                    <a:gd fmla="*/ 393573 h 833913" name="connsiteY9"/>
                    <a:gd fmla="*/ 1362456 w 1611344" name="connsiteX10"/>
                    <a:gd fmla="*/ 53435 h 833913" name="connsiteY10"/>
                    <a:gd fmla="*/ 1611249 w 1611344" name="connsiteX11"/>
                    <a:gd fmla="*/ 0 h 833913" name="connsiteY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b="b" l="l" r="r" t="t"/>
                  <a:pathLst>
                    <a:path h="833913" w="1611344">
                      <a:moveTo>
                        <a:pt x="1611249" y="0"/>
                      </a:moveTo>
                      <a:lnTo>
                        <a:pt x="1611344" y="3334"/>
                      </a:lnTo>
                      <a:cubicBezTo>
                        <a:pt x="1610297" y="3334"/>
                        <a:pt x="1504474" y="6763"/>
                        <a:pt x="1363409" y="56674"/>
                      </a:cubicBezTo>
                      <a:cubicBezTo>
                        <a:pt x="1233297" y="102775"/>
                        <a:pt x="1045845" y="198977"/>
                        <a:pt x="891445" y="395669"/>
                      </a:cubicBezTo>
                      <a:cubicBezTo>
                        <a:pt x="743236" y="584549"/>
                        <a:pt x="600456" y="582454"/>
                        <a:pt x="462344" y="580358"/>
                      </a:cubicBezTo>
                      <a:cubicBezTo>
                        <a:pt x="305467" y="578072"/>
                        <a:pt x="157163" y="575786"/>
                        <a:pt x="2857" y="833914"/>
                      </a:cubicBezTo>
                      <a:lnTo>
                        <a:pt x="0" y="832199"/>
                      </a:lnTo>
                      <a:cubicBezTo>
                        <a:pt x="69723" y="715613"/>
                        <a:pt x="145447" y="641795"/>
                        <a:pt x="231458" y="606362"/>
                      </a:cubicBezTo>
                      <a:cubicBezTo>
                        <a:pt x="308324" y="574739"/>
                        <a:pt x="386715" y="575882"/>
                        <a:pt x="462439" y="577025"/>
                      </a:cubicBezTo>
                      <a:cubicBezTo>
                        <a:pt x="599789" y="579120"/>
                        <a:pt x="741712" y="581216"/>
                        <a:pt x="888873" y="393573"/>
                      </a:cubicBezTo>
                      <a:cubicBezTo>
                        <a:pt x="1043750" y="196120"/>
                        <a:pt x="1231868" y="99631"/>
                        <a:pt x="1362456" y="53435"/>
                      </a:cubicBezTo>
                      <a:cubicBezTo>
                        <a:pt x="1503902" y="3429"/>
                        <a:pt x="1610201" y="0"/>
                        <a:pt x="1611249" y="0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44" name="稻壳儿：耗崽 1-18"/>
                <p:cNvSpPr/>
                <p:nvPr/>
              </p:nvSpPr>
              <p:spPr>
                <a:xfrm>
                  <a:off x="9594972" y="3681039"/>
                  <a:ext cx="2597028" cy="3176961"/>
                </a:xfrm>
                <a:custGeom>
                  <a:avLst/>
                  <a:gdLst>
                    <a:gd fmla="*/ 1015079 w 1015174" name="connsiteX0"/>
                    <a:gd fmla="*/ 0 h 1241869" name="connsiteY0"/>
                    <a:gd fmla="*/ 415195 w 1015174" name="connsiteX1"/>
                    <a:gd fmla="*/ 529495 h 1241869" name="connsiteY1"/>
                    <a:gd fmla="*/ 0 w 1015174" name="connsiteX2"/>
                    <a:gd fmla="*/ 1241870 h 1241869" name="connsiteY2"/>
                    <a:gd fmla="*/ 1015175 w 1015174" name="connsiteX3"/>
                    <a:gd fmla="*/ 1241870 h 1241869" name="connsiteY3"/>
                    <a:gd fmla="*/ 1015175 w 1015174" name="connsiteX4"/>
                    <a:gd fmla="*/ 0 h 1241869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1241869" w="1015174">
                      <a:moveTo>
                        <a:pt x="1015079" y="0"/>
                      </a:moveTo>
                      <a:cubicBezTo>
                        <a:pt x="1015079" y="0"/>
                        <a:pt x="975646" y="218694"/>
                        <a:pt x="415195" y="529495"/>
                      </a:cubicBezTo>
                      <a:cubicBezTo>
                        <a:pt x="69818" y="721043"/>
                        <a:pt x="203359" y="1189292"/>
                        <a:pt x="0" y="1241870"/>
                      </a:cubicBezTo>
                      <a:lnTo>
                        <a:pt x="1015175" y="1241870"/>
                      </a:lnTo>
                      <a:lnTo>
                        <a:pt x="1015175" y="0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45" name="稻壳儿：耗崽 1-19"/>
                <p:cNvSpPr/>
                <p:nvPr/>
              </p:nvSpPr>
              <p:spPr>
                <a:xfrm>
                  <a:off x="9938853" y="4174131"/>
                  <a:ext cx="2386497" cy="2698880"/>
                </a:xfrm>
                <a:custGeom>
                  <a:avLst/>
                  <a:gdLst>
                    <a:gd fmla="*/ 932879 w 932878" name="connsiteX0"/>
                    <a:gd fmla="*/ 0 h 1054988" name="connsiteY0"/>
                    <a:gd fmla="*/ 904589 w 932878" name="connsiteX1"/>
                    <a:gd fmla="*/ 87249 h 1054988" name="connsiteY1"/>
                    <a:gd fmla="*/ 868871 w 932878" name="connsiteX2"/>
                    <a:gd fmla="*/ 171926 h 1054988" name="connsiteY2"/>
                    <a:gd fmla="*/ 777812 w 932878" name="connsiteX3"/>
                    <a:gd fmla="*/ 331756 h 1054988" name="connsiteY3"/>
                    <a:gd fmla="*/ 660178 w 932878" name="connsiteX4"/>
                    <a:gd fmla="*/ 473488 h 1054988" name="connsiteY4"/>
                    <a:gd fmla="*/ 515398 w 932878" name="connsiteX5"/>
                    <a:gd fmla="*/ 587788 h 1054988" name="connsiteY5"/>
                    <a:gd fmla="*/ 495491 w 932878" name="connsiteX6"/>
                    <a:gd fmla="*/ 599504 h 1054988" name="connsiteY6"/>
                    <a:gd fmla="*/ 475298 w 932878" name="connsiteX7"/>
                    <a:gd fmla="*/ 610838 h 1054988" name="connsiteY7"/>
                    <a:gd fmla="*/ 434531 w 932878" name="connsiteX8"/>
                    <a:gd fmla="*/ 632079 h 1054988" name="connsiteY8"/>
                    <a:gd fmla="*/ 352425 w 932878" name="connsiteX9"/>
                    <a:gd fmla="*/ 673227 h 1054988" name="connsiteY9"/>
                    <a:gd fmla="*/ 190405 w 932878" name="connsiteX10"/>
                    <a:gd fmla="*/ 757809 h 1054988" name="connsiteY10"/>
                    <a:gd fmla="*/ 152972 w 932878" name="connsiteX11"/>
                    <a:gd fmla="*/ 783431 h 1054988" name="connsiteY11"/>
                    <a:gd fmla="*/ 135350 w 932878" name="connsiteX12"/>
                    <a:gd fmla="*/ 797719 h 1054988" name="connsiteY12"/>
                    <a:gd fmla="*/ 126778 w 932878" name="connsiteX13"/>
                    <a:gd fmla="*/ 805148 h 1054988" name="connsiteY13"/>
                    <a:gd fmla="*/ 118586 w 932878" name="connsiteX14"/>
                    <a:gd fmla="*/ 812864 h 1054988" name="connsiteY14"/>
                    <a:gd fmla="*/ 63056 w 932878" name="connsiteX15"/>
                    <a:gd fmla="*/ 884111 h 1054988" name="connsiteY15"/>
                    <a:gd fmla="*/ 25527 w 932878" name="connsiteX16"/>
                    <a:gd fmla="*/ 967073 h 1054988" name="connsiteY16"/>
                    <a:gd fmla="*/ 18288 w 932878" name="connsiteX17"/>
                    <a:gd fmla="*/ 988790 h 1054988" name="connsiteY17"/>
                    <a:gd fmla="*/ 11716 w 932878" name="connsiteX18"/>
                    <a:gd fmla="*/ 1010698 h 1054988" name="connsiteY18"/>
                    <a:gd fmla="*/ 5620 w 932878" name="connsiteX19"/>
                    <a:gd fmla="*/ 1032796 h 1054988" name="connsiteY19"/>
                    <a:gd fmla="*/ 0 w 932878" name="connsiteX20"/>
                    <a:gd fmla="*/ 1054989 h 1054988" name="connsiteY20"/>
                    <a:gd fmla="*/ 4667 w 932878" name="connsiteX21"/>
                    <a:gd fmla="*/ 1032510 h 1054988" name="connsiteY21"/>
                    <a:gd fmla="*/ 9811 w 932878" name="connsiteX22"/>
                    <a:gd fmla="*/ 1010126 h 1054988" name="connsiteY22"/>
                    <a:gd fmla="*/ 15621 w 932878" name="connsiteX23"/>
                    <a:gd fmla="*/ 987933 h 1054988" name="connsiteY23"/>
                    <a:gd fmla="*/ 22193 w 932878" name="connsiteX24"/>
                    <a:gd fmla="*/ 965930 h 1054988" name="connsiteY24"/>
                    <a:gd fmla="*/ 57436 w 932878" name="connsiteX25"/>
                    <a:gd fmla="*/ 880872 h 1054988" name="connsiteY25"/>
                    <a:gd fmla="*/ 112490 w 932878" name="connsiteX26"/>
                    <a:gd fmla="*/ 806672 h 1054988" name="connsiteY26"/>
                    <a:gd fmla="*/ 184880 w 932878" name="connsiteX27"/>
                    <a:gd fmla="*/ 749046 h 1054988" name="connsiteY27"/>
                    <a:gd fmla="*/ 264890 w 932878" name="connsiteX28"/>
                    <a:gd fmla="*/ 703326 h 1054988" name="connsiteY28"/>
                    <a:gd fmla="*/ 346805 w 932878" name="connsiteX29"/>
                    <a:gd fmla="*/ 661892 h 1054988" name="connsiteY29"/>
                    <a:gd fmla="*/ 428530 w 932878" name="connsiteX30"/>
                    <a:gd fmla="*/ 620554 h 1054988" name="connsiteY30"/>
                    <a:gd fmla="*/ 469011 w 932878" name="connsiteX31"/>
                    <a:gd fmla="*/ 599218 h 1054988" name="connsiteY31"/>
                    <a:gd fmla="*/ 488823 w 932878" name="connsiteX32"/>
                    <a:gd fmla="*/ 587978 h 1054988" name="connsiteY32"/>
                    <a:gd fmla="*/ 508349 w 932878" name="connsiteX33"/>
                    <a:gd fmla="*/ 576453 h 1054988" name="connsiteY33"/>
                    <a:gd fmla="*/ 651320 w 932878" name="connsiteX34"/>
                    <a:gd fmla="*/ 464534 h 1054988" name="connsiteY34"/>
                    <a:gd fmla="*/ 713423 w 932878" name="connsiteX35"/>
                    <a:gd fmla="*/ 397955 h 1054988" name="connsiteY35"/>
                    <a:gd fmla="*/ 727996 w 932878" name="connsiteX36"/>
                    <a:gd fmla="*/ 380429 h 1054988" name="connsiteY36"/>
                    <a:gd fmla="*/ 742093 w 932878" name="connsiteX37"/>
                    <a:gd fmla="*/ 362522 h 1054988" name="connsiteY37"/>
                    <a:gd fmla="*/ 749141 w 932878" name="connsiteX38"/>
                    <a:gd fmla="*/ 353568 h 1054988" name="connsiteY38"/>
                    <a:gd fmla="*/ 755904 w 932878" name="connsiteX39"/>
                    <a:gd fmla="*/ 344424 h 1054988" name="connsiteY39"/>
                    <a:gd fmla="*/ 769334 w 932878" name="connsiteX40"/>
                    <a:gd fmla="*/ 325946 h 1054988" name="connsiteY40"/>
                    <a:gd fmla="*/ 862965 w 932878" name="connsiteX41"/>
                    <a:gd fmla="*/ 169259 h 1054988" name="connsiteY41"/>
                    <a:gd fmla="*/ 932879 w 932878" name="connsiteX42"/>
                    <a:gd fmla="*/ 0 h 1054988" name="connsiteY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b="b" l="l" r="r" t="t"/>
                  <a:pathLst>
                    <a:path h="1054988" w="932878">
                      <a:moveTo>
                        <a:pt x="932879" y="0"/>
                      </a:moveTo>
                      <a:cubicBezTo>
                        <a:pt x="925163" y="29623"/>
                        <a:pt x="915353" y="58674"/>
                        <a:pt x="904589" y="87249"/>
                      </a:cubicBezTo>
                      <a:cubicBezTo>
                        <a:pt x="893731" y="115919"/>
                        <a:pt x="881825" y="144113"/>
                        <a:pt x="868871" y="171926"/>
                      </a:cubicBezTo>
                      <a:cubicBezTo>
                        <a:pt x="842867" y="227457"/>
                        <a:pt x="812483" y="280988"/>
                        <a:pt x="777812" y="331756"/>
                      </a:cubicBezTo>
                      <a:cubicBezTo>
                        <a:pt x="743045" y="382429"/>
                        <a:pt x="703993" y="430244"/>
                        <a:pt x="660178" y="473488"/>
                      </a:cubicBezTo>
                      <a:cubicBezTo>
                        <a:pt x="616649" y="517017"/>
                        <a:pt x="567785" y="555212"/>
                        <a:pt x="515398" y="587788"/>
                      </a:cubicBezTo>
                      <a:cubicBezTo>
                        <a:pt x="509016" y="592074"/>
                        <a:pt x="502158" y="595598"/>
                        <a:pt x="495491" y="599504"/>
                      </a:cubicBezTo>
                      <a:cubicBezTo>
                        <a:pt x="488728" y="603314"/>
                        <a:pt x="482060" y="607124"/>
                        <a:pt x="475298" y="610838"/>
                      </a:cubicBezTo>
                      <a:cubicBezTo>
                        <a:pt x="461772" y="617982"/>
                        <a:pt x="448246" y="625126"/>
                        <a:pt x="434531" y="632079"/>
                      </a:cubicBezTo>
                      <a:cubicBezTo>
                        <a:pt x="407289" y="646081"/>
                        <a:pt x="379952" y="659797"/>
                        <a:pt x="352425" y="673227"/>
                      </a:cubicBezTo>
                      <a:cubicBezTo>
                        <a:pt x="297561" y="700183"/>
                        <a:pt x="242126" y="725996"/>
                        <a:pt x="190405" y="757809"/>
                      </a:cubicBezTo>
                      <a:cubicBezTo>
                        <a:pt x="177451" y="765715"/>
                        <a:pt x="165068" y="774383"/>
                        <a:pt x="152972" y="783431"/>
                      </a:cubicBezTo>
                      <a:cubicBezTo>
                        <a:pt x="147066" y="788099"/>
                        <a:pt x="140970" y="792671"/>
                        <a:pt x="135350" y="797719"/>
                      </a:cubicBezTo>
                      <a:cubicBezTo>
                        <a:pt x="132493" y="800195"/>
                        <a:pt x="129540" y="802576"/>
                        <a:pt x="126778" y="805148"/>
                      </a:cubicBezTo>
                      <a:lnTo>
                        <a:pt x="118586" y="812864"/>
                      </a:lnTo>
                      <a:cubicBezTo>
                        <a:pt x="96774" y="833819"/>
                        <a:pt x="78391" y="858107"/>
                        <a:pt x="63056" y="884111"/>
                      </a:cubicBezTo>
                      <a:cubicBezTo>
                        <a:pt x="47720" y="910304"/>
                        <a:pt x="35624" y="938308"/>
                        <a:pt x="25527" y="967073"/>
                      </a:cubicBezTo>
                      <a:cubicBezTo>
                        <a:pt x="23051" y="974312"/>
                        <a:pt x="20479" y="981456"/>
                        <a:pt x="18288" y="988790"/>
                      </a:cubicBezTo>
                      <a:cubicBezTo>
                        <a:pt x="16097" y="996125"/>
                        <a:pt x="13716" y="1003364"/>
                        <a:pt x="11716" y="1010698"/>
                      </a:cubicBezTo>
                      <a:cubicBezTo>
                        <a:pt x="9716" y="1018032"/>
                        <a:pt x="7429" y="1025366"/>
                        <a:pt x="5620" y="1032796"/>
                      </a:cubicBezTo>
                      <a:lnTo>
                        <a:pt x="0" y="1054989"/>
                      </a:lnTo>
                      <a:lnTo>
                        <a:pt x="4667" y="1032510"/>
                      </a:lnTo>
                      <a:cubicBezTo>
                        <a:pt x="6191" y="1024985"/>
                        <a:pt x="8096" y="1017651"/>
                        <a:pt x="9811" y="1010126"/>
                      </a:cubicBezTo>
                      <a:cubicBezTo>
                        <a:pt x="11525" y="1002697"/>
                        <a:pt x="13621" y="995363"/>
                        <a:pt x="15621" y="987933"/>
                      </a:cubicBezTo>
                      <a:cubicBezTo>
                        <a:pt x="17526" y="980504"/>
                        <a:pt x="19907" y="973265"/>
                        <a:pt x="22193" y="965930"/>
                      </a:cubicBezTo>
                      <a:cubicBezTo>
                        <a:pt x="31433" y="936689"/>
                        <a:pt x="42767" y="908018"/>
                        <a:pt x="57436" y="880872"/>
                      </a:cubicBezTo>
                      <a:cubicBezTo>
                        <a:pt x="72390" y="853916"/>
                        <a:pt x="90678" y="828580"/>
                        <a:pt x="112490" y="806672"/>
                      </a:cubicBezTo>
                      <a:cubicBezTo>
                        <a:pt x="134303" y="784574"/>
                        <a:pt x="158972" y="765715"/>
                        <a:pt x="184880" y="749046"/>
                      </a:cubicBezTo>
                      <a:cubicBezTo>
                        <a:pt x="210788" y="732282"/>
                        <a:pt x="237744" y="717423"/>
                        <a:pt x="264890" y="703326"/>
                      </a:cubicBezTo>
                      <a:cubicBezTo>
                        <a:pt x="292132" y="689229"/>
                        <a:pt x="319469" y="675608"/>
                        <a:pt x="346805" y="661892"/>
                      </a:cubicBezTo>
                      <a:cubicBezTo>
                        <a:pt x="374142" y="648272"/>
                        <a:pt x="401479" y="634556"/>
                        <a:pt x="428530" y="620554"/>
                      </a:cubicBezTo>
                      <a:cubicBezTo>
                        <a:pt x="442055" y="613601"/>
                        <a:pt x="455581" y="606362"/>
                        <a:pt x="469011" y="599218"/>
                      </a:cubicBezTo>
                      <a:cubicBezTo>
                        <a:pt x="475679" y="595598"/>
                        <a:pt x="482155" y="591788"/>
                        <a:pt x="488823" y="587978"/>
                      </a:cubicBezTo>
                      <a:cubicBezTo>
                        <a:pt x="495395" y="584168"/>
                        <a:pt x="502063" y="580644"/>
                        <a:pt x="508349" y="576453"/>
                      </a:cubicBezTo>
                      <a:cubicBezTo>
                        <a:pt x="559975" y="544640"/>
                        <a:pt x="608076" y="507111"/>
                        <a:pt x="651320" y="464534"/>
                      </a:cubicBezTo>
                      <a:cubicBezTo>
                        <a:pt x="673322" y="443579"/>
                        <a:pt x="693706" y="421005"/>
                        <a:pt x="713423" y="397955"/>
                      </a:cubicBezTo>
                      <a:lnTo>
                        <a:pt x="727996" y="380429"/>
                      </a:lnTo>
                      <a:cubicBezTo>
                        <a:pt x="732854" y="374523"/>
                        <a:pt x="737330" y="368427"/>
                        <a:pt x="742093" y="362522"/>
                      </a:cubicBezTo>
                      <a:lnTo>
                        <a:pt x="749141" y="353568"/>
                      </a:lnTo>
                      <a:lnTo>
                        <a:pt x="755904" y="344424"/>
                      </a:lnTo>
                      <a:cubicBezTo>
                        <a:pt x="760381" y="338233"/>
                        <a:pt x="764953" y="332232"/>
                        <a:pt x="769334" y="325946"/>
                      </a:cubicBezTo>
                      <a:cubicBezTo>
                        <a:pt x="804291" y="276130"/>
                        <a:pt x="835724" y="223742"/>
                        <a:pt x="862965" y="169259"/>
                      </a:cubicBezTo>
                      <a:cubicBezTo>
                        <a:pt x="890492" y="114681"/>
                        <a:pt x="914305" y="58293"/>
                        <a:pt x="932879" y="0"/>
                      </a:cubicBezTo>
                      <a:close/>
                    </a:path>
                  </a:pathLst>
                </a:custGeom>
                <a:solidFill>
                  <a:schemeClr val="bg1">
                    <a:alpha val="35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46" name="稻壳儿：耗崽 1-20"/>
                <p:cNvSpPr/>
                <p:nvPr/>
              </p:nvSpPr>
              <p:spPr>
                <a:xfrm>
                  <a:off x="9591867" y="3690936"/>
                  <a:ext cx="2602144" cy="3182078"/>
                </a:xfrm>
                <a:custGeom>
                  <a:avLst/>
                  <a:gdLst>
                    <a:gd fmla="*/ 1013936 w 1017174" name="connsiteX0"/>
                    <a:gd fmla="*/ 0 h 1243869" name="connsiteY0"/>
                    <a:gd fmla="*/ 1017175 w 1017174" name="connsiteX1"/>
                    <a:gd fmla="*/ 572 h 1243869" name="connsiteY1"/>
                    <a:gd fmla="*/ 927068 w 1017174" name="connsiteX2"/>
                    <a:gd fmla="*/ 149543 h 1243869" name="connsiteY2"/>
                    <a:gd fmla="*/ 416433 w 1017174" name="connsiteX3"/>
                    <a:gd fmla="*/ 531305 h 1243869" name="connsiteY3"/>
                    <a:gd fmla="*/ 144971 w 1017174" name="connsiteX4"/>
                    <a:gd fmla="*/ 987933 h 1243869" name="connsiteY4"/>
                    <a:gd fmla="*/ 857 w 1017174" name="connsiteX5"/>
                    <a:gd fmla="*/ 1243870 h 1243869" name="connsiteY5"/>
                    <a:gd fmla="*/ 0 w 1017174" name="connsiteX6"/>
                    <a:gd fmla="*/ 1240631 h 1243869" name="connsiteY6"/>
                    <a:gd fmla="*/ 141732 w 1017174" name="connsiteX7"/>
                    <a:gd fmla="*/ 987171 h 1243869" name="connsiteY7"/>
                    <a:gd fmla="*/ 414814 w 1017174" name="connsiteX8"/>
                    <a:gd fmla="*/ 528447 h 1243869" name="connsiteY8"/>
                    <a:gd fmla="*/ 924211 w 1017174" name="connsiteX9"/>
                    <a:gd fmla="*/ 147828 h 1243869" name="connsiteY9"/>
                    <a:gd fmla="*/ 1013936 w 1017174" name="connsiteX10"/>
                    <a:gd fmla="*/ 0 h 1243869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243869" w="1017174">
                      <a:moveTo>
                        <a:pt x="1013936" y="0"/>
                      </a:moveTo>
                      <a:lnTo>
                        <a:pt x="1017175" y="572"/>
                      </a:lnTo>
                      <a:cubicBezTo>
                        <a:pt x="1017080" y="1143"/>
                        <a:pt x="1006316" y="56769"/>
                        <a:pt x="927068" y="149543"/>
                      </a:cubicBezTo>
                      <a:cubicBezTo>
                        <a:pt x="854107" y="234982"/>
                        <a:pt x="706184" y="370523"/>
                        <a:pt x="416433" y="531305"/>
                      </a:cubicBezTo>
                      <a:cubicBezTo>
                        <a:pt x="224790" y="637604"/>
                        <a:pt x="180499" y="831818"/>
                        <a:pt x="144971" y="987933"/>
                      </a:cubicBezTo>
                      <a:cubicBezTo>
                        <a:pt x="116586" y="1112615"/>
                        <a:pt x="92012" y="1220343"/>
                        <a:pt x="857" y="1243870"/>
                      </a:cubicBezTo>
                      <a:lnTo>
                        <a:pt x="0" y="1240631"/>
                      </a:lnTo>
                      <a:cubicBezTo>
                        <a:pt x="89154" y="1217581"/>
                        <a:pt x="113538" y="1110806"/>
                        <a:pt x="141732" y="987171"/>
                      </a:cubicBezTo>
                      <a:cubicBezTo>
                        <a:pt x="177451" y="830485"/>
                        <a:pt x="221933" y="635413"/>
                        <a:pt x="414814" y="528447"/>
                      </a:cubicBezTo>
                      <a:cubicBezTo>
                        <a:pt x="703802" y="368141"/>
                        <a:pt x="851345" y="232981"/>
                        <a:pt x="924211" y="147828"/>
                      </a:cubicBezTo>
                      <a:cubicBezTo>
                        <a:pt x="1003078" y="55531"/>
                        <a:pt x="1013841" y="572"/>
                        <a:pt x="1013936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47" name="稻壳儿：耗崽 1-21"/>
                <p:cNvSpPr/>
                <p:nvPr/>
              </p:nvSpPr>
              <p:spPr>
                <a:xfrm>
                  <a:off x="9975585" y="4936749"/>
                  <a:ext cx="2216415" cy="1921251"/>
                </a:xfrm>
                <a:custGeom>
                  <a:avLst/>
                  <a:gdLst>
                    <a:gd fmla="*/ 866394 w 866393" name="connsiteX0"/>
                    <a:gd fmla="*/ 350 h 751014" name="connsiteY0"/>
                    <a:gd fmla="*/ 460724 w 866393" name="connsiteX1"/>
                    <a:gd fmla="*/ 303530 h 751014" name="connsiteY1"/>
                    <a:gd fmla="*/ 0 w 866393" name="connsiteX2"/>
                    <a:gd fmla="*/ 751015 h 751014" name="connsiteY2"/>
                    <a:gd fmla="*/ 866394 w 866393" name="connsiteX3"/>
                    <a:gd fmla="*/ 751015 h 751014" name="connsiteY3"/>
                    <a:gd fmla="*/ 866394 w 866393" name="connsiteX4"/>
                    <a:gd fmla="*/ 350 h 751014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751014" w="866393">
                      <a:moveTo>
                        <a:pt x="866394" y="350"/>
                      </a:moveTo>
                      <a:cubicBezTo>
                        <a:pt x="866394" y="350"/>
                        <a:pt x="483584" y="-22606"/>
                        <a:pt x="460724" y="303530"/>
                      </a:cubicBezTo>
                      <a:cubicBezTo>
                        <a:pt x="441674" y="574707"/>
                        <a:pt x="158401" y="486220"/>
                        <a:pt x="0" y="751015"/>
                      </a:cubicBezTo>
                      <a:lnTo>
                        <a:pt x="866394" y="751015"/>
                      </a:lnTo>
                      <a:lnTo>
                        <a:pt x="866394" y="350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48" name="稻壳儿：耗崽 1-22"/>
                <p:cNvSpPr/>
                <p:nvPr/>
              </p:nvSpPr>
              <p:spPr>
                <a:xfrm>
                  <a:off x="9971749" y="4944369"/>
                  <a:ext cx="2220070" cy="1927667"/>
                </a:xfrm>
                <a:custGeom>
                  <a:avLst/>
                  <a:gdLst>
                    <a:gd fmla="*/ 852392 w 867822" name="connsiteX0"/>
                    <a:gd fmla="*/ 0 h 753522" name="connsiteY0"/>
                    <a:gd fmla="*/ 867823 w 867822" name="connsiteX1"/>
                    <a:gd fmla="*/ 286 h 753522" name="connsiteY1"/>
                    <a:gd fmla="*/ 867632 w 867822" name="connsiteX2"/>
                    <a:gd fmla="*/ 3620 h 753522" name="connsiteY2"/>
                    <a:gd fmla="*/ 673989 w 867822" name="connsiteX3"/>
                    <a:gd fmla="*/ 32861 h 753522" name="connsiteY3"/>
                    <a:gd fmla="*/ 463772 w 867822" name="connsiteX4"/>
                    <a:gd fmla="*/ 305276 h 753522" name="connsiteY4"/>
                    <a:gd fmla="*/ 261842 w 867822" name="connsiteX5"/>
                    <a:gd fmla="*/ 543687 h 753522" name="connsiteY5"/>
                    <a:gd fmla="*/ 2857 w 867822" name="connsiteX6"/>
                    <a:gd fmla="*/ 753523 h 753522" name="connsiteY6"/>
                    <a:gd fmla="*/ 0 w 867822" name="connsiteX7"/>
                    <a:gd fmla="*/ 751808 h 753522" name="connsiteY7"/>
                    <a:gd fmla="*/ 260413 w 867822" name="connsiteX8"/>
                    <a:gd fmla="*/ 540734 h 753522" name="connsiteY8"/>
                    <a:gd fmla="*/ 460438 w 867822" name="connsiteX9"/>
                    <a:gd fmla="*/ 305086 h 753522" name="connsiteY9"/>
                    <a:gd fmla="*/ 533876 w 867822" name="connsiteX10"/>
                    <a:gd fmla="*/ 119158 h 753522" name="connsiteY10"/>
                    <a:gd fmla="*/ 672941 w 867822" name="connsiteX11"/>
                    <a:gd fmla="*/ 29813 h 753522" name="connsiteY11"/>
                    <a:gd fmla="*/ 852392 w 867822" name="connsiteX12"/>
                    <a:gd fmla="*/ 0 h 753522" name="connsiteY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b="b" l="l" r="r" t="t"/>
                  <a:pathLst>
                    <a:path h="753522" w="867822">
                      <a:moveTo>
                        <a:pt x="852392" y="0"/>
                      </a:moveTo>
                      <a:cubicBezTo>
                        <a:pt x="862013" y="0"/>
                        <a:pt x="867632" y="286"/>
                        <a:pt x="867823" y="286"/>
                      </a:cubicBezTo>
                      <a:lnTo>
                        <a:pt x="867632" y="3620"/>
                      </a:lnTo>
                      <a:cubicBezTo>
                        <a:pt x="866680" y="3524"/>
                        <a:pt x="771049" y="-1715"/>
                        <a:pt x="673989" y="32861"/>
                      </a:cubicBezTo>
                      <a:cubicBezTo>
                        <a:pt x="584549" y="64675"/>
                        <a:pt x="475488" y="137732"/>
                        <a:pt x="463772" y="305276"/>
                      </a:cubicBezTo>
                      <a:cubicBezTo>
                        <a:pt x="453390" y="452819"/>
                        <a:pt x="364617" y="494919"/>
                        <a:pt x="261842" y="543687"/>
                      </a:cubicBezTo>
                      <a:cubicBezTo>
                        <a:pt x="174403" y="585216"/>
                        <a:pt x="75343" y="632270"/>
                        <a:pt x="2857" y="753523"/>
                      </a:cubicBezTo>
                      <a:lnTo>
                        <a:pt x="0" y="751808"/>
                      </a:lnTo>
                      <a:cubicBezTo>
                        <a:pt x="73057" y="629698"/>
                        <a:pt x="172593" y="582454"/>
                        <a:pt x="260413" y="540734"/>
                      </a:cubicBezTo>
                      <a:cubicBezTo>
                        <a:pt x="362236" y="492347"/>
                        <a:pt x="450247" y="450628"/>
                        <a:pt x="460438" y="305086"/>
                      </a:cubicBezTo>
                      <a:cubicBezTo>
                        <a:pt x="465677" y="230315"/>
                        <a:pt x="490442" y="167735"/>
                        <a:pt x="533876" y="119158"/>
                      </a:cubicBezTo>
                      <a:cubicBezTo>
                        <a:pt x="568643" y="80296"/>
                        <a:pt x="615410" y="50197"/>
                        <a:pt x="672941" y="29813"/>
                      </a:cubicBezTo>
                      <a:cubicBezTo>
                        <a:pt x="747522" y="3239"/>
                        <a:pt x="821246" y="0"/>
                        <a:pt x="852392" y="0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pic>
              <p:nvPicPr>
                <p:cNvPr id="49" name="稻壳儿：耗崽 1-23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b="14126" r="29972"/>
                <a:stretch>
                  <a:fillRect/>
                </a:stretch>
              </p:blipFill>
              <p:spPr>
                <a:xfrm>
                  <a:off x="10035271" y="4983806"/>
                  <a:ext cx="2156729" cy="187336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" name="组合 30"/>
            <p:cNvGrpSpPr/>
            <p:nvPr/>
          </p:nvGrpSpPr>
          <p:grpSpPr>
            <a:xfrm>
              <a:off x="623888" y="454345"/>
              <a:ext cx="10653705" cy="748980"/>
              <a:chOff x="623888" y="454345"/>
              <a:chExt cx="10653705" cy="748980"/>
            </a:xfrm>
          </p:grpSpPr>
          <p:sp>
            <p:nvSpPr>
              <p:cNvPr id="32" name="稻壳儿：耗崽 1-24"/>
              <p:cNvSpPr txBox="1"/>
              <p:nvPr/>
            </p:nvSpPr>
            <p:spPr>
              <a:xfrm>
                <a:off x="623888" y="454345"/>
                <a:ext cx="10653705" cy="615553"/>
              </a:xfrm>
              <a:prstGeom prst="rect">
                <a:avLst/>
              </a:prstGeom>
              <a:noFill/>
            </p:spPr>
            <p:txBody>
              <a:bodyPr bIns="0" lIns="0" rIns="0" rtlCol="0" tIns="0" wrap="square">
                <a:spAutoFit/>
              </a:bodyPr>
              <a:lstStyle/>
              <a:p>
                <a:pPr lvl="0">
                  <a:defRPr/>
                </a:pPr>
                <a:r>
                  <a:rPr altLang="en-US" b="1" dirty="0" lang="zh-CN" sz="4000">
                    <a:solidFill>
                      <a:srgbClr val="42556C"/>
                    </a:solidFill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rPr>
                  <a:t>算法原理</a:t>
                </a:r>
              </a:p>
            </p:txBody>
          </p:sp>
          <p:grpSp>
            <p:nvGrpSpPr>
              <p:cNvPr id="33" name="Group 55"/>
              <p:cNvGrpSpPr/>
              <p:nvPr/>
            </p:nvGrpSpPr>
            <p:grpSpPr>
              <a:xfrm>
                <a:off x="675898" y="1130300"/>
                <a:ext cx="362272" cy="73025"/>
                <a:chOff x="7340600" y="4686300"/>
                <a:chExt cx="504030" cy="101600"/>
              </a:xfrm>
              <a:solidFill>
                <a:srgbClr val="42556C"/>
              </a:solidFill>
            </p:grpSpPr>
            <p:sp>
              <p:nvSpPr>
                <p:cNvPr id="34" name="稻壳儿：耗崽 1-25"/>
                <p:cNvSpPr/>
                <p:nvPr/>
              </p:nvSpPr>
              <p:spPr>
                <a:xfrm>
                  <a:off x="734060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35" name="稻壳儿：耗崽 1-26"/>
                <p:cNvSpPr/>
                <p:nvPr/>
              </p:nvSpPr>
              <p:spPr>
                <a:xfrm>
                  <a:off x="7541815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dirty="0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36" name="稻壳儿：耗崽 1-27"/>
                <p:cNvSpPr/>
                <p:nvPr/>
              </p:nvSpPr>
              <p:spPr>
                <a:xfrm>
                  <a:off x="774303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</p:grpSp>
        </p:grpSp>
      </p:grpSp>
      <p:sp>
        <p:nvSpPr>
          <p:cNvPr id="52" name="稻壳儿：耗崽 2"/>
          <p:cNvSpPr/>
          <p:nvPr/>
        </p:nvSpPr>
        <p:spPr>
          <a:xfrm>
            <a:off x="2847975" y="1819275"/>
            <a:ext cx="2919413" cy="2876550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altLang="en-US" dirty="0" lang="zh-CN"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21508" name="稻壳儿：耗崽 3"/>
          <p:cNvGrpSpPr/>
          <p:nvPr/>
        </p:nvGrpSpPr>
        <p:grpSpPr bwMode="auto">
          <a:xfrm>
            <a:off x="2871788" y="2070100"/>
            <a:ext cx="2871787" cy="2476544"/>
            <a:chOff x="2871788" y="2124075"/>
            <a:chExt cx="2871787" cy="2477424"/>
          </a:xfrm>
        </p:grpSpPr>
        <p:sp>
          <p:nvSpPr>
            <p:cNvPr id="57" name="稻壳儿：耗崽 3-1"/>
            <p:cNvSpPr/>
            <p:nvPr/>
          </p:nvSpPr>
          <p:spPr bwMode="auto">
            <a:xfrm>
              <a:off x="2871788" y="2124075"/>
              <a:ext cx="1581150" cy="4695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defRPr/>
              </a:pPr>
              <a:r>
                <a:rPr altLang="en-US" b="1" dirty="0" lang="zh-CN" spc="300" sz="2000">
                  <a:solidFill>
                    <a:schemeClr val="bg1"/>
                  </a:solidFill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排序地位</a:t>
              </a:r>
            </a:p>
          </p:txBody>
        </p:sp>
        <p:sp>
          <p:nvSpPr>
            <p:cNvPr id="20491" name="稻壳儿：耗崽 3-2"/>
            <p:cNvSpPr>
              <a:spLocks noChangeArrowheads="1"/>
            </p:cNvSpPr>
            <p:nvPr/>
          </p:nvSpPr>
          <p:spPr bwMode="auto">
            <a:xfrm>
              <a:off x="2871788" y="2606847"/>
              <a:ext cx="2871787" cy="1994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defRPr/>
              </a:pPr>
              <a:r>
                <a:rPr altLang="en-US" dirty="0" lang="zh-CN" spc="300" sz="1200">
                  <a:solidFill>
                    <a:schemeClr val="bg1"/>
                  </a:solidFill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选择排序是C语言中一种简单直观的排序算法，其基本思想是每次从待排序区间中选出最小元素，放到已排序序列的末尾，重复此过程直至全部排序完成。掌握选择排序对于理解算法思维和编程基础非常重要。</a:t>
              </a:r>
            </a:p>
          </p:txBody>
        </p:sp>
      </p:grpSp>
      <p:sp>
        <p:nvSpPr>
          <p:cNvPr id="60" name="稻壳儿：耗崽 4"/>
          <p:cNvSpPr/>
          <p:nvPr/>
        </p:nvSpPr>
        <p:spPr bwMode="auto">
          <a:xfrm>
            <a:off x="695325" y="5341938"/>
            <a:ext cx="10763250" cy="7140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altLang="en-US" dirty="0" lang="zh-CN" spc="300" sz="1600">
                <a:solidFill>
                  <a:schemeClr val="tx1">
                    <a:lumMod val="65000"/>
                    <a:lumOff val="35000"/>
                  </a:schemeClr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学生已掌握基本C语言语法和数组操作，但对算法设计和调试尚不熟悉。教师需通过实例和编程练习，引导学生逐步掌握选择排序的实现与优化。</a:t>
            </a:r>
          </a:p>
        </p:txBody>
      </p:sp>
      <p:sp>
        <p:nvSpPr>
          <p:cNvPr id="16" name="稻壳儿：耗崽 5"/>
          <p:cNvSpPr/>
          <p:nvPr/>
        </p:nvSpPr>
        <p:spPr>
          <a:xfrm>
            <a:off x="8451276" y="1819275"/>
            <a:ext cx="2969199" cy="2876550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altLang="en-US" dirty="0" lang="zh-CN"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21512" name="稻壳儿：耗崽 6"/>
          <p:cNvGrpSpPr/>
          <p:nvPr/>
        </p:nvGrpSpPr>
        <p:grpSpPr bwMode="auto">
          <a:xfrm>
            <a:off x="8524875" y="2070100"/>
            <a:ext cx="2871788" cy="2481610"/>
            <a:chOff x="8524876" y="2124075"/>
            <a:chExt cx="2871787" cy="2482492"/>
          </a:xfrm>
        </p:grpSpPr>
        <p:sp>
          <p:nvSpPr>
            <p:cNvPr id="18" name="稻壳儿：耗崽 6-1"/>
            <p:cNvSpPr/>
            <p:nvPr/>
          </p:nvSpPr>
          <p:spPr bwMode="auto">
            <a:xfrm>
              <a:off x="8524876" y="2124075"/>
              <a:ext cx="1581149" cy="4695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defRPr/>
              </a:pPr>
              <a:r>
                <a:rPr altLang="en-US" b="1" dirty="0" lang="zh-CN" spc="300" sz="2000">
                  <a:solidFill>
                    <a:schemeClr val="bg1"/>
                  </a:solidFill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算法特点</a:t>
              </a:r>
            </a:p>
          </p:txBody>
        </p:sp>
        <p:sp>
          <p:nvSpPr>
            <p:cNvPr id="19" name="稻壳儿：耗崽 6-2"/>
            <p:cNvSpPr>
              <a:spLocks noChangeArrowheads="1"/>
            </p:cNvSpPr>
            <p:nvPr/>
          </p:nvSpPr>
          <p:spPr bwMode="auto">
            <a:xfrm>
              <a:off x="8524876" y="2606847"/>
              <a:ext cx="2871787" cy="1999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defRPr/>
              </a:pPr>
              <a:r>
                <a:rPr altLang="en-US" dirty="0" lang="zh-CN" spc="300" sz="1200">
                  <a:solidFill>
                    <a:schemeClr val="bg1"/>
                  </a:solidFill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/>
              </a:r>
              <a:r>
                <a:rPr altLang="zh-CN" dirty="0" lang="en-US" spc="300" sz="1200">
                  <a:solidFill>
                    <a:schemeClr val="bg1"/>
                  </a:solidFill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/>
              </a:r>
              <a:r>
                <a:rPr altLang="en-US" dirty="0" lang="zh-CN" spc="300" sz="1200">
                  <a:solidFill>
                    <a:schemeClr val="bg1"/>
                  </a:solidFill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选择排序算法实现简单、易于理解，适合小规模数据。教学中通过具体演示和代码跟踪，帮助学生理解循环嵌套和数组操作，培养编程思维。</a:t>
              </a:r>
            </a:p>
          </p:txBody>
        </p:sp>
      </p:grpSp>
      <p:cxnSp>
        <p:nvCxnSpPr>
          <p:cNvPr id="22" name="稻壳儿：耗崽 7"/>
          <p:cNvCxnSpPr/>
          <p:nvPr/>
        </p:nvCxnSpPr>
        <p:spPr bwMode="auto">
          <a:xfrm>
            <a:off x="695325" y="5186363"/>
            <a:ext cx="10701338" cy="0"/>
          </a:xfrm>
          <a:prstGeom prst="line">
            <a:avLst/>
          </a:prstGeom>
          <a:ln cmpd="sng" w="25400">
            <a:solidFill>
              <a:srgbClr val="4E7C9D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稻壳儿：耗崽 8"/>
          <p:cNvPicPr>
            <a:picLocks noChangeAspect="1"/>
          </p:cNvPicPr>
          <p:nvPr/>
        </p:nvPicPr>
        <p:blipFill rotWithShape="1">
          <a:blip cstate="print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0" r="27865"/>
          <a:stretch>
            <a:fillRect/>
          </a:stretch>
        </p:blipFill>
        <p:spPr>
          <a:xfrm>
            <a:off x="693738" y="1819275"/>
            <a:ext cx="2149475" cy="2867025"/>
          </a:xfrm>
          <a:prstGeom prst="rect">
            <a:avLst/>
          </a:prstGeom>
        </p:spPr>
      </p:pic>
      <p:pic>
        <p:nvPicPr>
          <p:cNvPr id="5" name="稻壳儿：耗崽 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5" r="25215"/>
          <a:stretch>
            <a:fillRect/>
          </a:stretch>
        </p:blipFill>
        <p:spPr>
          <a:xfrm>
            <a:off x="6346825" y="1819275"/>
            <a:ext cx="2149475" cy="2867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50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37" name="稻壳儿：耗崽 2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altLang="zh-CN" b="1" dirty="0" lang="en-US" sz="23900">
                <a:solidFill>
                  <a:srgbClr val="E3BC9D">
                    <a:alpha val="13000"/>
                  </a:srgbClr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02</a:t>
            </a:r>
            <a:endParaRPr altLang="en-US" b="1" dirty="0" lang="zh-CN" sz="23900">
              <a:solidFill>
                <a:srgbClr val="E3BC9D">
                  <a:alpha val="13000"/>
                </a:srgbClr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2" name="稻壳儿：耗崽 3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7" name="稻壳儿：耗崽 3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" name="稻壳儿：耗崽 3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" name="稻壳儿：耗崽 3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0" name="稻壳儿：耗崽 3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1" name="稻壳儿：耗崽 3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2" name="稻壳儿：耗崽 3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3" name="稻壳儿：耗崽 3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4" name="稻壳儿：耗崽 3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4" name="稻壳儿：耗崽 4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稻壳儿：耗崽 4-1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48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教学目标</a:t>
              </a:r>
            </a:p>
          </p:txBody>
        </p:sp>
        <p:cxnSp>
          <p:nvCxnSpPr>
            <p:cNvPr id="32" name="稻壳儿：耗崽 4-2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稻壳儿：耗崽 4-3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9pPr>
            </a:lstStyle>
            <a:p>
              <a:pPr algn="dist" defTabSz="914400" eaLnBrk="1" fontAlgn="base" hangingPunct="1" indent="0" latinLnBrk="0" lvl="0" marL="0" marR="0" rt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altLang="zh-CN" b="1" baseline="0" cap="none" dirty="0" i="0" kern="1200" kumimoji="0" lang="en-US" noProof="0" normalizeH="0" spc="0" strike="noStrike" sz="14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TEACHING OBJECTIVES</a:t>
              </a:r>
            </a:p>
          </p:txBody>
        </p:sp>
      </p:grpSp>
      <p:grpSp>
        <p:nvGrpSpPr>
          <p:cNvPr id="6" name="稻壳儿：耗崽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21" name="稻壳儿：耗崽 5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2" name="稻壳儿：耗崽 5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3" name="稻壳儿：耗崽 5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4" name="稻壳儿：耗崽 5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5" name="稻壳儿：耗崽 5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6" name="稻壳儿：耗崽 5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7" name="稻壳儿：耗崽 5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8" name="稻壳儿：耗崽 5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9" name="稻壳儿：耗崽 6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fmla="*/ 0 w 12192000" name="connsiteX0"/>
              <a:gd fmla="*/ 0 h 2662795" name="connsiteY0"/>
              <a:gd fmla="*/ 500336 w 12192000" name="connsiteX1"/>
              <a:gd fmla="*/ 219312 h 2662795" name="connsiteY1"/>
              <a:gd fmla="*/ 1899137 w 12192000" name="connsiteX2"/>
              <a:gd fmla="*/ 689315 h 2662795" name="connsiteY2"/>
              <a:gd fmla="*/ 3362177 w 12192000" name="connsiteX3"/>
              <a:gd fmla="*/ 576774 h 2662795" name="connsiteY3"/>
              <a:gd fmla="*/ 4501660 w 12192000" name="connsiteX4"/>
              <a:gd fmla="*/ 450165 h 2662795" name="connsiteY4"/>
              <a:gd fmla="*/ 6091309 w 12192000" name="connsiteX5"/>
              <a:gd fmla="*/ 520503 h 2662795" name="connsiteY5"/>
              <a:gd fmla="*/ 7849771 w 12192000" name="connsiteX6"/>
              <a:gd fmla="*/ 787789 h 2662795" name="connsiteY6"/>
              <a:gd fmla="*/ 9411285 w 12192000" name="connsiteX7"/>
              <a:gd fmla="*/ 801857 h 2662795" name="connsiteY7"/>
              <a:gd fmla="*/ 10944663 w 12192000" name="connsiteX8"/>
              <a:gd fmla="*/ 844060 h 2662795" name="connsiteY8"/>
              <a:gd fmla="*/ 12175491 w 12192000" name="connsiteX9"/>
              <a:gd fmla="*/ 424008 h 2662795" name="connsiteY9"/>
              <a:gd fmla="*/ 12183035 w 12192000" name="connsiteX10"/>
              <a:gd fmla="*/ 420587 h 2662795" name="connsiteY10"/>
              <a:gd fmla="*/ 12192000 w 12192000" name="connsiteX11"/>
              <a:gd fmla="*/ 420896 h 2662795" name="connsiteY11"/>
              <a:gd fmla="*/ 12192000 w 12192000" name="connsiteX12"/>
              <a:gd fmla="*/ 2662795 h 2662795" name="connsiteY12"/>
              <a:gd fmla="*/ 0 w 12192000" name="connsiteX13"/>
              <a:gd fmla="*/ 2662795 h 2662795" name="connsiteY13"/>
              <a:gd fmla="*/ 0 w 12192000" name="connsiteX14"/>
              <a:gd fmla="*/ 0 h 2662795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2662795" w="12192000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稻壳儿：耗崽 1"/>
          <p:cNvGrpSpPr/>
          <p:nvPr/>
        </p:nvGrpSpPr>
        <p:grpSpPr>
          <a:xfrm>
            <a:off x="-73888" y="-45273"/>
            <a:ext cx="12349012" cy="6957221"/>
            <a:chOff x="-73888" y="-45273"/>
            <a:chExt cx="12349012" cy="6957221"/>
          </a:xfrm>
        </p:grpSpPr>
        <p:grpSp>
          <p:nvGrpSpPr>
            <p:cNvPr id="52" name="组合 51"/>
            <p:cNvGrpSpPr/>
            <p:nvPr/>
          </p:nvGrpSpPr>
          <p:grpSpPr>
            <a:xfrm>
              <a:off x="-73888" y="-45273"/>
              <a:ext cx="12349012" cy="6957221"/>
              <a:chOff x="-73888" y="-45273"/>
              <a:chExt cx="12349012" cy="6957221"/>
            </a:xfrm>
          </p:grpSpPr>
          <p:sp>
            <p:nvSpPr>
              <p:cNvPr id="59" name="稻壳儿：耗崽 1-1"/>
              <p:cNvSpPr/>
              <p:nvPr/>
            </p:nvSpPr>
            <p:spPr>
              <a:xfrm>
                <a:off x="0" y="0"/>
                <a:ext cx="12192000" cy="6858000"/>
              </a:xfrm>
              <a:prstGeom prst="roundRect">
                <a:avLst>
                  <a:gd fmla="val 0" name="adj"/>
                </a:avLst>
              </a:prstGeom>
              <a:solidFill>
                <a:srgbClr val="FFFAE1">
                  <a:alpha val="35000"/>
                </a:srgbClr>
              </a:solidFill>
              <a:ln algn="ctr" cap="flat" cmpd="sng" w="12700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endParaRPr altLang="en-US" lang="zh-CN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grpSp>
            <p:nvGrpSpPr>
              <p:cNvPr id="60" name="组合 59"/>
              <p:cNvGrpSpPr/>
              <p:nvPr/>
            </p:nvGrpSpPr>
            <p:grpSpPr>
              <a:xfrm>
                <a:off x="11568113" y="581025"/>
                <a:ext cx="343998" cy="6062214"/>
                <a:chOff x="11568113" y="581025"/>
                <a:chExt cx="343998" cy="6062214"/>
              </a:xfrm>
            </p:grpSpPr>
            <p:sp>
              <p:nvSpPr>
                <p:cNvPr id="81" name="稻壳儿：耗崽 1-2"/>
                <p:cNvSpPr/>
                <p:nvPr/>
              </p:nvSpPr>
              <p:spPr>
                <a:xfrm flipV="1">
                  <a:off x="11650622" y="6381750"/>
                  <a:ext cx="261489" cy="261489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82" name="稻壳儿：耗崽 1-3"/>
                <p:cNvSpPr/>
                <p:nvPr/>
              </p:nvSpPr>
              <p:spPr>
                <a:xfrm flipV="1">
                  <a:off x="11568113" y="6381750"/>
                  <a:ext cx="261489" cy="261489"/>
                </a:xfrm>
                <a:prstGeom prst="ellipse">
                  <a:avLst/>
                </a:prstGeom>
                <a:solidFill>
                  <a:srgbClr val="0F40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cxnSp>
              <p:nvCxnSpPr>
                <p:cNvPr id="83" name="稻壳儿：耗崽 1-4"/>
                <p:cNvCxnSpPr/>
                <p:nvPr/>
              </p:nvCxnSpPr>
              <p:spPr>
                <a:xfrm flipV="1">
                  <a:off x="11698858" y="581025"/>
                  <a:ext cx="0" cy="5695950"/>
                </a:xfrm>
                <a:prstGeom prst="line">
                  <a:avLst/>
                </a:prstGeom>
                <a:ln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稻壳儿：耗崽 1-5"/>
                <p:cNvSpPr txBox="1"/>
                <p:nvPr/>
              </p:nvSpPr>
              <p:spPr>
                <a:xfrm>
                  <a:off x="11608642" y="6433238"/>
                  <a:ext cx="197504" cy="169277"/>
                </a:xfrm>
                <a:prstGeom prst="rect">
                  <a:avLst/>
                </a:prstGeom>
                <a:noFill/>
              </p:spPr>
              <p:txBody>
                <a:bodyPr anchor="ctr" bIns="0" lIns="0" rIns="0" rtlCol="0" tIns="0" wrap="square">
                  <a:spAutoFit/>
                </a:bodyPr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altLang="zh-CN" b="0" baseline="0" cap="none" dirty="0" i="0" kern="1200" kumimoji="0" lang="en-US" noProof="0" normalizeH="0" spc="0" strike="noStrike" sz="1100" u="none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charset="-122" panose="00020600040101010101" pitchFamily="18" typeface="汉仪中黑S"/>
                      <a:ea charset="-122" panose="00020600040101010101" pitchFamily="18" typeface="汉仪文黑-55简"/>
                      <a:cs typeface="+mn-ea"/>
                      <a:sym charset="-122" panose="00020600040101010101" pitchFamily="18" typeface="汉仪中黑S"/>
                    </a:rPr>
                    <a:t>06</a:t>
                  </a:r>
                  <a:endParaRPr b="0" baseline="0" cap="none" dirty="0" i="0" kern="1200" kumimoji="0" lang="en-US" noProof="0" normalizeH="0" spc="0" strike="noStrike" sz="1100" u="none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</p:grpSp>
          <p:grpSp>
            <p:nvGrpSpPr>
              <p:cNvPr id="61" name="组合 60"/>
              <p:cNvGrpSpPr/>
              <p:nvPr/>
            </p:nvGrpSpPr>
            <p:grpSpPr>
              <a:xfrm flipH="1">
                <a:off x="9985364" y="-45273"/>
                <a:ext cx="2289760" cy="1747073"/>
                <a:chOff x="-150136" y="-82855"/>
                <a:chExt cx="4802470" cy="3664255"/>
              </a:xfrm>
            </p:grpSpPr>
            <p:sp>
              <p:nvSpPr>
                <p:cNvPr id="72" name="稻壳儿：耗崽 1-6"/>
                <p:cNvSpPr/>
                <p:nvPr/>
              </p:nvSpPr>
              <p:spPr>
                <a:xfrm>
                  <a:off x="-3775" y="-8988"/>
                  <a:ext cx="4650343" cy="2401921"/>
                </a:xfrm>
                <a:custGeom>
                  <a:avLst/>
                  <a:gdLst>
                    <a:gd fmla="*/ 0 w 1613058" name="connsiteX0"/>
                    <a:gd fmla="*/ 833152 h 833151" name="connsiteY0"/>
                    <a:gd fmla="*/ 722567 w 1613058" name="connsiteX1"/>
                    <a:gd fmla="*/ 439388 h 833151" name="connsiteY1"/>
                    <a:gd fmla="*/ 1613059 w 1613058" name="connsiteX2"/>
                    <a:gd fmla="*/ 0 h 833151" name="connsiteY2"/>
                    <a:gd fmla="*/ 0 w 1613058" name="connsiteX3"/>
                    <a:gd fmla="*/ 0 h 833151" name="connsiteY3"/>
                    <a:gd fmla="*/ 0 w 1613058" name="connsiteX4"/>
                    <a:gd fmla="*/ 833152 h 833151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833151" w="1613058">
                      <a:moveTo>
                        <a:pt x="0" y="833152"/>
                      </a:moveTo>
                      <a:cubicBezTo>
                        <a:pt x="0" y="833152"/>
                        <a:pt x="422624" y="821722"/>
                        <a:pt x="722567" y="439388"/>
                      </a:cubicBezTo>
                      <a:cubicBezTo>
                        <a:pt x="1034891" y="41148"/>
                        <a:pt x="1318260" y="493014"/>
                        <a:pt x="1613059" y="0"/>
                      </a:cubicBezTo>
                      <a:lnTo>
                        <a:pt x="0" y="0"/>
                      </a:lnTo>
                      <a:lnTo>
                        <a:pt x="0" y="833152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3" name="稻壳儿：耗崽 1-7"/>
                <p:cNvSpPr/>
                <p:nvPr/>
              </p:nvSpPr>
              <p:spPr>
                <a:xfrm>
                  <a:off x="2325378" y="-82855"/>
                  <a:ext cx="2156704" cy="965216"/>
                </a:xfrm>
                <a:custGeom>
                  <a:avLst/>
                  <a:gdLst>
                    <a:gd fmla="*/ 0 w 748093" name="connsiteX0"/>
                    <a:gd fmla="*/ 334804 h 334803" name="connsiteY0"/>
                    <a:gd fmla="*/ 18859 w 748093" name="connsiteX1"/>
                    <a:gd fmla="*/ 314897 h 334803" name="connsiteY1"/>
                    <a:gd fmla="*/ 24003 w 748093" name="connsiteX2"/>
                    <a:gd fmla="*/ 310420 h 334803" name="connsiteY2"/>
                    <a:gd fmla="*/ 29432 w 748093" name="connsiteX3"/>
                    <a:gd fmla="*/ 306229 h 334803" name="connsiteY3"/>
                    <a:gd fmla="*/ 34861 w 748093" name="connsiteX4"/>
                    <a:gd fmla="*/ 302038 h 334803" name="connsiteY4"/>
                    <a:gd fmla="*/ 40481 w 748093" name="connsiteX5"/>
                    <a:gd fmla="*/ 298133 h 334803" name="connsiteY5"/>
                    <a:gd fmla="*/ 63817 w 748093" name="connsiteX6"/>
                    <a:gd fmla="*/ 283559 h 334803" name="connsiteY6"/>
                    <a:gd fmla="*/ 76105 w 748093" name="connsiteX7"/>
                    <a:gd fmla="*/ 277368 h 334803" name="connsiteY7"/>
                    <a:gd fmla="*/ 82296 w 748093" name="connsiteX8"/>
                    <a:gd fmla="*/ 274320 h 334803" name="connsiteY8"/>
                    <a:gd fmla="*/ 88582 w 748093" name="connsiteX9"/>
                    <a:gd fmla="*/ 271653 h 334803" name="connsiteY9"/>
                    <a:gd fmla="*/ 194596 w 748093" name="connsiteX10"/>
                    <a:gd fmla="*/ 243459 h 334803" name="connsiteY10"/>
                    <a:gd fmla="*/ 208217 w 748093" name="connsiteX11"/>
                    <a:gd fmla="*/ 241840 h 334803" name="connsiteY11"/>
                    <a:gd fmla="*/ 215075 w 748093" name="connsiteX12"/>
                    <a:gd fmla="*/ 240983 h 334803" name="connsiteY12"/>
                    <a:gd fmla="*/ 221932 w 748093" name="connsiteX13"/>
                    <a:gd fmla="*/ 240506 h 334803" name="connsiteY13"/>
                    <a:gd fmla="*/ 249460 w 748093" name="connsiteX14"/>
                    <a:gd fmla="*/ 239078 h 334803" name="connsiteY14"/>
                    <a:gd fmla="*/ 276987 w 748093" name="connsiteX15"/>
                    <a:gd fmla="*/ 239268 h 334803" name="connsiteY15"/>
                    <a:gd fmla="*/ 290703 w 748093" name="connsiteX16"/>
                    <a:gd fmla="*/ 239459 h 334803" name="connsiteY16"/>
                    <a:gd fmla="*/ 304324 w 748093" name="connsiteX17"/>
                    <a:gd fmla="*/ 239935 h 334803" name="connsiteY17"/>
                    <a:gd fmla="*/ 358902 w 748093" name="connsiteX18"/>
                    <a:gd fmla="*/ 240411 h 334803" name="connsiteY18"/>
                    <a:gd fmla="*/ 413385 w 748093" name="connsiteX19"/>
                    <a:gd fmla="*/ 237649 h 334803" name="connsiteY19"/>
                    <a:gd fmla="*/ 467392 w 748093" name="connsiteX20"/>
                    <a:gd fmla="*/ 230791 h 334803" name="connsiteY20"/>
                    <a:gd fmla="*/ 520256 w 748093" name="connsiteX21"/>
                    <a:gd fmla="*/ 218218 h 334803" name="connsiteY21"/>
                    <a:gd fmla="*/ 617696 w 748093" name="connsiteX22"/>
                    <a:gd fmla="*/ 171355 h 334803" name="connsiteY22"/>
                    <a:gd fmla="*/ 659320 w 748093" name="connsiteX23"/>
                    <a:gd fmla="*/ 136493 h 334803" name="connsiteY23"/>
                    <a:gd fmla="*/ 694658 w 748093" name="connsiteX24"/>
                    <a:gd fmla="*/ 95060 h 334803" name="connsiteY24"/>
                    <a:gd fmla="*/ 748094 w 748093" name="connsiteX25"/>
                    <a:gd fmla="*/ 0 h 334803" name="connsiteY25"/>
                    <a:gd fmla="*/ 697325 w 748093" name="connsiteX26"/>
                    <a:gd fmla="*/ 97060 h 334803" name="connsiteY26"/>
                    <a:gd fmla="*/ 662369 w 748093" name="connsiteX27"/>
                    <a:gd fmla="*/ 139541 h 334803" name="connsiteY27"/>
                    <a:gd fmla="*/ 620744 w 748093" name="connsiteX28"/>
                    <a:gd fmla="*/ 175546 h 334803" name="connsiteY28"/>
                    <a:gd fmla="*/ 522065 w 748093" name="connsiteX29"/>
                    <a:gd fmla="*/ 224028 h 334803" name="connsiteY29"/>
                    <a:gd fmla="*/ 468535 w 748093" name="connsiteX30"/>
                    <a:gd fmla="*/ 237077 h 334803" name="connsiteY30"/>
                    <a:gd fmla="*/ 413957 w 748093" name="connsiteX31"/>
                    <a:gd fmla="*/ 244316 h 334803" name="connsiteY31"/>
                    <a:gd fmla="*/ 358997 w 748093" name="connsiteX32"/>
                    <a:gd fmla="*/ 246793 h 334803" name="connsiteY32"/>
                    <a:gd fmla="*/ 304133 w 748093" name="connsiteX33"/>
                    <a:gd fmla="*/ 246031 h 334803" name="connsiteY33"/>
                    <a:gd fmla="*/ 290417 w 748093" name="connsiteX34"/>
                    <a:gd fmla="*/ 245459 h 334803" name="connsiteY34"/>
                    <a:gd fmla="*/ 276796 w 748093" name="connsiteX35"/>
                    <a:gd fmla="*/ 245174 h 334803" name="connsiteY35"/>
                    <a:gd fmla="*/ 249555 w 748093" name="connsiteX36"/>
                    <a:gd fmla="*/ 244792 h 334803" name="connsiteY36"/>
                    <a:gd fmla="*/ 222313 w 748093" name="connsiteX37"/>
                    <a:gd fmla="*/ 245936 h 334803" name="connsiteY37"/>
                    <a:gd fmla="*/ 215551 w 748093" name="connsiteX38"/>
                    <a:gd fmla="*/ 246221 h 334803" name="connsiteY38"/>
                    <a:gd fmla="*/ 208788 w 748093" name="connsiteX39"/>
                    <a:gd fmla="*/ 246888 h 334803" name="connsiteY39"/>
                    <a:gd fmla="*/ 195263 w 748093" name="connsiteX40"/>
                    <a:gd fmla="*/ 248317 h 334803" name="connsiteY40"/>
                    <a:gd fmla="*/ 89916 w 748093" name="connsiteX41"/>
                    <a:gd fmla="*/ 274415 h 334803" name="connsiteY41"/>
                    <a:gd fmla="*/ 83534 w 748093" name="connsiteX42"/>
                    <a:gd fmla="*/ 276892 h 334803" name="connsiteY42"/>
                    <a:gd fmla="*/ 77343 w 748093" name="connsiteX43"/>
                    <a:gd fmla="*/ 279749 h 334803" name="connsiteY43"/>
                    <a:gd fmla="*/ 65056 w 748093" name="connsiteX44"/>
                    <a:gd fmla="*/ 285560 h 334803" name="connsiteY44"/>
                    <a:gd fmla="*/ 41529 w 748093" name="connsiteX45"/>
                    <a:gd fmla="*/ 299371 h 334803" name="connsiteY45"/>
                    <a:gd fmla="*/ 35814 w 748093" name="connsiteX46"/>
                    <a:gd fmla="*/ 303086 h 334803" name="connsiteY46"/>
                    <a:gd fmla="*/ 30290 w 748093" name="connsiteX47"/>
                    <a:gd fmla="*/ 307086 h 334803" name="connsiteY47"/>
                    <a:gd fmla="*/ 24765 w 748093" name="connsiteX48"/>
                    <a:gd fmla="*/ 311182 h 334803" name="connsiteY48"/>
                    <a:gd fmla="*/ 19526 w 748093" name="connsiteX49"/>
                    <a:gd fmla="*/ 315563 h 334803" name="connsiteY49"/>
                    <a:gd fmla="*/ 0 w 748093" name="connsiteX50"/>
                    <a:gd fmla="*/ 334804 h 334803" name="connsiteY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b="b" l="l" r="r" t="t"/>
                  <a:pathLst>
                    <a:path h="334803" w="748093">
                      <a:moveTo>
                        <a:pt x="0" y="334804"/>
                      </a:moveTo>
                      <a:cubicBezTo>
                        <a:pt x="5525" y="327565"/>
                        <a:pt x="12002" y="320993"/>
                        <a:pt x="18859" y="314897"/>
                      </a:cubicBezTo>
                      <a:cubicBezTo>
                        <a:pt x="20574" y="313373"/>
                        <a:pt x="22288" y="311849"/>
                        <a:pt x="24003" y="310420"/>
                      </a:cubicBezTo>
                      <a:lnTo>
                        <a:pt x="29432" y="306229"/>
                      </a:lnTo>
                      <a:cubicBezTo>
                        <a:pt x="31242" y="304800"/>
                        <a:pt x="33052" y="303371"/>
                        <a:pt x="34861" y="302038"/>
                      </a:cubicBezTo>
                      <a:lnTo>
                        <a:pt x="40481" y="298133"/>
                      </a:lnTo>
                      <a:cubicBezTo>
                        <a:pt x="47911" y="292703"/>
                        <a:pt x="55912" y="288322"/>
                        <a:pt x="63817" y="283559"/>
                      </a:cubicBezTo>
                      <a:lnTo>
                        <a:pt x="76105" y="277368"/>
                      </a:lnTo>
                      <a:lnTo>
                        <a:pt x="82296" y="274320"/>
                      </a:lnTo>
                      <a:lnTo>
                        <a:pt x="88582" y="271653"/>
                      </a:lnTo>
                      <a:cubicBezTo>
                        <a:pt x="122301" y="257080"/>
                        <a:pt x="158210" y="248222"/>
                        <a:pt x="194596" y="243459"/>
                      </a:cubicBezTo>
                      <a:lnTo>
                        <a:pt x="208217" y="241840"/>
                      </a:lnTo>
                      <a:lnTo>
                        <a:pt x="215075" y="240983"/>
                      </a:lnTo>
                      <a:cubicBezTo>
                        <a:pt x="217361" y="240697"/>
                        <a:pt x="219646" y="240697"/>
                        <a:pt x="221932" y="240506"/>
                      </a:cubicBezTo>
                      <a:lnTo>
                        <a:pt x="249460" y="239078"/>
                      </a:lnTo>
                      <a:cubicBezTo>
                        <a:pt x="258604" y="238887"/>
                        <a:pt x="267748" y="239268"/>
                        <a:pt x="276987" y="239268"/>
                      </a:cubicBezTo>
                      <a:lnTo>
                        <a:pt x="290703" y="239459"/>
                      </a:lnTo>
                      <a:lnTo>
                        <a:pt x="304324" y="239935"/>
                      </a:lnTo>
                      <a:cubicBezTo>
                        <a:pt x="322517" y="240602"/>
                        <a:pt x="340709" y="240792"/>
                        <a:pt x="358902" y="240411"/>
                      </a:cubicBezTo>
                      <a:cubicBezTo>
                        <a:pt x="377095" y="240125"/>
                        <a:pt x="395287" y="239173"/>
                        <a:pt x="413385" y="237649"/>
                      </a:cubicBezTo>
                      <a:cubicBezTo>
                        <a:pt x="431482" y="236220"/>
                        <a:pt x="449485" y="233934"/>
                        <a:pt x="467392" y="230791"/>
                      </a:cubicBezTo>
                      <a:cubicBezTo>
                        <a:pt x="485203" y="227552"/>
                        <a:pt x="503015" y="223647"/>
                        <a:pt x="520256" y="218218"/>
                      </a:cubicBezTo>
                      <a:cubicBezTo>
                        <a:pt x="554831" y="207645"/>
                        <a:pt x="588074" y="192215"/>
                        <a:pt x="617696" y="171355"/>
                      </a:cubicBezTo>
                      <a:cubicBezTo>
                        <a:pt x="632555" y="160973"/>
                        <a:pt x="646462" y="149257"/>
                        <a:pt x="659320" y="136493"/>
                      </a:cubicBezTo>
                      <a:cubicBezTo>
                        <a:pt x="672179" y="123730"/>
                        <a:pt x="683800" y="109728"/>
                        <a:pt x="694658" y="95060"/>
                      </a:cubicBezTo>
                      <a:cubicBezTo>
                        <a:pt x="716375" y="65818"/>
                        <a:pt x="733425" y="33338"/>
                        <a:pt x="748094" y="0"/>
                      </a:cubicBezTo>
                      <a:cubicBezTo>
                        <a:pt x="734854" y="34004"/>
                        <a:pt x="718376" y="66961"/>
                        <a:pt x="697325" y="97060"/>
                      </a:cubicBezTo>
                      <a:cubicBezTo>
                        <a:pt x="686753" y="112014"/>
                        <a:pt x="675132" y="126302"/>
                        <a:pt x="662369" y="139541"/>
                      </a:cubicBezTo>
                      <a:cubicBezTo>
                        <a:pt x="649510" y="152686"/>
                        <a:pt x="635603" y="164783"/>
                        <a:pt x="620744" y="175546"/>
                      </a:cubicBezTo>
                      <a:cubicBezTo>
                        <a:pt x="591122" y="197453"/>
                        <a:pt x="557117" y="212979"/>
                        <a:pt x="522065" y="224028"/>
                      </a:cubicBezTo>
                      <a:cubicBezTo>
                        <a:pt x="504539" y="229648"/>
                        <a:pt x="486632" y="233744"/>
                        <a:pt x="468535" y="237077"/>
                      </a:cubicBezTo>
                      <a:cubicBezTo>
                        <a:pt x="450437" y="240411"/>
                        <a:pt x="432244" y="242792"/>
                        <a:pt x="413957" y="244316"/>
                      </a:cubicBezTo>
                      <a:cubicBezTo>
                        <a:pt x="395669" y="245840"/>
                        <a:pt x="377381" y="246698"/>
                        <a:pt x="358997" y="246793"/>
                      </a:cubicBezTo>
                      <a:cubicBezTo>
                        <a:pt x="340709" y="247079"/>
                        <a:pt x="322326" y="246698"/>
                        <a:pt x="304133" y="246031"/>
                      </a:cubicBezTo>
                      <a:lnTo>
                        <a:pt x="290417" y="245459"/>
                      </a:lnTo>
                      <a:lnTo>
                        <a:pt x="276796" y="245174"/>
                      </a:lnTo>
                      <a:cubicBezTo>
                        <a:pt x="267748" y="245078"/>
                        <a:pt x="258604" y="244697"/>
                        <a:pt x="249555" y="244792"/>
                      </a:cubicBezTo>
                      <a:lnTo>
                        <a:pt x="222313" y="245936"/>
                      </a:lnTo>
                      <a:cubicBezTo>
                        <a:pt x="220027" y="246031"/>
                        <a:pt x="217742" y="246031"/>
                        <a:pt x="215551" y="246221"/>
                      </a:cubicBezTo>
                      <a:lnTo>
                        <a:pt x="208788" y="246888"/>
                      </a:lnTo>
                      <a:lnTo>
                        <a:pt x="195263" y="248317"/>
                      </a:lnTo>
                      <a:cubicBezTo>
                        <a:pt x="159258" y="252508"/>
                        <a:pt x="123539" y="260699"/>
                        <a:pt x="89916" y="274415"/>
                      </a:cubicBezTo>
                      <a:lnTo>
                        <a:pt x="83534" y="276892"/>
                      </a:lnTo>
                      <a:lnTo>
                        <a:pt x="77343" y="279749"/>
                      </a:lnTo>
                      <a:lnTo>
                        <a:pt x="65056" y="285560"/>
                      </a:lnTo>
                      <a:cubicBezTo>
                        <a:pt x="57150" y="290036"/>
                        <a:pt x="49054" y="294132"/>
                        <a:pt x="41529" y="299371"/>
                      </a:cubicBezTo>
                      <a:lnTo>
                        <a:pt x="35814" y="303086"/>
                      </a:lnTo>
                      <a:cubicBezTo>
                        <a:pt x="33909" y="304419"/>
                        <a:pt x="32194" y="305753"/>
                        <a:pt x="30290" y="307086"/>
                      </a:cubicBezTo>
                      <a:lnTo>
                        <a:pt x="24765" y="311182"/>
                      </a:lnTo>
                      <a:cubicBezTo>
                        <a:pt x="22955" y="312611"/>
                        <a:pt x="21241" y="314135"/>
                        <a:pt x="19526" y="315563"/>
                      </a:cubicBezTo>
                      <a:cubicBezTo>
                        <a:pt x="12382" y="321469"/>
                        <a:pt x="5715" y="327755"/>
                        <a:pt x="0" y="334804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4" name="稻壳儿：耗崽 1-8"/>
                <p:cNvSpPr/>
                <p:nvPr/>
              </p:nvSpPr>
              <p:spPr>
                <a:xfrm>
                  <a:off x="-2129" y="6115"/>
                  <a:ext cx="4654463" cy="2409062"/>
                </a:xfrm>
                <a:custGeom>
                  <a:avLst/>
                  <a:gdLst>
                    <a:gd fmla="*/ 95 w 1614487" name="connsiteX0"/>
                    <a:gd fmla="*/ 835628 h 835628" name="connsiteY0"/>
                    <a:gd fmla="*/ 0 w 1614487" name="connsiteX1"/>
                    <a:gd fmla="*/ 832295 h 835628" name="connsiteY1"/>
                    <a:gd fmla="*/ 248412 w 1614487" name="connsiteX2"/>
                    <a:gd fmla="*/ 778859 h 835628" name="connsiteY2"/>
                    <a:gd fmla="*/ 721233 w 1614487" name="connsiteX3"/>
                    <a:gd fmla="*/ 439198 h 835628" name="connsiteY3"/>
                    <a:gd fmla="*/ 1151192 w 1614487" name="connsiteX4"/>
                    <a:gd fmla="*/ 254127 h 835628" name="connsiteY4"/>
                    <a:gd fmla="*/ 1611630 w 1614487" name="connsiteX5"/>
                    <a:gd fmla="*/ 0 h 835628" name="connsiteY5"/>
                    <a:gd fmla="*/ 1614488 w 1614487" name="connsiteX6"/>
                    <a:gd fmla="*/ 1715 h 835628" name="connsiteY6"/>
                    <a:gd fmla="*/ 1382554 w 1614487" name="connsiteX7"/>
                    <a:gd fmla="*/ 228029 h 835628" name="connsiteY7"/>
                    <a:gd fmla="*/ 1151096 w 1614487" name="connsiteX8"/>
                    <a:gd fmla="*/ 257461 h 835628" name="connsiteY8"/>
                    <a:gd fmla="*/ 723805 w 1614487" name="connsiteX9"/>
                    <a:gd fmla="*/ 441293 h 835628" name="connsiteY9"/>
                    <a:gd fmla="*/ 249460 w 1614487" name="connsiteX10"/>
                    <a:gd fmla="*/ 782003 h 835628" name="connsiteY10"/>
                    <a:gd fmla="*/ 95 w 1614487" name="connsiteX11"/>
                    <a:gd fmla="*/ 835628 h 835628" name="connsiteY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b="b" l="l" r="r" t="t"/>
                  <a:pathLst>
                    <a:path h="835628" w="1614487">
                      <a:moveTo>
                        <a:pt x="95" y="835628"/>
                      </a:moveTo>
                      <a:lnTo>
                        <a:pt x="0" y="832295"/>
                      </a:lnTo>
                      <a:cubicBezTo>
                        <a:pt x="1048" y="832295"/>
                        <a:pt x="107156" y="828865"/>
                        <a:pt x="248412" y="778859"/>
                      </a:cubicBezTo>
                      <a:cubicBezTo>
                        <a:pt x="378809" y="732663"/>
                        <a:pt x="566642" y="636270"/>
                        <a:pt x="721233" y="439198"/>
                      </a:cubicBezTo>
                      <a:cubicBezTo>
                        <a:pt x="869728" y="249936"/>
                        <a:pt x="1012793" y="252031"/>
                        <a:pt x="1151192" y="254127"/>
                      </a:cubicBezTo>
                      <a:cubicBezTo>
                        <a:pt x="1308449" y="256413"/>
                        <a:pt x="1456944" y="258699"/>
                        <a:pt x="1611630" y="0"/>
                      </a:cubicBezTo>
                      <a:lnTo>
                        <a:pt x="1614488" y="1715"/>
                      </a:lnTo>
                      <a:cubicBezTo>
                        <a:pt x="1544669" y="118491"/>
                        <a:pt x="1468755" y="192500"/>
                        <a:pt x="1382554" y="228029"/>
                      </a:cubicBezTo>
                      <a:cubicBezTo>
                        <a:pt x="1305497" y="259747"/>
                        <a:pt x="1227011" y="258604"/>
                        <a:pt x="1151096" y="257461"/>
                      </a:cubicBezTo>
                      <a:cubicBezTo>
                        <a:pt x="1013460" y="255365"/>
                        <a:pt x="871252" y="253270"/>
                        <a:pt x="723805" y="441293"/>
                      </a:cubicBezTo>
                      <a:cubicBezTo>
                        <a:pt x="568738" y="639032"/>
                        <a:pt x="380238" y="735711"/>
                        <a:pt x="249460" y="782003"/>
                      </a:cubicBezTo>
                      <a:cubicBezTo>
                        <a:pt x="107633" y="832199"/>
                        <a:pt x="1143" y="835628"/>
                        <a:pt x="95" y="835628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5" name="稻壳儿：耗崽 1-9"/>
                <p:cNvSpPr/>
                <p:nvPr/>
              </p:nvSpPr>
              <p:spPr>
                <a:xfrm>
                  <a:off x="-3775" y="-8988"/>
                  <a:ext cx="2932448" cy="3587644"/>
                </a:xfrm>
                <a:custGeom>
                  <a:avLst/>
                  <a:gdLst>
                    <a:gd fmla="*/ 0 w 1017174" name="connsiteX0"/>
                    <a:gd fmla="*/ 1244441 h 1244441" name="connsiteY0"/>
                    <a:gd fmla="*/ 601123 w 1017174" name="connsiteX1"/>
                    <a:gd fmla="*/ 713899 h 1244441" name="connsiteY1"/>
                    <a:gd fmla="*/ 1017175 w 1017174" name="connsiteX2"/>
                    <a:gd fmla="*/ 0 h 1244441" name="connsiteY2"/>
                    <a:gd fmla="*/ 0 w 1017174" name="connsiteX3"/>
                    <a:gd fmla="*/ 0 h 1244441" name="connsiteY3"/>
                    <a:gd fmla="*/ 0 w 1017174" name="connsiteX4"/>
                    <a:gd fmla="*/ 1244441 h 1244441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1244441" w="1017174">
                      <a:moveTo>
                        <a:pt x="0" y="1244441"/>
                      </a:moveTo>
                      <a:cubicBezTo>
                        <a:pt x="0" y="1244441"/>
                        <a:pt x="39529" y="1025366"/>
                        <a:pt x="601123" y="713899"/>
                      </a:cubicBezTo>
                      <a:cubicBezTo>
                        <a:pt x="947261" y="521875"/>
                        <a:pt x="813435" y="52768"/>
                        <a:pt x="1017175" y="0"/>
                      </a:cubicBezTo>
                      <a:lnTo>
                        <a:pt x="0" y="0"/>
                      </a:lnTo>
                      <a:lnTo>
                        <a:pt x="0" y="1244441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6" name="稻壳儿：耗崽 1-10"/>
                <p:cNvSpPr/>
                <p:nvPr/>
              </p:nvSpPr>
              <p:spPr>
                <a:xfrm>
                  <a:off x="-150136" y="-47158"/>
                  <a:ext cx="2695194" cy="3047506"/>
                </a:xfrm>
                <a:custGeom>
                  <a:avLst/>
                  <a:gdLst>
                    <a:gd fmla="*/ 0 w 934878" name="connsiteX0"/>
                    <a:gd fmla="*/ 1057085 h 1057084" name="connsiteY0"/>
                    <a:gd fmla="*/ 28385 w 934878" name="connsiteX1"/>
                    <a:gd fmla="*/ 969645 h 1057084" name="connsiteY1"/>
                    <a:gd fmla="*/ 64198 w 934878" name="connsiteX2"/>
                    <a:gd fmla="*/ 884873 h 1057084" name="connsiteY2"/>
                    <a:gd fmla="*/ 155448 w 934878" name="connsiteX3"/>
                    <a:gd fmla="*/ 724757 h 1057084" name="connsiteY3"/>
                    <a:gd fmla="*/ 273368 w 934878" name="connsiteX4"/>
                    <a:gd fmla="*/ 582740 h 1057084" name="connsiteY4"/>
                    <a:gd fmla="*/ 418433 w 934878" name="connsiteX5"/>
                    <a:gd fmla="*/ 468249 h 1057084" name="connsiteY5"/>
                    <a:gd fmla="*/ 438436 w 934878" name="connsiteX6"/>
                    <a:gd fmla="*/ 456533 h 1057084" name="connsiteY6"/>
                    <a:gd fmla="*/ 458629 w 934878" name="connsiteX7"/>
                    <a:gd fmla="*/ 445199 h 1057084" name="connsiteY7"/>
                    <a:gd fmla="*/ 499396 w 934878" name="connsiteX8"/>
                    <a:gd fmla="*/ 423863 h 1057084" name="connsiteY8"/>
                    <a:gd fmla="*/ 581692 w 934878" name="connsiteX9"/>
                    <a:gd fmla="*/ 382619 h 1057084" name="connsiteY9"/>
                    <a:gd fmla="*/ 743998 w 934878" name="connsiteX10"/>
                    <a:gd fmla="*/ 297847 h 1057084" name="connsiteY10"/>
                    <a:gd fmla="*/ 781526 w 934878" name="connsiteX11"/>
                    <a:gd fmla="*/ 272225 h 1057084" name="connsiteY11"/>
                    <a:gd fmla="*/ 799148 w 934878" name="connsiteX12"/>
                    <a:gd fmla="*/ 257937 h 1057084" name="connsiteY12"/>
                    <a:gd fmla="*/ 807720 w 934878" name="connsiteX13"/>
                    <a:gd fmla="*/ 250508 h 1057084" name="connsiteY13"/>
                    <a:gd fmla="*/ 816007 w 934878" name="connsiteX14"/>
                    <a:gd fmla="*/ 242697 h 1057084" name="connsiteY14"/>
                    <a:gd fmla="*/ 871728 w 934878" name="connsiteX15"/>
                    <a:gd fmla="*/ 171260 h 1057084" name="connsiteY15"/>
                    <a:gd fmla="*/ 909352 w 934878" name="connsiteX16"/>
                    <a:gd fmla="*/ 88106 h 1057084" name="connsiteY16"/>
                    <a:gd fmla="*/ 916591 w 934878" name="connsiteX17"/>
                    <a:gd fmla="*/ 66389 h 1057084" name="connsiteY17"/>
                    <a:gd fmla="*/ 923163 w 934878" name="connsiteX18"/>
                    <a:gd fmla="*/ 44387 h 1057084" name="connsiteY18"/>
                    <a:gd fmla="*/ 929259 w 934878" name="connsiteX19"/>
                    <a:gd fmla="*/ 22289 h 1057084" name="connsiteY19"/>
                    <a:gd fmla="*/ 934879 w 934878" name="connsiteX20"/>
                    <a:gd fmla="*/ 0 h 1057084" name="connsiteY20"/>
                    <a:gd fmla="*/ 930212 w 934878" name="connsiteX21"/>
                    <a:gd fmla="*/ 22479 h 1057084" name="connsiteY21"/>
                    <a:gd fmla="*/ 925068 w 934878" name="connsiteX22"/>
                    <a:gd fmla="*/ 44863 h 1057084" name="connsiteY22"/>
                    <a:gd fmla="*/ 919258 w 934878" name="connsiteX23"/>
                    <a:gd fmla="*/ 67151 h 1057084" name="connsiteY23"/>
                    <a:gd fmla="*/ 912686 w 934878" name="connsiteX24"/>
                    <a:gd fmla="*/ 89249 h 1057084" name="connsiteY24"/>
                    <a:gd fmla="*/ 877348 w 934878" name="connsiteX25"/>
                    <a:gd fmla="*/ 174498 h 1057084" name="connsiteY25"/>
                    <a:gd fmla="*/ 822103 w 934878" name="connsiteX26"/>
                    <a:gd fmla="*/ 248888 h 1057084" name="connsiteY26"/>
                    <a:gd fmla="*/ 749522 w 934878" name="connsiteX27"/>
                    <a:gd fmla="*/ 306610 h 1057084" name="connsiteY27"/>
                    <a:gd fmla="*/ 669322 w 934878" name="connsiteX28"/>
                    <a:gd fmla="*/ 352425 h 1057084" name="connsiteY28"/>
                    <a:gd fmla="*/ 587216 w 934878" name="connsiteX29"/>
                    <a:gd fmla="*/ 393859 h 1057084" name="connsiteY29"/>
                    <a:gd fmla="*/ 505301 w 934878" name="connsiteX30"/>
                    <a:gd fmla="*/ 435293 h 1057084" name="connsiteY30"/>
                    <a:gd fmla="*/ 464725 w 934878" name="connsiteX31"/>
                    <a:gd fmla="*/ 456629 h 1057084" name="connsiteY31"/>
                    <a:gd fmla="*/ 444913 w 934878" name="connsiteX32"/>
                    <a:gd fmla="*/ 467868 h 1057084" name="connsiteY32"/>
                    <a:gd fmla="*/ 425291 w 934878" name="connsiteX33"/>
                    <a:gd fmla="*/ 479393 h 1057084" name="connsiteY33"/>
                    <a:gd fmla="*/ 282131 w 934878" name="connsiteX34"/>
                    <a:gd fmla="*/ 591693 h 1057084" name="connsiteY34"/>
                    <a:gd fmla="*/ 219837 w 934878" name="connsiteX35"/>
                    <a:gd fmla="*/ 658368 h 1057084" name="connsiteY35"/>
                    <a:gd fmla="*/ 205264 w 934878" name="connsiteX36"/>
                    <a:gd fmla="*/ 675989 h 1057084" name="connsiteY36"/>
                    <a:gd fmla="*/ 191167 w 934878" name="connsiteX37"/>
                    <a:gd fmla="*/ 693992 h 1057084" name="connsiteY37"/>
                    <a:gd fmla="*/ 184118 w 934878" name="connsiteX38"/>
                    <a:gd fmla="*/ 703040 h 1057084" name="connsiteY38"/>
                    <a:gd fmla="*/ 177356 w 934878" name="connsiteX39"/>
                    <a:gd fmla="*/ 712279 h 1057084" name="connsiteY39"/>
                    <a:gd fmla="*/ 163925 w 934878" name="connsiteX40"/>
                    <a:gd fmla="*/ 730758 h 1057084" name="connsiteY40"/>
                    <a:gd fmla="*/ 70104 w 934878" name="connsiteX41"/>
                    <a:gd fmla="*/ 887825 h 1057084" name="connsiteY41"/>
                    <a:gd fmla="*/ 0 w 934878" name="connsiteX42"/>
                    <a:gd fmla="*/ 1057085 h 1057084" name="connsiteY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b="b" l="l" r="r" t="t"/>
                  <a:pathLst>
                    <a:path h="1057084" w="934878">
                      <a:moveTo>
                        <a:pt x="0" y="1057085"/>
                      </a:moveTo>
                      <a:cubicBezTo>
                        <a:pt x="7715" y="1027462"/>
                        <a:pt x="17526" y="998315"/>
                        <a:pt x="28385" y="969645"/>
                      </a:cubicBezTo>
                      <a:cubicBezTo>
                        <a:pt x="39243" y="940975"/>
                        <a:pt x="51245" y="912686"/>
                        <a:pt x="64198" y="884873"/>
                      </a:cubicBezTo>
                      <a:cubicBezTo>
                        <a:pt x="90297" y="829247"/>
                        <a:pt x="120777" y="775621"/>
                        <a:pt x="155448" y="724757"/>
                      </a:cubicBezTo>
                      <a:cubicBezTo>
                        <a:pt x="190214" y="673989"/>
                        <a:pt x="229457" y="626078"/>
                        <a:pt x="273368" y="582740"/>
                      </a:cubicBezTo>
                      <a:cubicBezTo>
                        <a:pt x="316992" y="539115"/>
                        <a:pt x="365950" y="500825"/>
                        <a:pt x="418433" y="468249"/>
                      </a:cubicBezTo>
                      <a:cubicBezTo>
                        <a:pt x="424910" y="463963"/>
                        <a:pt x="431768" y="460439"/>
                        <a:pt x="438436" y="456533"/>
                      </a:cubicBezTo>
                      <a:cubicBezTo>
                        <a:pt x="445199" y="452723"/>
                        <a:pt x="451866" y="448818"/>
                        <a:pt x="458629" y="445199"/>
                      </a:cubicBezTo>
                      <a:cubicBezTo>
                        <a:pt x="472250" y="438055"/>
                        <a:pt x="485775" y="430816"/>
                        <a:pt x="499396" y="423863"/>
                      </a:cubicBezTo>
                      <a:cubicBezTo>
                        <a:pt x="526733" y="409861"/>
                        <a:pt x="554165" y="396145"/>
                        <a:pt x="581692" y="382619"/>
                      </a:cubicBezTo>
                      <a:cubicBezTo>
                        <a:pt x="636651" y="355664"/>
                        <a:pt x="692277" y="329756"/>
                        <a:pt x="743998" y="297847"/>
                      </a:cubicBezTo>
                      <a:cubicBezTo>
                        <a:pt x="756952" y="289846"/>
                        <a:pt x="769430" y="281273"/>
                        <a:pt x="781526" y="272225"/>
                      </a:cubicBezTo>
                      <a:cubicBezTo>
                        <a:pt x="787432" y="267557"/>
                        <a:pt x="793528" y="262985"/>
                        <a:pt x="799148" y="257937"/>
                      </a:cubicBezTo>
                      <a:cubicBezTo>
                        <a:pt x="802005" y="255461"/>
                        <a:pt x="804958" y="253079"/>
                        <a:pt x="807720" y="250508"/>
                      </a:cubicBezTo>
                      <a:lnTo>
                        <a:pt x="816007" y="242697"/>
                      </a:lnTo>
                      <a:cubicBezTo>
                        <a:pt x="837819" y="221742"/>
                        <a:pt x="856202" y="197358"/>
                        <a:pt x="871728" y="171260"/>
                      </a:cubicBezTo>
                      <a:cubicBezTo>
                        <a:pt x="887063" y="145066"/>
                        <a:pt x="899255" y="116967"/>
                        <a:pt x="909352" y="88106"/>
                      </a:cubicBezTo>
                      <a:cubicBezTo>
                        <a:pt x="911828" y="80867"/>
                        <a:pt x="914400" y="73724"/>
                        <a:pt x="916591" y="66389"/>
                      </a:cubicBezTo>
                      <a:cubicBezTo>
                        <a:pt x="918782" y="59055"/>
                        <a:pt x="921258" y="51816"/>
                        <a:pt x="923163" y="44387"/>
                      </a:cubicBezTo>
                      <a:cubicBezTo>
                        <a:pt x="925163" y="37052"/>
                        <a:pt x="927449" y="29718"/>
                        <a:pt x="929259" y="22289"/>
                      </a:cubicBezTo>
                      <a:lnTo>
                        <a:pt x="934879" y="0"/>
                      </a:lnTo>
                      <a:lnTo>
                        <a:pt x="930212" y="22479"/>
                      </a:lnTo>
                      <a:cubicBezTo>
                        <a:pt x="928688" y="30004"/>
                        <a:pt x="926783" y="37433"/>
                        <a:pt x="925068" y="44863"/>
                      </a:cubicBezTo>
                      <a:cubicBezTo>
                        <a:pt x="923354" y="52388"/>
                        <a:pt x="921163" y="59722"/>
                        <a:pt x="919258" y="67151"/>
                      </a:cubicBezTo>
                      <a:cubicBezTo>
                        <a:pt x="917353" y="74581"/>
                        <a:pt x="914972" y="81915"/>
                        <a:pt x="912686" y="89249"/>
                      </a:cubicBezTo>
                      <a:cubicBezTo>
                        <a:pt x="903446" y="118491"/>
                        <a:pt x="892112" y="147257"/>
                        <a:pt x="877348" y="174498"/>
                      </a:cubicBezTo>
                      <a:cubicBezTo>
                        <a:pt x="862298" y="201454"/>
                        <a:pt x="844010" y="226886"/>
                        <a:pt x="822103" y="248888"/>
                      </a:cubicBezTo>
                      <a:cubicBezTo>
                        <a:pt x="800290" y="270986"/>
                        <a:pt x="775526" y="289941"/>
                        <a:pt x="749522" y="306610"/>
                      </a:cubicBezTo>
                      <a:cubicBezTo>
                        <a:pt x="723614" y="323374"/>
                        <a:pt x="696563" y="338233"/>
                        <a:pt x="669322" y="352425"/>
                      </a:cubicBezTo>
                      <a:cubicBezTo>
                        <a:pt x="642080" y="366617"/>
                        <a:pt x="614553" y="380143"/>
                        <a:pt x="587216" y="393859"/>
                      </a:cubicBezTo>
                      <a:cubicBezTo>
                        <a:pt x="559784" y="407575"/>
                        <a:pt x="532448" y="421196"/>
                        <a:pt x="505301" y="435293"/>
                      </a:cubicBezTo>
                      <a:cubicBezTo>
                        <a:pt x="491681" y="442341"/>
                        <a:pt x="478250" y="449485"/>
                        <a:pt x="464725" y="456629"/>
                      </a:cubicBezTo>
                      <a:cubicBezTo>
                        <a:pt x="458057" y="460248"/>
                        <a:pt x="451485" y="464153"/>
                        <a:pt x="444913" y="467868"/>
                      </a:cubicBezTo>
                      <a:cubicBezTo>
                        <a:pt x="438341" y="471678"/>
                        <a:pt x="431578" y="475202"/>
                        <a:pt x="425291" y="479393"/>
                      </a:cubicBezTo>
                      <a:cubicBezTo>
                        <a:pt x="373666" y="511397"/>
                        <a:pt x="325469" y="549021"/>
                        <a:pt x="282131" y="591693"/>
                      </a:cubicBezTo>
                      <a:cubicBezTo>
                        <a:pt x="260128" y="612648"/>
                        <a:pt x="239649" y="635318"/>
                        <a:pt x="219837" y="658368"/>
                      </a:cubicBezTo>
                      <a:lnTo>
                        <a:pt x="205264" y="675989"/>
                      </a:lnTo>
                      <a:cubicBezTo>
                        <a:pt x="200406" y="681895"/>
                        <a:pt x="195929" y="687991"/>
                        <a:pt x="191167" y="693992"/>
                      </a:cubicBezTo>
                      <a:lnTo>
                        <a:pt x="184118" y="703040"/>
                      </a:lnTo>
                      <a:lnTo>
                        <a:pt x="177356" y="712279"/>
                      </a:lnTo>
                      <a:cubicBezTo>
                        <a:pt x="172879" y="718471"/>
                        <a:pt x="168307" y="724472"/>
                        <a:pt x="163925" y="730758"/>
                      </a:cubicBezTo>
                      <a:cubicBezTo>
                        <a:pt x="128873" y="780669"/>
                        <a:pt x="97346" y="833152"/>
                        <a:pt x="70104" y="887825"/>
                      </a:cubicBezTo>
                      <a:cubicBezTo>
                        <a:pt x="42482" y="942213"/>
                        <a:pt x="18574" y="998696"/>
                        <a:pt x="0" y="1057085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7" name="稻壳儿：耗崽 1-11"/>
                <p:cNvSpPr/>
                <p:nvPr/>
              </p:nvSpPr>
              <p:spPr>
                <a:xfrm>
                  <a:off x="-6523" y="-11736"/>
                  <a:ext cx="2938216" cy="3593136"/>
                </a:xfrm>
                <a:custGeom>
                  <a:avLst/>
                  <a:gdLst>
                    <a:gd fmla="*/ 3239 w 1019175" name="connsiteX0"/>
                    <a:gd fmla="*/ 1246346 h 1246346" name="connsiteY0"/>
                    <a:gd fmla="*/ 0 w 1019175" name="connsiteX1"/>
                    <a:gd fmla="*/ 1245775 h 1246346" name="connsiteY1"/>
                    <a:gd fmla="*/ 90297 w 1019175" name="connsiteX2"/>
                    <a:gd fmla="*/ 1096518 h 1246346" name="connsiteY2"/>
                    <a:gd fmla="*/ 601885 w 1019175" name="connsiteX3"/>
                    <a:gd fmla="*/ 713994 h 1246346" name="connsiteY3"/>
                    <a:gd fmla="*/ 873919 w 1019175" name="connsiteX4"/>
                    <a:gd fmla="*/ 256508 h 1246346" name="connsiteY4"/>
                    <a:gd fmla="*/ 1018318 w 1019175" name="connsiteX5"/>
                    <a:gd fmla="*/ 0 h 1246346" name="connsiteY5"/>
                    <a:gd fmla="*/ 1019175 w 1019175" name="connsiteX6"/>
                    <a:gd fmla="*/ 3239 h 1246346" name="connsiteY6"/>
                    <a:gd fmla="*/ 877157 w 1019175" name="connsiteX7"/>
                    <a:gd fmla="*/ 257270 h 1246346" name="connsiteY7"/>
                    <a:gd fmla="*/ 603504 w 1019175" name="connsiteX8"/>
                    <a:gd fmla="*/ 716947 h 1246346" name="connsiteY8"/>
                    <a:gd fmla="*/ 93155 w 1019175" name="connsiteX9"/>
                    <a:gd fmla="*/ 1098328 h 1246346" name="connsiteY9"/>
                    <a:gd fmla="*/ 3239 w 1019175" name="connsiteX10"/>
                    <a:gd fmla="*/ 1246346 h 1246346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246346" w="1019175">
                      <a:moveTo>
                        <a:pt x="3239" y="1246346"/>
                      </a:moveTo>
                      <a:lnTo>
                        <a:pt x="0" y="1245775"/>
                      </a:lnTo>
                      <a:cubicBezTo>
                        <a:pt x="95" y="1245203"/>
                        <a:pt x="10858" y="1189482"/>
                        <a:pt x="90297" y="1096518"/>
                      </a:cubicBezTo>
                      <a:cubicBezTo>
                        <a:pt x="163449" y="1010888"/>
                        <a:pt x="311563" y="875062"/>
                        <a:pt x="601885" y="713994"/>
                      </a:cubicBezTo>
                      <a:cubicBezTo>
                        <a:pt x="793909" y="607505"/>
                        <a:pt x="838295" y="412909"/>
                        <a:pt x="873919" y="256508"/>
                      </a:cubicBezTo>
                      <a:cubicBezTo>
                        <a:pt x="902399" y="131540"/>
                        <a:pt x="926973" y="23622"/>
                        <a:pt x="1018318" y="0"/>
                      </a:cubicBezTo>
                      <a:lnTo>
                        <a:pt x="1019175" y="3239"/>
                      </a:lnTo>
                      <a:cubicBezTo>
                        <a:pt x="929831" y="26384"/>
                        <a:pt x="905447" y="133350"/>
                        <a:pt x="877157" y="257270"/>
                      </a:cubicBezTo>
                      <a:cubicBezTo>
                        <a:pt x="841343" y="414338"/>
                        <a:pt x="796766" y="609695"/>
                        <a:pt x="603504" y="716947"/>
                      </a:cubicBezTo>
                      <a:cubicBezTo>
                        <a:pt x="313944" y="877538"/>
                        <a:pt x="166116" y="1012984"/>
                        <a:pt x="93155" y="1098328"/>
                      </a:cubicBezTo>
                      <a:cubicBezTo>
                        <a:pt x="14097" y="1190720"/>
                        <a:pt x="3334" y="1245775"/>
                        <a:pt x="3239" y="1246346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8" name="稻壳儿：耗崽 1-12"/>
                <p:cNvSpPr/>
                <p:nvPr/>
              </p:nvSpPr>
              <p:spPr>
                <a:xfrm>
                  <a:off x="-3775" y="-8988"/>
                  <a:ext cx="2502700" cy="2169516"/>
                </a:xfrm>
                <a:custGeom>
                  <a:avLst/>
                  <a:gdLst>
                    <a:gd fmla="*/ 0 w 868108" name="connsiteX0"/>
                    <a:gd fmla="*/ 752189 h 752537" name="connsiteY0"/>
                    <a:gd fmla="*/ 406527 w 868108" name="connsiteX1"/>
                    <a:gd fmla="*/ 448437 h 752537" name="connsiteY1"/>
                    <a:gd fmla="*/ 868109 w 868108" name="connsiteX2"/>
                    <a:gd fmla="*/ 0 h 752537" name="connsiteY2"/>
                    <a:gd fmla="*/ 0 w 868108" name="connsiteX3"/>
                    <a:gd fmla="*/ 0 h 752537" name="connsiteY3"/>
                    <a:gd fmla="*/ 0 w 868108" name="connsiteX4"/>
                    <a:gd fmla="*/ 752189 h 752537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752537" w="868108">
                      <a:moveTo>
                        <a:pt x="0" y="752189"/>
                      </a:moveTo>
                      <a:cubicBezTo>
                        <a:pt x="0" y="752189"/>
                        <a:pt x="383572" y="775145"/>
                        <a:pt x="406527" y="448437"/>
                      </a:cubicBezTo>
                      <a:cubicBezTo>
                        <a:pt x="425672" y="176784"/>
                        <a:pt x="709517" y="265367"/>
                        <a:pt x="868109" y="0"/>
                      </a:cubicBezTo>
                      <a:lnTo>
                        <a:pt x="0" y="0"/>
                      </a:lnTo>
                      <a:lnTo>
                        <a:pt x="0" y="752189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9" name="稻壳儿：耗崽 1-13"/>
                <p:cNvSpPr/>
                <p:nvPr/>
              </p:nvSpPr>
              <p:spPr>
                <a:xfrm>
                  <a:off x="-4049" y="-10361"/>
                  <a:ext cx="2507367" cy="2176475"/>
                </a:xfrm>
                <a:custGeom>
                  <a:avLst/>
                  <a:gdLst>
                    <a:gd fmla="*/ 15430 w 869727" name="connsiteX0"/>
                    <a:gd fmla="*/ 754952 h 754951" name="connsiteY0"/>
                    <a:gd fmla="*/ 0 w 869727" name="connsiteX1"/>
                    <a:gd fmla="*/ 754666 h 754951" name="connsiteY1"/>
                    <a:gd fmla="*/ 190 w 869727" name="connsiteX2"/>
                    <a:gd fmla="*/ 751332 h 754951" name="connsiteY2"/>
                    <a:gd fmla="*/ 194310 w 869727" name="connsiteX3"/>
                    <a:gd fmla="*/ 721995 h 754951" name="connsiteY3"/>
                    <a:gd fmla="*/ 405003 w 869727" name="connsiteX4"/>
                    <a:gd fmla="*/ 449104 h 754951" name="connsiteY4"/>
                    <a:gd fmla="*/ 607314 w 869727" name="connsiteX5"/>
                    <a:gd fmla="*/ 210217 h 754951" name="connsiteY5"/>
                    <a:gd fmla="*/ 866870 w 869727" name="connsiteX6"/>
                    <a:gd fmla="*/ 0 h 754951" name="connsiteY6"/>
                    <a:gd fmla="*/ 869728 w 869727" name="connsiteX7"/>
                    <a:gd fmla="*/ 1714 h 754951" name="connsiteY7"/>
                    <a:gd fmla="*/ 608743 w 869727" name="connsiteX8"/>
                    <a:gd fmla="*/ 213265 h 754951" name="connsiteY8"/>
                    <a:gd fmla="*/ 408337 w 869727" name="connsiteX9"/>
                    <a:gd fmla="*/ 449390 h 754951" name="connsiteY9"/>
                    <a:gd fmla="*/ 334709 w 869727" name="connsiteX10"/>
                    <a:gd fmla="*/ 635699 h 754951" name="connsiteY10"/>
                    <a:gd fmla="*/ 195358 w 869727" name="connsiteX11"/>
                    <a:gd fmla="*/ 725234 h 754951" name="connsiteY11"/>
                    <a:gd fmla="*/ 15430 w 869727" name="connsiteX12"/>
                    <a:gd fmla="*/ 754952 h 754951" name="connsiteY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b="b" l="l" r="r" t="t"/>
                  <a:pathLst>
                    <a:path h="754951" w="869727">
                      <a:moveTo>
                        <a:pt x="15430" y="754952"/>
                      </a:moveTo>
                      <a:cubicBezTo>
                        <a:pt x="5715" y="754952"/>
                        <a:pt x="190" y="754666"/>
                        <a:pt x="0" y="754666"/>
                      </a:cubicBezTo>
                      <a:lnTo>
                        <a:pt x="190" y="751332"/>
                      </a:lnTo>
                      <a:cubicBezTo>
                        <a:pt x="1143" y="751427"/>
                        <a:pt x="96965" y="756666"/>
                        <a:pt x="194310" y="721995"/>
                      </a:cubicBezTo>
                      <a:cubicBezTo>
                        <a:pt x="283940" y="690086"/>
                        <a:pt x="393192" y="616934"/>
                        <a:pt x="405003" y="449104"/>
                      </a:cubicBezTo>
                      <a:cubicBezTo>
                        <a:pt x="415385" y="301276"/>
                        <a:pt x="504349" y="259080"/>
                        <a:pt x="607314" y="210217"/>
                      </a:cubicBezTo>
                      <a:cubicBezTo>
                        <a:pt x="694944" y="168593"/>
                        <a:pt x="794195" y="121539"/>
                        <a:pt x="866870" y="0"/>
                      </a:cubicBezTo>
                      <a:lnTo>
                        <a:pt x="869728" y="1714"/>
                      </a:lnTo>
                      <a:cubicBezTo>
                        <a:pt x="796576" y="124111"/>
                        <a:pt x="696754" y="171450"/>
                        <a:pt x="608743" y="213265"/>
                      </a:cubicBezTo>
                      <a:cubicBezTo>
                        <a:pt x="506730" y="261747"/>
                        <a:pt x="418624" y="303562"/>
                        <a:pt x="408337" y="449390"/>
                      </a:cubicBezTo>
                      <a:cubicBezTo>
                        <a:pt x="403098" y="524256"/>
                        <a:pt x="378333" y="587026"/>
                        <a:pt x="334709" y="635699"/>
                      </a:cubicBezTo>
                      <a:cubicBezTo>
                        <a:pt x="299847" y="674656"/>
                        <a:pt x="252984" y="704755"/>
                        <a:pt x="195358" y="725234"/>
                      </a:cubicBezTo>
                      <a:cubicBezTo>
                        <a:pt x="120491" y="751713"/>
                        <a:pt x="46673" y="754952"/>
                        <a:pt x="15430" y="754952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pic>
              <p:nvPicPr>
                <p:cNvPr id="80" name="稻壳儿：耗崽 1-14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29933" t="18883"/>
                <a:stretch>
                  <a:fillRect/>
                </a:stretch>
              </p:blipFill>
              <p:spPr>
                <a:xfrm>
                  <a:off x="-1" y="0"/>
                  <a:ext cx="2498925" cy="2035086"/>
                </a:xfrm>
                <a:prstGeom prst="rect">
                  <a:avLst/>
                </a:prstGeom>
              </p:spPr>
            </p:pic>
          </p:grpSp>
          <p:grpSp>
            <p:nvGrpSpPr>
              <p:cNvPr id="62" name="组合 61"/>
              <p:cNvGrpSpPr/>
              <p:nvPr/>
            </p:nvGrpSpPr>
            <p:grpSpPr>
              <a:xfrm flipH="1">
                <a:off x="-73888" y="5232399"/>
                <a:ext cx="2195236" cy="1679549"/>
                <a:chOff x="8067960" y="3681039"/>
                <a:chExt cx="4257390" cy="3257278"/>
              </a:xfrm>
            </p:grpSpPr>
            <p:sp>
              <p:nvSpPr>
                <p:cNvPr id="63" name="稻壳儿：耗崽 1-15"/>
                <p:cNvSpPr/>
                <p:nvPr/>
              </p:nvSpPr>
              <p:spPr>
                <a:xfrm>
                  <a:off x="8071370" y="4736034"/>
                  <a:ext cx="4118500" cy="2127233"/>
                </a:xfrm>
                <a:custGeom>
                  <a:avLst/>
                  <a:gdLst>
                    <a:gd fmla="*/ 1609916 w 1609915" name="connsiteX0"/>
                    <a:gd fmla="*/ 0 h 831532" name="connsiteY0"/>
                    <a:gd fmla="*/ 888778 w 1609915" name="connsiteX1"/>
                    <a:gd fmla="*/ 393002 h 831532" name="connsiteY1"/>
                    <a:gd fmla="*/ 0 w 1609915" name="connsiteX2"/>
                    <a:gd fmla="*/ 831533 h 831532" name="connsiteY2"/>
                    <a:gd fmla="*/ 1609916 w 1609915" name="connsiteX3"/>
                    <a:gd fmla="*/ 831533 h 831532" name="connsiteY3"/>
                    <a:gd fmla="*/ 1609916 w 1609915" name="connsiteX4"/>
                    <a:gd fmla="*/ 0 h 831532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831532" w="1609915">
                      <a:moveTo>
                        <a:pt x="1609916" y="0"/>
                      </a:moveTo>
                      <a:cubicBezTo>
                        <a:pt x="1609916" y="0"/>
                        <a:pt x="1188149" y="11430"/>
                        <a:pt x="888778" y="393002"/>
                      </a:cubicBezTo>
                      <a:cubicBezTo>
                        <a:pt x="577025" y="790385"/>
                        <a:pt x="294227" y="339471"/>
                        <a:pt x="0" y="831533"/>
                      </a:cubicBezTo>
                      <a:lnTo>
                        <a:pt x="1609916" y="831533"/>
                      </a:lnTo>
                      <a:lnTo>
                        <a:pt x="1609916" y="0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4" name="稻壳儿：耗崽 1-16"/>
                <p:cNvSpPr/>
                <p:nvPr/>
              </p:nvSpPr>
              <p:spPr>
                <a:xfrm>
                  <a:off x="8192230" y="6083525"/>
                  <a:ext cx="1909148" cy="854792"/>
                </a:xfrm>
                <a:custGeom>
                  <a:avLst/>
                  <a:gdLst>
                    <a:gd fmla="*/ 746284 w 746283" name="connsiteX0"/>
                    <a:gd fmla="*/ 0 h 334137" name="connsiteY0"/>
                    <a:gd fmla="*/ 727520 w 746283" name="connsiteX1"/>
                    <a:gd fmla="*/ 19812 h 334137" name="connsiteY1"/>
                    <a:gd fmla="*/ 722376 w 746283" name="connsiteX2"/>
                    <a:gd fmla="*/ 24289 h 334137" name="connsiteY2"/>
                    <a:gd fmla="*/ 716947 w 746283" name="connsiteX3"/>
                    <a:gd fmla="*/ 28480 h 334137" name="connsiteY3"/>
                    <a:gd fmla="*/ 711518 w 746283" name="connsiteX4"/>
                    <a:gd fmla="*/ 32671 h 334137" name="connsiteY4"/>
                    <a:gd fmla="*/ 705898 w 746283" name="connsiteX5"/>
                    <a:gd fmla="*/ 36576 h 334137" name="connsiteY5"/>
                    <a:gd fmla="*/ 682657 w 746283" name="connsiteX6"/>
                    <a:gd fmla="*/ 51054 h 334137" name="connsiteY6"/>
                    <a:gd fmla="*/ 670465 w 746283" name="connsiteX7"/>
                    <a:gd fmla="*/ 57245 h 334137" name="connsiteY7"/>
                    <a:gd fmla="*/ 664369 w 746283" name="connsiteX8"/>
                    <a:gd fmla="*/ 60293 h 334137" name="connsiteY8"/>
                    <a:gd fmla="*/ 658082 w 746283" name="connsiteX9"/>
                    <a:gd fmla="*/ 62960 h 334137" name="connsiteY9"/>
                    <a:gd fmla="*/ 552260 w 746283" name="connsiteX10"/>
                    <a:gd fmla="*/ 91154 h 334137" name="connsiteY10"/>
                    <a:gd fmla="*/ 538639 w 746283" name="connsiteX11"/>
                    <a:gd fmla="*/ 92773 h 334137" name="connsiteY11"/>
                    <a:gd fmla="*/ 531781 w 746283" name="connsiteX12"/>
                    <a:gd fmla="*/ 93631 h 334137" name="connsiteY12"/>
                    <a:gd fmla="*/ 524923 w 746283" name="connsiteX13"/>
                    <a:gd fmla="*/ 94107 h 334137" name="connsiteY13"/>
                    <a:gd fmla="*/ 497491 w 746283" name="connsiteX14"/>
                    <a:gd fmla="*/ 95536 h 334137" name="connsiteY14"/>
                    <a:gd fmla="*/ 470059 w 746283" name="connsiteX15"/>
                    <a:gd fmla="*/ 95345 h 334137" name="connsiteY15"/>
                    <a:gd fmla="*/ 456343 w 746283" name="connsiteX16"/>
                    <a:gd fmla="*/ 95155 h 334137" name="connsiteY16"/>
                    <a:gd fmla="*/ 442722 w 746283" name="connsiteX17"/>
                    <a:gd fmla="*/ 94678 h 334137" name="connsiteY17"/>
                    <a:gd fmla="*/ 388239 w 746283" name="connsiteX18"/>
                    <a:gd fmla="*/ 94202 h 334137" name="connsiteY18"/>
                    <a:gd fmla="*/ 333947 w 746283" name="connsiteX19"/>
                    <a:gd fmla="*/ 96965 h 334137" name="connsiteY19"/>
                    <a:gd fmla="*/ 280035 w 746283" name="connsiteX20"/>
                    <a:gd fmla="*/ 103822 h 334137" name="connsiteY20"/>
                    <a:gd fmla="*/ 227267 w 746283" name="connsiteX21"/>
                    <a:gd fmla="*/ 116396 h 334137" name="connsiteY21"/>
                    <a:gd fmla="*/ 130016 w 746283" name="connsiteX22"/>
                    <a:gd fmla="*/ 163163 h 334137" name="connsiteY22"/>
                    <a:gd fmla="*/ 88487 w 746283" name="connsiteX23"/>
                    <a:gd fmla="*/ 197929 h 334137" name="connsiteY23"/>
                    <a:gd fmla="*/ 53245 w 746283" name="connsiteX24"/>
                    <a:gd fmla="*/ 239268 h 334137" name="connsiteY24"/>
                    <a:gd fmla="*/ 0 w 746283" name="connsiteX25"/>
                    <a:gd fmla="*/ 334137 h 334137" name="connsiteY25"/>
                    <a:gd fmla="*/ 50673 w 746283" name="connsiteX26"/>
                    <a:gd fmla="*/ 237363 h 334137" name="connsiteY26"/>
                    <a:gd fmla="*/ 85535 w 746283" name="connsiteX27"/>
                    <a:gd fmla="*/ 194977 h 334137" name="connsiteY27"/>
                    <a:gd fmla="*/ 127063 w 746283" name="connsiteX28"/>
                    <a:gd fmla="*/ 158972 h 334137" name="connsiteY28"/>
                    <a:gd fmla="*/ 225457 w 746283" name="connsiteX29"/>
                    <a:gd fmla="*/ 110585 h 334137" name="connsiteY29"/>
                    <a:gd fmla="*/ 278892 w 746283" name="connsiteX30"/>
                    <a:gd fmla="*/ 97536 h 334137" name="connsiteY30"/>
                    <a:gd fmla="*/ 333375 w 746283" name="connsiteX31"/>
                    <a:gd fmla="*/ 90297 h 334137" name="connsiteY31"/>
                    <a:gd fmla="*/ 388144 w 746283" name="connsiteX32"/>
                    <a:gd fmla="*/ 87821 h 334137" name="connsiteY32"/>
                    <a:gd fmla="*/ 442913 w 746283" name="connsiteX33"/>
                    <a:gd fmla="*/ 88582 h 334137" name="connsiteY33"/>
                    <a:gd fmla="*/ 456629 w 746283" name="connsiteX34"/>
                    <a:gd fmla="*/ 89154 h 334137" name="connsiteY34"/>
                    <a:gd fmla="*/ 470249 w 746283" name="connsiteX35"/>
                    <a:gd fmla="*/ 89440 h 334137" name="connsiteY35"/>
                    <a:gd fmla="*/ 497396 w 746283" name="connsiteX36"/>
                    <a:gd fmla="*/ 89821 h 334137" name="connsiteY36"/>
                    <a:gd fmla="*/ 524542 w 746283" name="connsiteX37"/>
                    <a:gd fmla="*/ 88678 h 334137" name="connsiteY37"/>
                    <a:gd fmla="*/ 531305 w 746283" name="connsiteX38"/>
                    <a:gd fmla="*/ 88392 h 334137" name="connsiteY38"/>
                    <a:gd fmla="*/ 538067 w 746283" name="connsiteX39"/>
                    <a:gd fmla="*/ 87725 h 334137" name="connsiteY39"/>
                    <a:gd fmla="*/ 551593 w 746283" name="connsiteX40"/>
                    <a:gd fmla="*/ 86296 h 334137" name="connsiteY40"/>
                    <a:gd fmla="*/ 656749 w 746283" name="connsiteX41"/>
                    <a:gd fmla="*/ 60198 h 334137" name="connsiteY41"/>
                    <a:gd fmla="*/ 663035 w 746283" name="connsiteX42"/>
                    <a:gd fmla="*/ 57721 h 334137" name="connsiteY42"/>
                    <a:gd fmla="*/ 669227 w 746283" name="connsiteX43"/>
                    <a:gd fmla="*/ 54864 h 334137" name="connsiteY43"/>
                    <a:gd fmla="*/ 681514 w 746283" name="connsiteX44"/>
                    <a:gd fmla="*/ 49054 h 334137" name="connsiteY44"/>
                    <a:gd fmla="*/ 704945 w 746283" name="connsiteX45"/>
                    <a:gd fmla="*/ 35338 h 334137" name="connsiteY45"/>
                    <a:gd fmla="*/ 710660 w 746283" name="connsiteX46"/>
                    <a:gd fmla="*/ 31623 h 334137" name="connsiteY46"/>
                    <a:gd fmla="*/ 716185 w 746283" name="connsiteX47"/>
                    <a:gd fmla="*/ 27622 h 334137" name="connsiteY47"/>
                    <a:gd fmla="*/ 721614 w 746283" name="connsiteX48"/>
                    <a:gd fmla="*/ 23527 h 334137" name="connsiteY48"/>
                    <a:gd fmla="*/ 726853 w 746283" name="connsiteX49"/>
                    <a:gd fmla="*/ 19145 h 334137" name="connsiteY49"/>
                    <a:gd fmla="*/ 746284 w 746283" name="connsiteX50"/>
                    <a:gd fmla="*/ 0 h 334137" name="connsiteY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b="b" l="l" r="r" t="t"/>
                  <a:pathLst>
                    <a:path h="334137" w="746283">
                      <a:moveTo>
                        <a:pt x="746284" y="0"/>
                      </a:moveTo>
                      <a:cubicBezTo>
                        <a:pt x="740759" y="7239"/>
                        <a:pt x="734378" y="13811"/>
                        <a:pt x="727520" y="19812"/>
                      </a:cubicBezTo>
                      <a:cubicBezTo>
                        <a:pt x="725805" y="21336"/>
                        <a:pt x="724091" y="22860"/>
                        <a:pt x="722376" y="24289"/>
                      </a:cubicBezTo>
                      <a:lnTo>
                        <a:pt x="716947" y="28480"/>
                      </a:lnTo>
                      <a:cubicBezTo>
                        <a:pt x="715137" y="29908"/>
                        <a:pt x="713327" y="31337"/>
                        <a:pt x="711518" y="32671"/>
                      </a:cubicBezTo>
                      <a:lnTo>
                        <a:pt x="705898" y="36576"/>
                      </a:lnTo>
                      <a:cubicBezTo>
                        <a:pt x="698468" y="42005"/>
                        <a:pt x="690467" y="46387"/>
                        <a:pt x="682657" y="51054"/>
                      </a:cubicBezTo>
                      <a:lnTo>
                        <a:pt x="670465" y="57245"/>
                      </a:lnTo>
                      <a:lnTo>
                        <a:pt x="664369" y="60293"/>
                      </a:lnTo>
                      <a:lnTo>
                        <a:pt x="658082" y="62960"/>
                      </a:lnTo>
                      <a:cubicBezTo>
                        <a:pt x="624459" y="77438"/>
                        <a:pt x="588550" y="86296"/>
                        <a:pt x="552260" y="91154"/>
                      </a:cubicBezTo>
                      <a:lnTo>
                        <a:pt x="538639" y="92773"/>
                      </a:lnTo>
                      <a:lnTo>
                        <a:pt x="531781" y="93631"/>
                      </a:lnTo>
                      <a:cubicBezTo>
                        <a:pt x="529495" y="93917"/>
                        <a:pt x="527209" y="93917"/>
                        <a:pt x="524923" y="94107"/>
                      </a:cubicBezTo>
                      <a:lnTo>
                        <a:pt x="497491" y="95536"/>
                      </a:lnTo>
                      <a:cubicBezTo>
                        <a:pt x="488347" y="95726"/>
                        <a:pt x="479203" y="95345"/>
                        <a:pt x="470059" y="95345"/>
                      </a:cubicBezTo>
                      <a:lnTo>
                        <a:pt x="456343" y="95155"/>
                      </a:lnTo>
                      <a:lnTo>
                        <a:pt x="442722" y="94678"/>
                      </a:lnTo>
                      <a:cubicBezTo>
                        <a:pt x="424529" y="94012"/>
                        <a:pt x="406432" y="93821"/>
                        <a:pt x="388239" y="94202"/>
                      </a:cubicBezTo>
                      <a:cubicBezTo>
                        <a:pt x="370046" y="94488"/>
                        <a:pt x="351949" y="95440"/>
                        <a:pt x="333947" y="96965"/>
                      </a:cubicBezTo>
                      <a:cubicBezTo>
                        <a:pt x="315849" y="98393"/>
                        <a:pt x="297847" y="100679"/>
                        <a:pt x="280035" y="103822"/>
                      </a:cubicBezTo>
                      <a:cubicBezTo>
                        <a:pt x="262223" y="106966"/>
                        <a:pt x="244507" y="110966"/>
                        <a:pt x="227267" y="116396"/>
                      </a:cubicBezTo>
                      <a:cubicBezTo>
                        <a:pt x="192691" y="126968"/>
                        <a:pt x="159544" y="142399"/>
                        <a:pt x="130016" y="163163"/>
                      </a:cubicBezTo>
                      <a:cubicBezTo>
                        <a:pt x="115252" y="173546"/>
                        <a:pt x="101346" y="185166"/>
                        <a:pt x="88487" y="197929"/>
                      </a:cubicBezTo>
                      <a:cubicBezTo>
                        <a:pt x="75628" y="210693"/>
                        <a:pt x="64008" y="224695"/>
                        <a:pt x="53245" y="239268"/>
                      </a:cubicBezTo>
                      <a:cubicBezTo>
                        <a:pt x="31528" y="268415"/>
                        <a:pt x="14573" y="300800"/>
                        <a:pt x="0" y="334137"/>
                      </a:cubicBezTo>
                      <a:cubicBezTo>
                        <a:pt x="13240" y="300228"/>
                        <a:pt x="29718" y="267367"/>
                        <a:pt x="50673" y="237363"/>
                      </a:cubicBezTo>
                      <a:cubicBezTo>
                        <a:pt x="61246" y="222409"/>
                        <a:pt x="72771" y="208217"/>
                        <a:pt x="85535" y="194977"/>
                      </a:cubicBezTo>
                      <a:cubicBezTo>
                        <a:pt x="98393" y="181832"/>
                        <a:pt x="112300" y="169831"/>
                        <a:pt x="127063" y="158972"/>
                      </a:cubicBezTo>
                      <a:cubicBezTo>
                        <a:pt x="156686" y="137065"/>
                        <a:pt x="190595" y="121539"/>
                        <a:pt x="225457" y="110585"/>
                      </a:cubicBezTo>
                      <a:cubicBezTo>
                        <a:pt x="242983" y="105061"/>
                        <a:pt x="260890" y="100870"/>
                        <a:pt x="278892" y="97536"/>
                      </a:cubicBezTo>
                      <a:cubicBezTo>
                        <a:pt x="296894" y="94202"/>
                        <a:pt x="315087" y="91821"/>
                        <a:pt x="333375" y="90297"/>
                      </a:cubicBezTo>
                      <a:cubicBezTo>
                        <a:pt x="351663" y="88773"/>
                        <a:pt x="369856" y="87916"/>
                        <a:pt x="388144" y="87821"/>
                      </a:cubicBezTo>
                      <a:cubicBezTo>
                        <a:pt x="406432" y="87535"/>
                        <a:pt x="424720" y="87916"/>
                        <a:pt x="442913" y="88582"/>
                      </a:cubicBezTo>
                      <a:lnTo>
                        <a:pt x="456629" y="89154"/>
                      </a:lnTo>
                      <a:lnTo>
                        <a:pt x="470249" y="89440"/>
                      </a:lnTo>
                      <a:cubicBezTo>
                        <a:pt x="479298" y="89535"/>
                        <a:pt x="488347" y="89916"/>
                        <a:pt x="497396" y="89821"/>
                      </a:cubicBezTo>
                      <a:lnTo>
                        <a:pt x="524542" y="88678"/>
                      </a:lnTo>
                      <a:cubicBezTo>
                        <a:pt x="526828" y="88582"/>
                        <a:pt x="529114" y="88582"/>
                        <a:pt x="531305" y="88392"/>
                      </a:cubicBezTo>
                      <a:lnTo>
                        <a:pt x="538067" y="87725"/>
                      </a:lnTo>
                      <a:lnTo>
                        <a:pt x="551593" y="86296"/>
                      </a:lnTo>
                      <a:cubicBezTo>
                        <a:pt x="587597" y="82105"/>
                        <a:pt x="623221" y="73914"/>
                        <a:pt x="656749" y="60198"/>
                      </a:cubicBezTo>
                      <a:lnTo>
                        <a:pt x="663035" y="57721"/>
                      </a:lnTo>
                      <a:lnTo>
                        <a:pt x="669227" y="54864"/>
                      </a:lnTo>
                      <a:lnTo>
                        <a:pt x="681514" y="49054"/>
                      </a:lnTo>
                      <a:cubicBezTo>
                        <a:pt x="689420" y="44577"/>
                        <a:pt x="697516" y="40481"/>
                        <a:pt x="704945" y="35338"/>
                      </a:cubicBezTo>
                      <a:lnTo>
                        <a:pt x="710660" y="31623"/>
                      </a:lnTo>
                      <a:cubicBezTo>
                        <a:pt x="712565" y="30290"/>
                        <a:pt x="714280" y="28956"/>
                        <a:pt x="716185" y="27622"/>
                      </a:cubicBezTo>
                      <a:lnTo>
                        <a:pt x="721614" y="23527"/>
                      </a:lnTo>
                      <a:cubicBezTo>
                        <a:pt x="723424" y="22098"/>
                        <a:pt x="725138" y="20669"/>
                        <a:pt x="726853" y="19145"/>
                      </a:cubicBezTo>
                      <a:cubicBezTo>
                        <a:pt x="733806" y="13335"/>
                        <a:pt x="740474" y="7048"/>
                        <a:pt x="746284" y="0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5" name="稻壳儿：耗崽 1-17"/>
                <p:cNvSpPr/>
                <p:nvPr/>
              </p:nvSpPr>
              <p:spPr>
                <a:xfrm>
                  <a:off x="8067960" y="4723849"/>
                  <a:ext cx="4122155" cy="2133324"/>
                </a:xfrm>
                <a:custGeom>
                  <a:avLst/>
                  <a:gdLst>
                    <a:gd fmla="*/ 1611249 w 1611344" name="connsiteX0"/>
                    <a:gd fmla="*/ 0 h 833913" name="connsiteY0"/>
                    <a:gd fmla="*/ 1611344 w 1611344" name="connsiteX1"/>
                    <a:gd fmla="*/ 3334 h 833913" name="connsiteY1"/>
                    <a:gd fmla="*/ 1363409 w 1611344" name="connsiteX2"/>
                    <a:gd fmla="*/ 56674 h 833913" name="connsiteY2"/>
                    <a:gd fmla="*/ 891445 w 1611344" name="connsiteX3"/>
                    <a:gd fmla="*/ 395669 h 833913" name="connsiteY3"/>
                    <a:gd fmla="*/ 462344 w 1611344" name="connsiteX4"/>
                    <a:gd fmla="*/ 580358 h 833913" name="connsiteY4"/>
                    <a:gd fmla="*/ 2857 w 1611344" name="connsiteX5"/>
                    <a:gd fmla="*/ 833914 h 833913" name="connsiteY5"/>
                    <a:gd fmla="*/ 0 w 1611344" name="connsiteX6"/>
                    <a:gd fmla="*/ 832199 h 833913" name="connsiteY6"/>
                    <a:gd fmla="*/ 231458 w 1611344" name="connsiteX7"/>
                    <a:gd fmla="*/ 606362 h 833913" name="connsiteY7"/>
                    <a:gd fmla="*/ 462439 w 1611344" name="connsiteX8"/>
                    <a:gd fmla="*/ 577025 h 833913" name="connsiteY8"/>
                    <a:gd fmla="*/ 888873 w 1611344" name="connsiteX9"/>
                    <a:gd fmla="*/ 393573 h 833913" name="connsiteY9"/>
                    <a:gd fmla="*/ 1362456 w 1611344" name="connsiteX10"/>
                    <a:gd fmla="*/ 53435 h 833913" name="connsiteY10"/>
                    <a:gd fmla="*/ 1611249 w 1611344" name="connsiteX11"/>
                    <a:gd fmla="*/ 0 h 833913" name="connsiteY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b="b" l="l" r="r" t="t"/>
                  <a:pathLst>
                    <a:path h="833913" w="1611344">
                      <a:moveTo>
                        <a:pt x="1611249" y="0"/>
                      </a:moveTo>
                      <a:lnTo>
                        <a:pt x="1611344" y="3334"/>
                      </a:lnTo>
                      <a:cubicBezTo>
                        <a:pt x="1610297" y="3334"/>
                        <a:pt x="1504474" y="6763"/>
                        <a:pt x="1363409" y="56674"/>
                      </a:cubicBezTo>
                      <a:cubicBezTo>
                        <a:pt x="1233297" y="102775"/>
                        <a:pt x="1045845" y="198977"/>
                        <a:pt x="891445" y="395669"/>
                      </a:cubicBezTo>
                      <a:cubicBezTo>
                        <a:pt x="743236" y="584549"/>
                        <a:pt x="600456" y="582454"/>
                        <a:pt x="462344" y="580358"/>
                      </a:cubicBezTo>
                      <a:cubicBezTo>
                        <a:pt x="305467" y="578072"/>
                        <a:pt x="157163" y="575786"/>
                        <a:pt x="2857" y="833914"/>
                      </a:cubicBezTo>
                      <a:lnTo>
                        <a:pt x="0" y="832199"/>
                      </a:lnTo>
                      <a:cubicBezTo>
                        <a:pt x="69723" y="715613"/>
                        <a:pt x="145447" y="641795"/>
                        <a:pt x="231458" y="606362"/>
                      </a:cubicBezTo>
                      <a:cubicBezTo>
                        <a:pt x="308324" y="574739"/>
                        <a:pt x="386715" y="575882"/>
                        <a:pt x="462439" y="577025"/>
                      </a:cubicBezTo>
                      <a:cubicBezTo>
                        <a:pt x="599789" y="579120"/>
                        <a:pt x="741712" y="581216"/>
                        <a:pt x="888873" y="393573"/>
                      </a:cubicBezTo>
                      <a:cubicBezTo>
                        <a:pt x="1043750" y="196120"/>
                        <a:pt x="1231868" y="99631"/>
                        <a:pt x="1362456" y="53435"/>
                      </a:cubicBezTo>
                      <a:cubicBezTo>
                        <a:pt x="1503902" y="3429"/>
                        <a:pt x="1610201" y="0"/>
                        <a:pt x="1611249" y="0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6" name="稻壳儿：耗崽 1-18"/>
                <p:cNvSpPr/>
                <p:nvPr/>
              </p:nvSpPr>
              <p:spPr>
                <a:xfrm>
                  <a:off x="9594972" y="3681039"/>
                  <a:ext cx="2597028" cy="3176961"/>
                </a:xfrm>
                <a:custGeom>
                  <a:avLst/>
                  <a:gdLst>
                    <a:gd fmla="*/ 1015079 w 1015174" name="connsiteX0"/>
                    <a:gd fmla="*/ 0 h 1241869" name="connsiteY0"/>
                    <a:gd fmla="*/ 415195 w 1015174" name="connsiteX1"/>
                    <a:gd fmla="*/ 529495 h 1241869" name="connsiteY1"/>
                    <a:gd fmla="*/ 0 w 1015174" name="connsiteX2"/>
                    <a:gd fmla="*/ 1241870 h 1241869" name="connsiteY2"/>
                    <a:gd fmla="*/ 1015175 w 1015174" name="connsiteX3"/>
                    <a:gd fmla="*/ 1241870 h 1241869" name="connsiteY3"/>
                    <a:gd fmla="*/ 1015175 w 1015174" name="connsiteX4"/>
                    <a:gd fmla="*/ 0 h 1241869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1241869" w="1015174">
                      <a:moveTo>
                        <a:pt x="1015079" y="0"/>
                      </a:moveTo>
                      <a:cubicBezTo>
                        <a:pt x="1015079" y="0"/>
                        <a:pt x="975646" y="218694"/>
                        <a:pt x="415195" y="529495"/>
                      </a:cubicBezTo>
                      <a:cubicBezTo>
                        <a:pt x="69818" y="721043"/>
                        <a:pt x="203359" y="1189292"/>
                        <a:pt x="0" y="1241870"/>
                      </a:cubicBezTo>
                      <a:lnTo>
                        <a:pt x="1015175" y="1241870"/>
                      </a:lnTo>
                      <a:lnTo>
                        <a:pt x="1015175" y="0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7" name="稻壳儿：耗崽 1-19"/>
                <p:cNvSpPr/>
                <p:nvPr/>
              </p:nvSpPr>
              <p:spPr>
                <a:xfrm>
                  <a:off x="9938853" y="4174131"/>
                  <a:ext cx="2386497" cy="2698880"/>
                </a:xfrm>
                <a:custGeom>
                  <a:avLst/>
                  <a:gdLst>
                    <a:gd fmla="*/ 932879 w 932878" name="connsiteX0"/>
                    <a:gd fmla="*/ 0 h 1054988" name="connsiteY0"/>
                    <a:gd fmla="*/ 904589 w 932878" name="connsiteX1"/>
                    <a:gd fmla="*/ 87249 h 1054988" name="connsiteY1"/>
                    <a:gd fmla="*/ 868871 w 932878" name="connsiteX2"/>
                    <a:gd fmla="*/ 171926 h 1054988" name="connsiteY2"/>
                    <a:gd fmla="*/ 777812 w 932878" name="connsiteX3"/>
                    <a:gd fmla="*/ 331756 h 1054988" name="connsiteY3"/>
                    <a:gd fmla="*/ 660178 w 932878" name="connsiteX4"/>
                    <a:gd fmla="*/ 473488 h 1054988" name="connsiteY4"/>
                    <a:gd fmla="*/ 515398 w 932878" name="connsiteX5"/>
                    <a:gd fmla="*/ 587788 h 1054988" name="connsiteY5"/>
                    <a:gd fmla="*/ 495491 w 932878" name="connsiteX6"/>
                    <a:gd fmla="*/ 599504 h 1054988" name="connsiteY6"/>
                    <a:gd fmla="*/ 475298 w 932878" name="connsiteX7"/>
                    <a:gd fmla="*/ 610838 h 1054988" name="connsiteY7"/>
                    <a:gd fmla="*/ 434531 w 932878" name="connsiteX8"/>
                    <a:gd fmla="*/ 632079 h 1054988" name="connsiteY8"/>
                    <a:gd fmla="*/ 352425 w 932878" name="connsiteX9"/>
                    <a:gd fmla="*/ 673227 h 1054988" name="connsiteY9"/>
                    <a:gd fmla="*/ 190405 w 932878" name="connsiteX10"/>
                    <a:gd fmla="*/ 757809 h 1054988" name="connsiteY10"/>
                    <a:gd fmla="*/ 152972 w 932878" name="connsiteX11"/>
                    <a:gd fmla="*/ 783431 h 1054988" name="connsiteY11"/>
                    <a:gd fmla="*/ 135350 w 932878" name="connsiteX12"/>
                    <a:gd fmla="*/ 797719 h 1054988" name="connsiteY12"/>
                    <a:gd fmla="*/ 126778 w 932878" name="connsiteX13"/>
                    <a:gd fmla="*/ 805148 h 1054988" name="connsiteY13"/>
                    <a:gd fmla="*/ 118586 w 932878" name="connsiteX14"/>
                    <a:gd fmla="*/ 812864 h 1054988" name="connsiteY14"/>
                    <a:gd fmla="*/ 63056 w 932878" name="connsiteX15"/>
                    <a:gd fmla="*/ 884111 h 1054988" name="connsiteY15"/>
                    <a:gd fmla="*/ 25527 w 932878" name="connsiteX16"/>
                    <a:gd fmla="*/ 967073 h 1054988" name="connsiteY16"/>
                    <a:gd fmla="*/ 18288 w 932878" name="connsiteX17"/>
                    <a:gd fmla="*/ 988790 h 1054988" name="connsiteY17"/>
                    <a:gd fmla="*/ 11716 w 932878" name="connsiteX18"/>
                    <a:gd fmla="*/ 1010698 h 1054988" name="connsiteY18"/>
                    <a:gd fmla="*/ 5620 w 932878" name="connsiteX19"/>
                    <a:gd fmla="*/ 1032796 h 1054988" name="connsiteY19"/>
                    <a:gd fmla="*/ 0 w 932878" name="connsiteX20"/>
                    <a:gd fmla="*/ 1054989 h 1054988" name="connsiteY20"/>
                    <a:gd fmla="*/ 4667 w 932878" name="connsiteX21"/>
                    <a:gd fmla="*/ 1032510 h 1054988" name="connsiteY21"/>
                    <a:gd fmla="*/ 9811 w 932878" name="connsiteX22"/>
                    <a:gd fmla="*/ 1010126 h 1054988" name="connsiteY22"/>
                    <a:gd fmla="*/ 15621 w 932878" name="connsiteX23"/>
                    <a:gd fmla="*/ 987933 h 1054988" name="connsiteY23"/>
                    <a:gd fmla="*/ 22193 w 932878" name="connsiteX24"/>
                    <a:gd fmla="*/ 965930 h 1054988" name="connsiteY24"/>
                    <a:gd fmla="*/ 57436 w 932878" name="connsiteX25"/>
                    <a:gd fmla="*/ 880872 h 1054988" name="connsiteY25"/>
                    <a:gd fmla="*/ 112490 w 932878" name="connsiteX26"/>
                    <a:gd fmla="*/ 806672 h 1054988" name="connsiteY26"/>
                    <a:gd fmla="*/ 184880 w 932878" name="connsiteX27"/>
                    <a:gd fmla="*/ 749046 h 1054988" name="connsiteY27"/>
                    <a:gd fmla="*/ 264890 w 932878" name="connsiteX28"/>
                    <a:gd fmla="*/ 703326 h 1054988" name="connsiteY28"/>
                    <a:gd fmla="*/ 346805 w 932878" name="connsiteX29"/>
                    <a:gd fmla="*/ 661892 h 1054988" name="connsiteY29"/>
                    <a:gd fmla="*/ 428530 w 932878" name="connsiteX30"/>
                    <a:gd fmla="*/ 620554 h 1054988" name="connsiteY30"/>
                    <a:gd fmla="*/ 469011 w 932878" name="connsiteX31"/>
                    <a:gd fmla="*/ 599218 h 1054988" name="connsiteY31"/>
                    <a:gd fmla="*/ 488823 w 932878" name="connsiteX32"/>
                    <a:gd fmla="*/ 587978 h 1054988" name="connsiteY32"/>
                    <a:gd fmla="*/ 508349 w 932878" name="connsiteX33"/>
                    <a:gd fmla="*/ 576453 h 1054988" name="connsiteY33"/>
                    <a:gd fmla="*/ 651320 w 932878" name="connsiteX34"/>
                    <a:gd fmla="*/ 464534 h 1054988" name="connsiteY34"/>
                    <a:gd fmla="*/ 713423 w 932878" name="connsiteX35"/>
                    <a:gd fmla="*/ 397955 h 1054988" name="connsiteY35"/>
                    <a:gd fmla="*/ 727996 w 932878" name="connsiteX36"/>
                    <a:gd fmla="*/ 380429 h 1054988" name="connsiteY36"/>
                    <a:gd fmla="*/ 742093 w 932878" name="connsiteX37"/>
                    <a:gd fmla="*/ 362522 h 1054988" name="connsiteY37"/>
                    <a:gd fmla="*/ 749141 w 932878" name="connsiteX38"/>
                    <a:gd fmla="*/ 353568 h 1054988" name="connsiteY38"/>
                    <a:gd fmla="*/ 755904 w 932878" name="connsiteX39"/>
                    <a:gd fmla="*/ 344424 h 1054988" name="connsiteY39"/>
                    <a:gd fmla="*/ 769334 w 932878" name="connsiteX40"/>
                    <a:gd fmla="*/ 325946 h 1054988" name="connsiteY40"/>
                    <a:gd fmla="*/ 862965 w 932878" name="connsiteX41"/>
                    <a:gd fmla="*/ 169259 h 1054988" name="connsiteY41"/>
                    <a:gd fmla="*/ 932879 w 932878" name="connsiteX42"/>
                    <a:gd fmla="*/ 0 h 1054988" name="connsiteY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b="b" l="l" r="r" t="t"/>
                  <a:pathLst>
                    <a:path h="1054988" w="932878">
                      <a:moveTo>
                        <a:pt x="932879" y="0"/>
                      </a:moveTo>
                      <a:cubicBezTo>
                        <a:pt x="925163" y="29623"/>
                        <a:pt x="915353" y="58674"/>
                        <a:pt x="904589" y="87249"/>
                      </a:cubicBezTo>
                      <a:cubicBezTo>
                        <a:pt x="893731" y="115919"/>
                        <a:pt x="881825" y="144113"/>
                        <a:pt x="868871" y="171926"/>
                      </a:cubicBezTo>
                      <a:cubicBezTo>
                        <a:pt x="842867" y="227457"/>
                        <a:pt x="812483" y="280988"/>
                        <a:pt x="777812" y="331756"/>
                      </a:cubicBezTo>
                      <a:cubicBezTo>
                        <a:pt x="743045" y="382429"/>
                        <a:pt x="703993" y="430244"/>
                        <a:pt x="660178" y="473488"/>
                      </a:cubicBezTo>
                      <a:cubicBezTo>
                        <a:pt x="616649" y="517017"/>
                        <a:pt x="567785" y="555212"/>
                        <a:pt x="515398" y="587788"/>
                      </a:cubicBezTo>
                      <a:cubicBezTo>
                        <a:pt x="509016" y="592074"/>
                        <a:pt x="502158" y="595598"/>
                        <a:pt x="495491" y="599504"/>
                      </a:cubicBezTo>
                      <a:cubicBezTo>
                        <a:pt x="488728" y="603314"/>
                        <a:pt x="482060" y="607124"/>
                        <a:pt x="475298" y="610838"/>
                      </a:cubicBezTo>
                      <a:cubicBezTo>
                        <a:pt x="461772" y="617982"/>
                        <a:pt x="448246" y="625126"/>
                        <a:pt x="434531" y="632079"/>
                      </a:cubicBezTo>
                      <a:cubicBezTo>
                        <a:pt x="407289" y="646081"/>
                        <a:pt x="379952" y="659797"/>
                        <a:pt x="352425" y="673227"/>
                      </a:cubicBezTo>
                      <a:cubicBezTo>
                        <a:pt x="297561" y="700183"/>
                        <a:pt x="242126" y="725996"/>
                        <a:pt x="190405" y="757809"/>
                      </a:cubicBezTo>
                      <a:cubicBezTo>
                        <a:pt x="177451" y="765715"/>
                        <a:pt x="165068" y="774383"/>
                        <a:pt x="152972" y="783431"/>
                      </a:cubicBezTo>
                      <a:cubicBezTo>
                        <a:pt x="147066" y="788099"/>
                        <a:pt x="140970" y="792671"/>
                        <a:pt x="135350" y="797719"/>
                      </a:cubicBezTo>
                      <a:cubicBezTo>
                        <a:pt x="132493" y="800195"/>
                        <a:pt x="129540" y="802576"/>
                        <a:pt x="126778" y="805148"/>
                      </a:cubicBezTo>
                      <a:lnTo>
                        <a:pt x="118586" y="812864"/>
                      </a:lnTo>
                      <a:cubicBezTo>
                        <a:pt x="96774" y="833819"/>
                        <a:pt x="78391" y="858107"/>
                        <a:pt x="63056" y="884111"/>
                      </a:cubicBezTo>
                      <a:cubicBezTo>
                        <a:pt x="47720" y="910304"/>
                        <a:pt x="35624" y="938308"/>
                        <a:pt x="25527" y="967073"/>
                      </a:cubicBezTo>
                      <a:cubicBezTo>
                        <a:pt x="23051" y="974312"/>
                        <a:pt x="20479" y="981456"/>
                        <a:pt x="18288" y="988790"/>
                      </a:cubicBezTo>
                      <a:cubicBezTo>
                        <a:pt x="16097" y="996125"/>
                        <a:pt x="13716" y="1003364"/>
                        <a:pt x="11716" y="1010698"/>
                      </a:cubicBezTo>
                      <a:cubicBezTo>
                        <a:pt x="9716" y="1018032"/>
                        <a:pt x="7429" y="1025366"/>
                        <a:pt x="5620" y="1032796"/>
                      </a:cubicBezTo>
                      <a:lnTo>
                        <a:pt x="0" y="1054989"/>
                      </a:lnTo>
                      <a:lnTo>
                        <a:pt x="4667" y="1032510"/>
                      </a:lnTo>
                      <a:cubicBezTo>
                        <a:pt x="6191" y="1024985"/>
                        <a:pt x="8096" y="1017651"/>
                        <a:pt x="9811" y="1010126"/>
                      </a:cubicBezTo>
                      <a:cubicBezTo>
                        <a:pt x="11525" y="1002697"/>
                        <a:pt x="13621" y="995363"/>
                        <a:pt x="15621" y="987933"/>
                      </a:cubicBezTo>
                      <a:cubicBezTo>
                        <a:pt x="17526" y="980504"/>
                        <a:pt x="19907" y="973265"/>
                        <a:pt x="22193" y="965930"/>
                      </a:cubicBezTo>
                      <a:cubicBezTo>
                        <a:pt x="31433" y="936689"/>
                        <a:pt x="42767" y="908018"/>
                        <a:pt x="57436" y="880872"/>
                      </a:cubicBezTo>
                      <a:cubicBezTo>
                        <a:pt x="72390" y="853916"/>
                        <a:pt x="90678" y="828580"/>
                        <a:pt x="112490" y="806672"/>
                      </a:cubicBezTo>
                      <a:cubicBezTo>
                        <a:pt x="134303" y="784574"/>
                        <a:pt x="158972" y="765715"/>
                        <a:pt x="184880" y="749046"/>
                      </a:cubicBezTo>
                      <a:cubicBezTo>
                        <a:pt x="210788" y="732282"/>
                        <a:pt x="237744" y="717423"/>
                        <a:pt x="264890" y="703326"/>
                      </a:cubicBezTo>
                      <a:cubicBezTo>
                        <a:pt x="292132" y="689229"/>
                        <a:pt x="319469" y="675608"/>
                        <a:pt x="346805" y="661892"/>
                      </a:cubicBezTo>
                      <a:cubicBezTo>
                        <a:pt x="374142" y="648272"/>
                        <a:pt x="401479" y="634556"/>
                        <a:pt x="428530" y="620554"/>
                      </a:cubicBezTo>
                      <a:cubicBezTo>
                        <a:pt x="442055" y="613601"/>
                        <a:pt x="455581" y="606362"/>
                        <a:pt x="469011" y="599218"/>
                      </a:cubicBezTo>
                      <a:cubicBezTo>
                        <a:pt x="475679" y="595598"/>
                        <a:pt x="482155" y="591788"/>
                        <a:pt x="488823" y="587978"/>
                      </a:cubicBezTo>
                      <a:cubicBezTo>
                        <a:pt x="495395" y="584168"/>
                        <a:pt x="502063" y="580644"/>
                        <a:pt x="508349" y="576453"/>
                      </a:cubicBezTo>
                      <a:cubicBezTo>
                        <a:pt x="559975" y="544640"/>
                        <a:pt x="608076" y="507111"/>
                        <a:pt x="651320" y="464534"/>
                      </a:cubicBezTo>
                      <a:cubicBezTo>
                        <a:pt x="673322" y="443579"/>
                        <a:pt x="693706" y="421005"/>
                        <a:pt x="713423" y="397955"/>
                      </a:cubicBezTo>
                      <a:lnTo>
                        <a:pt x="727996" y="380429"/>
                      </a:lnTo>
                      <a:cubicBezTo>
                        <a:pt x="732854" y="374523"/>
                        <a:pt x="737330" y="368427"/>
                        <a:pt x="742093" y="362522"/>
                      </a:cubicBezTo>
                      <a:lnTo>
                        <a:pt x="749141" y="353568"/>
                      </a:lnTo>
                      <a:lnTo>
                        <a:pt x="755904" y="344424"/>
                      </a:lnTo>
                      <a:cubicBezTo>
                        <a:pt x="760381" y="338233"/>
                        <a:pt x="764953" y="332232"/>
                        <a:pt x="769334" y="325946"/>
                      </a:cubicBezTo>
                      <a:cubicBezTo>
                        <a:pt x="804291" y="276130"/>
                        <a:pt x="835724" y="223742"/>
                        <a:pt x="862965" y="169259"/>
                      </a:cubicBezTo>
                      <a:cubicBezTo>
                        <a:pt x="890492" y="114681"/>
                        <a:pt x="914305" y="58293"/>
                        <a:pt x="932879" y="0"/>
                      </a:cubicBezTo>
                      <a:close/>
                    </a:path>
                  </a:pathLst>
                </a:custGeom>
                <a:solidFill>
                  <a:schemeClr val="bg1">
                    <a:alpha val="35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8" name="稻壳儿：耗崽 1-20"/>
                <p:cNvSpPr/>
                <p:nvPr/>
              </p:nvSpPr>
              <p:spPr>
                <a:xfrm>
                  <a:off x="9591867" y="3690936"/>
                  <a:ext cx="2602144" cy="3182078"/>
                </a:xfrm>
                <a:custGeom>
                  <a:avLst/>
                  <a:gdLst>
                    <a:gd fmla="*/ 1013936 w 1017174" name="connsiteX0"/>
                    <a:gd fmla="*/ 0 h 1243869" name="connsiteY0"/>
                    <a:gd fmla="*/ 1017175 w 1017174" name="connsiteX1"/>
                    <a:gd fmla="*/ 572 h 1243869" name="connsiteY1"/>
                    <a:gd fmla="*/ 927068 w 1017174" name="connsiteX2"/>
                    <a:gd fmla="*/ 149543 h 1243869" name="connsiteY2"/>
                    <a:gd fmla="*/ 416433 w 1017174" name="connsiteX3"/>
                    <a:gd fmla="*/ 531305 h 1243869" name="connsiteY3"/>
                    <a:gd fmla="*/ 144971 w 1017174" name="connsiteX4"/>
                    <a:gd fmla="*/ 987933 h 1243869" name="connsiteY4"/>
                    <a:gd fmla="*/ 857 w 1017174" name="connsiteX5"/>
                    <a:gd fmla="*/ 1243870 h 1243869" name="connsiteY5"/>
                    <a:gd fmla="*/ 0 w 1017174" name="connsiteX6"/>
                    <a:gd fmla="*/ 1240631 h 1243869" name="connsiteY6"/>
                    <a:gd fmla="*/ 141732 w 1017174" name="connsiteX7"/>
                    <a:gd fmla="*/ 987171 h 1243869" name="connsiteY7"/>
                    <a:gd fmla="*/ 414814 w 1017174" name="connsiteX8"/>
                    <a:gd fmla="*/ 528447 h 1243869" name="connsiteY8"/>
                    <a:gd fmla="*/ 924211 w 1017174" name="connsiteX9"/>
                    <a:gd fmla="*/ 147828 h 1243869" name="connsiteY9"/>
                    <a:gd fmla="*/ 1013936 w 1017174" name="connsiteX10"/>
                    <a:gd fmla="*/ 0 h 1243869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243869" w="1017174">
                      <a:moveTo>
                        <a:pt x="1013936" y="0"/>
                      </a:moveTo>
                      <a:lnTo>
                        <a:pt x="1017175" y="572"/>
                      </a:lnTo>
                      <a:cubicBezTo>
                        <a:pt x="1017080" y="1143"/>
                        <a:pt x="1006316" y="56769"/>
                        <a:pt x="927068" y="149543"/>
                      </a:cubicBezTo>
                      <a:cubicBezTo>
                        <a:pt x="854107" y="234982"/>
                        <a:pt x="706184" y="370523"/>
                        <a:pt x="416433" y="531305"/>
                      </a:cubicBezTo>
                      <a:cubicBezTo>
                        <a:pt x="224790" y="637604"/>
                        <a:pt x="180499" y="831818"/>
                        <a:pt x="144971" y="987933"/>
                      </a:cubicBezTo>
                      <a:cubicBezTo>
                        <a:pt x="116586" y="1112615"/>
                        <a:pt x="92012" y="1220343"/>
                        <a:pt x="857" y="1243870"/>
                      </a:cubicBezTo>
                      <a:lnTo>
                        <a:pt x="0" y="1240631"/>
                      </a:lnTo>
                      <a:cubicBezTo>
                        <a:pt x="89154" y="1217581"/>
                        <a:pt x="113538" y="1110806"/>
                        <a:pt x="141732" y="987171"/>
                      </a:cubicBezTo>
                      <a:cubicBezTo>
                        <a:pt x="177451" y="830485"/>
                        <a:pt x="221933" y="635413"/>
                        <a:pt x="414814" y="528447"/>
                      </a:cubicBezTo>
                      <a:cubicBezTo>
                        <a:pt x="703802" y="368141"/>
                        <a:pt x="851345" y="232981"/>
                        <a:pt x="924211" y="147828"/>
                      </a:cubicBezTo>
                      <a:cubicBezTo>
                        <a:pt x="1003078" y="55531"/>
                        <a:pt x="1013841" y="572"/>
                        <a:pt x="1013936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9" name="稻壳儿：耗崽 1-21"/>
                <p:cNvSpPr/>
                <p:nvPr/>
              </p:nvSpPr>
              <p:spPr>
                <a:xfrm>
                  <a:off x="9975585" y="4936749"/>
                  <a:ext cx="2216415" cy="1921251"/>
                </a:xfrm>
                <a:custGeom>
                  <a:avLst/>
                  <a:gdLst>
                    <a:gd fmla="*/ 866394 w 866393" name="connsiteX0"/>
                    <a:gd fmla="*/ 350 h 751014" name="connsiteY0"/>
                    <a:gd fmla="*/ 460724 w 866393" name="connsiteX1"/>
                    <a:gd fmla="*/ 303530 h 751014" name="connsiteY1"/>
                    <a:gd fmla="*/ 0 w 866393" name="connsiteX2"/>
                    <a:gd fmla="*/ 751015 h 751014" name="connsiteY2"/>
                    <a:gd fmla="*/ 866394 w 866393" name="connsiteX3"/>
                    <a:gd fmla="*/ 751015 h 751014" name="connsiteY3"/>
                    <a:gd fmla="*/ 866394 w 866393" name="connsiteX4"/>
                    <a:gd fmla="*/ 350 h 751014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751014" w="866393">
                      <a:moveTo>
                        <a:pt x="866394" y="350"/>
                      </a:moveTo>
                      <a:cubicBezTo>
                        <a:pt x="866394" y="350"/>
                        <a:pt x="483584" y="-22606"/>
                        <a:pt x="460724" y="303530"/>
                      </a:cubicBezTo>
                      <a:cubicBezTo>
                        <a:pt x="441674" y="574707"/>
                        <a:pt x="158401" y="486220"/>
                        <a:pt x="0" y="751015"/>
                      </a:cubicBezTo>
                      <a:lnTo>
                        <a:pt x="866394" y="751015"/>
                      </a:lnTo>
                      <a:lnTo>
                        <a:pt x="866394" y="350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0" name="稻壳儿：耗崽 1-22"/>
                <p:cNvSpPr/>
                <p:nvPr/>
              </p:nvSpPr>
              <p:spPr>
                <a:xfrm>
                  <a:off x="9971749" y="4944369"/>
                  <a:ext cx="2220070" cy="1927667"/>
                </a:xfrm>
                <a:custGeom>
                  <a:avLst/>
                  <a:gdLst>
                    <a:gd fmla="*/ 852392 w 867822" name="connsiteX0"/>
                    <a:gd fmla="*/ 0 h 753522" name="connsiteY0"/>
                    <a:gd fmla="*/ 867823 w 867822" name="connsiteX1"/>
                    <a:gd fmla="*/ 286 h 753522" name="connsiteY1"/>
                    <a:gd fmla="*/ 867632 w 867822" name="connsiteX2"/>
                    <a:gd fmla="*/ 3620 h 753522" name="connsiteY2"/>
                    <a:gd fmla="*/ 673989 w 867822" name="connsiteX3"/>
                    <a:gd fmla="*/ 32861 h 753522" name="connsiteY3"/>
                    <a:gd fmla="*/ 463772 w 867822" name="connsiteX4"/>
                    <a:gd fmla="*/ 305276 h 753522" name="connsiteY4"/>
                    <a:gd fmla="*/ 261842 w 867822" name="connsiteX5"/>
                    <a:gd fmla="*/ 543687 h 753522" name="connsiteY5"/>
                    <a:gd fmla="*/ 2857 w 867822" name="connsiteX6"/>
                    <a:gd fmla="*/ 753523 h 753522" name="connsiteY6"/>
                    <a:gd fmla="*/ 0 w 867822" name="connsiteX7"/>
                    <a:gd fmla="*/ 751808 h 753522" name="connsiteY7"/>
                    <a:gd fmla="*/ 260413 w 867822" name="connsiteX8"/>
                    <a:gd fmla="*/ 540734 h 753522" name="connsiteY8"/>
                    <a:gd fmla="*/ 460438 w 867822" name="connsiteX9"/>
                    <a:gd fmla="*/ 305086 h 753522" name="connsiteY9"/>
                    <a:gd fmla="*/ 533876 w 867822" name="connsiteX10"/>
                    <a:gd fmla="*/ 119158 h 753522" name="connsiteY10"/>
                    <a:gd fmla="*/ 672941 w 867822" name="connsiteX11"/>
                    <a:gd fmla="*/ 29813 h 753522" name="connsiteY11"/>
                    <a:gd fmla="*/ 852392 w 867822" name="connsiteX12"/>
                    <a:gd fmla="*/ 0 h 753522" name="connsiteY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b="b" l="l" r="r" t="t"/>
                  <a:pathLst>
                    <a:path h="753522" w="867822">
                      <a:moveTo>
                        <a:pt x="852392" y="0"/>
                      </a:moveTo>
                      <a:cubicBezTo>
                        <a:pt x="862013" y="0"/>
                        <a:pt x="867632" y="286"/>
                        <a:pt x="867823" y="286"/>
                      </a:cubicBezTo>
                      <a:lnTo>
                        <a:pt x="867632" y="3620"/>
                      </a:lnTo>
                      <a:cubicBezTo>
                        <a:pt x="866680" y="3524"/>
                        <a:pt x="771049" y="-1715"/>
                        <a:pt x="673989" y="32861"/>
                      </a:cubicBezTo>
                      <a:cubicBezTo>
                        <a:pt x="584549" y="64675"/>
                        <a:pt x="475488" y="137732"/>
                        <a:pt x="463772" y="305276"/>
                      </a:cubicBezTo>
                      <a:cubicBezTo>
                        <a:pt x="453390" y="452819"/>
                        <a:pt x="364617" y="494919"/>
                        <a:pt x="261842" y="543687"/>
                      </a:cubicBezTo>
                      <a:cubicBezTo>
                        <a:pt x="174403" y="585216"/>
                        <a:pt x="75343" y="632270"/>
                        <a:pt x="2857" y="753523"/>
                      </a:cubicBezTo>
                      <a:lnTo>
                        <a:pt x="0" y="751808"/>
                      </a:lnTo>
                      <a:cubicBezTo>
                        <a:pt x="73057" y="629698"/>
                        <a:pt x="172593" y="582454"/>
                        <a:pt x="260413" y="540734"/>
                      </a:cubicBezTo>
                      <a:cubicBezTo>
                        <a:pt x="362236" y="492347"/>
                        <a:pt x="450247" y="450628"/>
                        <a:pt x="460438" y="305086"/>
                      </a:cubicBezTo>
                      <a:cubicBezTo>
                        <a:pt x="465677" y="230315"/>
                        <a:pt x="490442" y="167735"/>
                        <a:pt x="533876" y="119158"/>
                      </a:cubicBezTo>
                      <a:cubicBezTo>
                        <a:pt x="568643" y="80296"/>
                        <a:pt x="615410" y="50197"/>
                        <a:pt x="672941" y="29813"/>
                      </a:cubicBezTo>
                      <a:cubicBezTo>
                        <a:pt x="747522" y="3239"/>
                        <a:pt x="821246" y="0"/>
                        <a:pt x="852392" y="0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pic>
              <p:nvPicPr>
                <p:cNvPr id="71" name="稻壳儿：耗崽 1-23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b="14126" r="29972"/>
                <a:stretch>
                  <a:fillRect/>
                </a:stretch>
              </p:blipFill>
              <p:spPr>
                <a:xfrm>
                  <a:off x="10035271" y="4983806"/>
                  <a:ext cx="2156729" cy="187336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组合 52"/>
            <p:cNvGrpSpPr/>
            <p:nvPr/>
          </p:nvGrpSpPr>
          <p:grpSpPr>
            <a:xfrm>
              <a:off x="623888" y="454345"/>
              <a:ext cx="10653705" cy="748980"/>
              <a:chOff x="623888" y="454345"/>
              <a:chExt cx="10653705" cy="748980"/>
            </a:xfrm>
          </p:grpSpPr>
          <p:sp>
            <p:nvSpPr>
              <p:cNvPr id="54" name="稻壳儿：耗崽 1-24"/>
              <p:cNvSpPr txBox="1"/>
              <p:nvPr/>
            </p:nvSpPr>
            <p:spPr>
              <a:xfrm>
                <a:off x="623888" y="454345"/>
                <a:ext cx="10653705" cy="615553"/>
              </a:xfrm>
              <a:prstGeom prst="rect">
                <a:avLst/>
              </a:prstGeom>
              <a:noFill/>
            </p:spPr>
            <p:txBody>
              <a:bodyPr bIns="0" lIns="0" rIns="0" rtlCol="0" tIns="0" wrap="square">
                <a:spAutoFit/>
              </a:bodyPr>
              <a:lstStyle/>
              <a:p>
                <a:pPr lvl="0">
                  <a:defRPr/>
                </a:pPr>
                <a:r>
                  <a:rPr altLang="en-US" b="1" dirty="0" lang="zh-CN" sz="4000">
                    <a:solidFill>
                      <a:srgbClr val="42556C"/>
                    </a:solidFill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rPr>
                  <a:t>教学目标</a:t>
                </a:r>
              </a:p>
            </p:txBody>
          </p:sp>
          <p:grpSp>
            <p:nvGrpSpPr>
              <p:cNvPr id="55" name="Group 55"/>
              <p:cNvGrpSpPr/>
              <p:nvPr/>
            </p:nvGrpSpPr>
            <p:grpSpPr>
              <a:xfrm>
                <a:off x="675898" y="1130300"/>
                <a:ext cx="362272" cy="73025"/>
                <a:chOff x="7340600" y="4686300"/>
                <a:chExt cx="504030" cy="101600"/>
              </a:xfrm>
              <a:solidFill>
                <a:srgbClr val="42556C"/>
              </a:solidFill>
            </p:grpSpPr>
            <p:sp>
              <p:nvSpPr>
                <p:cNvPr id="56" name="稻壳儿：耗崽 1-25"/>
                <p:cNvSpPr/>
                <p:nvPr/>
              </p:nvSpPr>
              <p:spPr>
                <a:xfrm>
                  <a:off x="734060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7" name="稻壳儿：耗崽 1-26"/>
                <p:cNvSpPr/>
                <p:nvPr/>
              </p:nvSpPr>
              <p:spPr>
                <a:xfrm>
                  <a:off x="7541815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dirty="0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8" name="稻壳儿：耗崽 1-27"/>
                <p:cNvSpPr/>
                <p:nvPr/>
              </p:nvSpPr>
              <p:spPr>
                <a:xfrm>
                  <a:off x="774303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</p:grpSp>
        </p:grpSp>
      </p:grpSp>
      <p:sp>
        <p:nvSpPr>
          <p:cNvPr id="25" name="稻壳儿：耗崽 2"/>
          <p:cNvSpPr/>
          <p:nvPr/>
        </p:nvSpPr>
        <p:spPr bwMode="auto">
          <a:xfrm>
            <a:off x="4337833" y="2713876"/>
            <a:ext cx="3497070" cy="1749329"/>
          </a:xfrm>
          <a:custGeom>
            <a:avLst/>
            <a:gdLst>
              <a:gd fmla="*/ 1633211 w 3744416" name="T0"/>
              <a:gd fmla="*/ 0 h 1872208" name="T1"/>
              <a:gd fmla="*/ 3266422 w 3744416" name="T2"/>
              <a:gd fmla="*/ 1634694 h 1872208" name="T3"/>
              <a:gd fmla="*/ 0 w 3744416" name="T4"/>
              <a:gd fmla="*/ 1634694 h 1872208" name="T5"/>
              <a:gd fmla="*/ 1633211 w 3744416" name="T6"/>
              <a:gd fmla="*/ 0 h 1872208" name="T7"/>
              <a:gd fmla="*/ 0 60000 65536" name="T8"/>
              <a:gd fmla="*/ 0 60000 65536" name="T9"/>
              <a:gd fmla="*/ 0 60000 65536" name="T10"/>
              <a:gd fmla="*/ 0 60000 65536" name="T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b="b" l="0" r="r" t="0"/>
            <a:pathLst>
              <a:path h="1872208" w="3744416">
                <a:moveTo>
                  <a:pt x="1872208" y="0"/>
                </a:moveTo>
                <a:cubicBezTo>
                  <a:pt x="2906200" y="0"/>
                  <a:pt x="3744416" y="838216"/>
                  <a:pt x="3744416" y="1872208"/>
                </a:cubicBezTo>
                <a:lnTo>
                  <a:pt x="0" y="1872208"/>
                </a:lnTo>
                <a:cubicBezTo>
                  <a:pt x="0" y="838216"/>
                  <a:pt x="838216" y="0"/>
                  <a:pt x="1872208" y="0"/>
                </a:cubicBezTo>
                <a:close/>
              </a:path>
            </a:pathLst>
          </a:custGeom>
          <a:noFill/>
          <a:ln cap="flat" cmpd="sng" w="9525">
            <a:solidFill>
              <a:srgbClr val="40404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defTabSz="866775" fontAlgn="base">
              <a:spcBef>
                <a:spcPct val="0"/>
              </a:spcBef>
              <a:spcAft>
                <a:spcPct val="0"/>
              </a:spcAft>
            </a:pPr>
            <a:endParaRPr altLang="en-US" dirty="0" lang="zh-CN" sz="1705">
              <a:solidFill>
                <a:prstClr val="black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6" name="稻壳儿：耗崽 3"/>
          <p:cNvSpPr>
            <a:spLocks noChangeArrowheads="1"/>
          </p:cNvSpPr>
          <p:nvPr/>
        </p:nvSpPr>
        <p:spPr bwMode="auto">
          <a:xfrm>
            <a:off x="4577532" y="3009135"/>
            <a:ext cx="2958938" cy="2958938"/>
          </a:xfrm>
          <a:prstGeom prst="ellipse">
            <a:avLst/>
          </a:prstGeom>
          <a:solidFill>
            <a:srgbClr val="0F4061"/>
          </a:solidFill>
          <a:ln>
            <a:noFill/>
          </a:ln>
        </p:spPr>
        <p:txBody>
          <a:bodyPr anchor="ctr" bIns="46987" lIns="90165" rIns="90165" tIns="46987"/>
          <a:lstStyle>
            <a:lvl1pPr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1pPr>
            <a:lvl2pPr indent="-285750" marL="74295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2pPr>
            <a:lvl3pPr indent="-228600" marL="11430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3pPr>
            <a:lvl4pPr indent="-228600" marL="16002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4pPr>
            <a:lvl5pPr indent="-228600" marL="20574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endParaRPr altLang="en-US" dirty="0" lang="zh-CN" sz="1300">
              <a:solidFill>
                <a:srgbClr val="FFFFFF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7" name="稻壳儿：耗崽 4"/>
          <p:cNvSpPr>
            <a:spLocks noChangeArrowheads="1"/>
          </p:cNvSpPr>
          <p:nvPr/>
        </p:nvSpPr>
        <p:spPr bwMode="auto">
          <a:xfrm>
            <a:off x="5888735" y="3504408"/>
            <a:ext cx="407965" cy="1898546"/>
          </a:xfrm>
          <a:prstGeom prst="upArrow">
            <a:avLst>
              <a:gd fmla="val 50000" name="adj1"/>
              <a:gd fmla="val 50006" name="adj2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1pPr>
            <a:lvl2pPr indent="-285750" marL="74295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2pPr>
            <a:lvl3pPr indent="-228600" marL="11430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3pPr>
            <a:lvl4pPr indent="-228600" marL="16002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4pPr>
            <a:lvl5pPr indent="-228600" marL="20574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endParaRPr altLang="en-US" dirty="0" lang="zh-CN" sz="1300">
              <a:solidFill>
                <a:srgbClr val="FFFFFF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8" name="稻壳儿：耗崽 5"/>
          <p:cNvSpPr/>
          <p:nvPr/>
        </p:nvSpPr>
        <p:spPr bwMode="auto">
          <a:xfrm>
            <a:off x="6234791" y="4253667"/>
            <a:ext cx="755609" cy="1149287"/>
          </a:xfrm>
          <a:custGeom>
            <a:avLst/>
            <a:gdLst>
              <a:gd fmla="*/ 0 w 755650" name="T0"/>
              <a:gd fmla="*/ 1149350 h 1149350" name="T1"/>
              <a:gd fmla="*/ 0 w 755650" name="T2"/>
              <a:gd fmla="*/ 425053 h 1149350" name="T3"/>
              <a:gd fmla="*/ 330597 w 755650" name="T4"/>
              <a:gd fmla="*/ 94456 h 1149350" name="T5"/>
              <a:gd fmla="*/ 491581 w 755650" name="T6"/>
              <a:gd fmla="*/ 94456 h 1149350" name="T7"/>
              <a:gd fmla="*/ 491581 w 755650" name="T8"/>
              <a:gd fmla="*/ 0 h 1149350" name="T9"/>
              <a:gd fmla="*/ 755650 w 755650" name="T10"/>
              <a:gd fmla="*/ 188913 h 1149350" name="T11"/>
              <a:gd fmla="*/ 491581 w 755650" name="T12"/>
              <a:gd fmla="*/ 377825 h 1149350" name="T13"/>
              <a:gd fmla="*/ 491581 w 755650" name="T14"/>
              <a:gd fmla="*/ 283369 h 1149350" name="T15"/>
              <a:gd fmla="*/ 330597 w 755650" name="T16"/>
              <a:gd fmla="*/ 283369 h 1149350" name="T17"/>
              <a:gd fmla="*/ 188913 w 755650" name="T18"/>
              <a:gd fmla="*/ 425053 h 1149350" name="T19"/>
              <a:gd fmla="*/ 188913 w 755650" name="T20"/>
              <a:gd fmla="*/ 1149350 h 1149350" name="T21"/>
              <a:gd fmla="*/ 0 w 755650" name="T22"/>
              <a:gd fmla="*/ 1149350 h 1149350" name="T23"/>
              <a:gd fmla="*/ 0 60000 65536" name="T24"/>
              <a:gd fmla="*/ 0 60000 65536" name="T25"/>
              <a:gd fmla="*/ 0 60000 65536" name="T26"/>
              <a:gd fmla="*/ 0 60000 65536" name="T27"/>
              <a:gd fmla="*/ 0 60000 65536" name="T28"/>
              <a:gd fmla="*/ 0 60000 65536" name="T29"/>
              <a:gd fmla="*/ 0 60000 65536" name="T30"/>
              <a:gd fmla="*/ 0 60000 65536" name="T31"/>
              <a:gd fmla="*/ 0 60000 65536" name="T32"/>
              <a:gd fmla="*/ 0 60000 65536" name="T33"/>
              <a:gd fmla="*/ 0 60000 65536" name="T34"/>
              <a:gd fmla="*/ 0 60000 65536" name="T3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b="b" l="0" r="r" t="0"/>
            <a:pathLst>
              <a:path h="1149350" w="755650">
                <a:moveTo>
                  <a:pt x="0" y="1149350"/>
                </a:moveTo>
                <a:lnTo>
                  <a:pt x="0" y="425053"/>
                </a:lnTo>
                <a:cubicBezTo>
                  <a:pt x="0" y="242469"/>
                  <a:pt x="148013" y="94456"/>
                  <a:pt x="330597" y="94456"/>
                </a:cubicBezTo>
                <a:lnTo>
                  <a:pt x="491581" y="94456"/>
                </a:lnTo>
                <a:lnTo>
                  <a:pt x="491581" y="0"/>
                </a:lnTo>
                <a:lnTo>
                  <a:pt x="755650" y="188913"/>
                </a:lnTo>
                <a:lnTo>
                  <a:pt x="491581" y="377825"/>
                </a:lnTo>
                <a:lnTo>
                  <a:pt x="491581" y="283369"/>
                </a:lnTo>
                <a:lnTo>
                  <a:pt x="330597" y="283369"/>
                </a:lnTo>
                <a:cubicBezTo>
                  <a:pt x="252347" y="283369"/>
                  <a:pt x="188913" y="346803"/>
                  <a:pt x="188913" y="425053"/>
                </a:cubicBezTo>
                <a:lnTo>
                  <a:pt x="188913" y="1149350"/>
                </a:lnTo>
                <a:lnTo>
                  <a:pt x="0" y="1149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defTabSz="866775" fontAlgn="base">
              <a:spcBef>
                <a:spcPct val="0"/>
              </a:spcBef>
              <a:spcAft>
                <a:spcPct val="0"/>
              </a:spcAft>
            </a:pPr>
            <a:endParaRPr altLang="en-US" dirty="0" lang="zh-CN" sz="1705">
              <a:solidFill>
                <a:prstClr val="black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9" name="稻壳儿：耗崽 6"/>
          <p:cNvSpPr/>
          <p:nvPr/>
        </p:nvSpPr>
        <p:spPr bwMode="auto">
          <a:xfrm flipH="1">
            <a:off x="5190273" y="4253667"/>
            <a:ext cx="757197" cy="1149287"/>
          </a:xfrm>
          <a:custGeom>
            <a:avLst/>
            <a:gdLst>
              <a:gd fmla="*/ 0 w 757238" name="T0"/>
              <a:gd fmla="*/ 1149350 h 1149350" name="T1"/>
              <a:gd fmla="*/ 0 w 757238" name="T2"/>
              <a:gd fmla="*/ 425946 h 1149350" name="T3"/>
              <a:gd fmla="*/ 331292 w 757238" name="T4"/>
              <a:gd fmla="*/ 94654 h 1149350" name="T5"/>
              <a:gd fmla="*/ 492614 w 757238" name="T6"/>
              <a:gd fmla="*/ 94655 h 1149350" name="T7"/>
              <a:gd fmla="*/ 492614 w 757238" name="T8"/>
              <a:gd fmla="*/ 0 h 1149350" name="T9"/>
              <a:gd fmla="*/ 757238 w 757238" name="T10"/>
              <a:gd fmla="*/ 189310 h 1149350" name="T11"/>
              <a:gd fmla="*/ 492614 w 757238" name="T12"/>
              <a:gd fmla="*/ 378619 h 1149350" name="T13"/>
              <a:gd fmla="*/ 492614 w 757238" name="T14"/>
              <a:gd fmla="*/ 283964 h 1149350" name="T15"/>
              <a:gd fmla="*/ 331292 w 757238" name="T16"/>
              <a:gd fmla="*/ 283964 h 1149350" name="T17"/>
              <a:gd fmla="*/ 189310 w 757238" name="T18"/>
              <a:gd fmla="*/ 425946 h 1149350" name="T19"/>
              <a:gd fmla="*/ 189310 w 757238" name="T20"/>
              <a:gd fmla="*/ 1149350 h 1149350" name="T21"/>
              <a:gd fmla="*/ 0 w 757238" name="T22"/>
              <a:gd fmla="*/ 1149350 h 1149350" name="T23"/>
              <a:gd fmla="*/ 0 60000 65536" name="T24"/>
              <a:gd fmla="*/ 0 60000 65536" name="T25"/>
              <a:gd fmla="*/ 0 60000 65536" name="T26"/>
              <a:gd fmla="*/ 0 60000 65536" name="T27"/>
              <a:gd fmla="*/ 0 60000 65536" name="T28"/>
              <a:gd fmla="*/ 0 60000 65536" name="T29"/>
              <a:gd fmla="*/ 0 60000 65536" name="T30"/>
              <a:gd fmla="*/ 0 60000 65536" name="T31"/>
              <a:gd fmla="*/ 0 60000 65536" name="T32"/>
              <a:gd fmla="*/ 0 60000 65536" name="T33"/>
              <a:gd fmla="*/ 0 60000 65536" name="T34"/>
              <a:gd fmla="*/ 0 60000 65536" name="T3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b="b" l="0" r="r" t="0"/>
            <a:pathLst>
              <a:path h="1149350" w="757238">
                <a:moveTo>
                  <a:pt x="0" y="1149350"/>
                </a:moveTo>
                <a:lnTo>
                  <a:pt x="0" y="425946"/>
                </a:lnTo>
                <a:cubicBezTo>
                  <a:pt x="0" y="242978"/>
                  <a:pt x="148324" y="94654"/>
                  <a:pt x="331292" y="94654"/>
                </a:cubicBezTo>
                <a:lnTo>
                  <a:pt x="492614" y="94655"/>
                </a:lnTo>
                <a:lnTo>
                  <a:pt x="492614" y="0"/>
                </a:lnTo>
                <a:lnTo>
                  <a:pt x="757238" y="189310"/>
                </a:lnTo>
                <a:lnTo>
                  <a:pt x="492614" y="378619"/>
                </a:lnTo>
                <a:lnTo>
                  <a:pt x="492614" y="283964"/>
                </a:lnTo>
                <a:lnTo>
                  <a:pt x="331292" y="283964"/>
                </a:lnTo>
                <a:cubicBezTo>
                  <a:pt x="252878" y="283964"/>
                  <a:pt x="189310" y="347532"/>
                  <a:pt x="189310" y="425946"/>
                </a:cubicBezTo>
                <a:lnTo>
                  <a:pt x="189310" y="1149350"/>
                </a:lnTo>
                <a:lnTo>
                  <a:pt x="0" y="1149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defTabSz="866775" fontAlgn="base">
              <a:spcBef>
                <a:spcPct val="0"/>
              </a:spcBef>
              <a:spcAft>
                <a:spcPct val="0"/>
              </a:spcAft>
            </a:pPr>
            <a:endParaRPr altLang="en-US" dirty="0" lang="zh-CN" sz="1705">
              <a:solidFill>
                <a:prstClr val="black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0" name="稻壳儿：耗崽 7"/>
          <p:cNvSpPr txBox="1">
            <a:spLocks noChangeArrowheads="1"/>
          </p:cNvSpPr>
          <p:nvPr/>
        </p:nvSpPr>
        <p:spPr bwMode="auto">
          <a:xfrm>
            <a:off x="5387113" y="5428208"/>
            <a:ext cx="1430260" cy="498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1pPr>
            <a:lvl2pPr indent="-285750" marL="74295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2pPr>
            <a:lvl3pPr indent="-228600" marL="11430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3pPr>
            <a:lvl4pPr indent="-228600" marL="16002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4pPr>
            <a:lvl5pPr indent="-228600" marL="20574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9pPr>
          </a:lstStyle>
          <a:p>
            <a:pPr algn="ctr" defTabSz="866775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dirty="0" lang="zh-CN" sz="2000">
                <a:solidFill>
                  <a:prstClr val="white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教学目标</a:t>
            </a:r>
          </a:p>
        </p:txBody>
      </p:sp>
      <p:sp>
        <p:nvSpPr>
          <p:cNvPr id="31" name="稻壳儿：耗崽 8"/>
          <p:cNvSpPr>
            <a:spLocks noChangeArrowheads="1"/>
          </p:cNvSpPr>
          <p:nvPr/>
        </p:nvSpPr>
        <p:spPr bwMode="auto">
          <a:xfrm>
            <a:off x="4107720" y="4081663"/>
            <a:ext cx="763083" cy="763083"/>
          </a:xfrm>
          <a:prstGeom prst="ellipse">
            <a:avLst/>
          </a:prstGeom>
          <a:solidFill>
            <a:srgbClr val="E3BC9D"/>
          </a:solidFill>
          <a:ln>
            <a:noFill/>
          </a:ln>
        </p:spPr>
        <p:txBody>
          <a:bodyPr anchor="ctr" bIns="0" lIns="0" rIns="0" tIns="0"/>
          <a:lstStyle>
            <a:lvl1pPr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1pPr>
            <a:lvl2pPr indent="-285750" marL="74295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2pPr>
            <a:lvl3pPr indent="-228600" marL="11430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3pPr>
            <a:lvl4pPr indent="-228600" marL="16002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4pPr>
            <a:lvl5pPr indent="-228600" marL="20574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r>
              <a:rPr altLang="zh-CN" b="1" dirty="0" lang="en-US" sz="2800">
                <a:solidFill>
                  <a:prstClr val="white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02</a:t>
            </a:r>
            <a:endParaRPr altLang="zh-CN" b="1" dirty="0" lang="en-US" sz="3200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2" name="稻壳儿：耗崽 9"/>
          <p:cNvSpPr>
            <a:spLocks noChangeArrowheads="1"/>
          </p:cNvSpPr>
          <p:nvPr/>
        </p:nvSpPr>
        <p:spPr bwMode="auto">
          <a:xfrm>
            <a:off x="7379253" y="4093961"/>
            <a:ext cx="763083" cy="763083"/>
          </a:xfrm>
          <a:prstGeom prst="ellipse">
            <a:avLst/>
          </a:prstGeom>
          <a:solidFill>
            <a:srgbClr val="E3BC9D"/>
          </a:solidFill>
          <a:ln>
            <a:noFill/>
          </a:ln>
        </p:spPr>
        <p:txBody>
          <a:bodyPr anchor="ctr" bIns="0" lIns="0" rIns="0" tIns="0"/>
          <a:lstStyle>
            <a:lvl1pPr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1pPr>
            <a:lvl2pPr indent="-285750" marL="74295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2pPr>
            <a:lvl3pPr indent="-228600" marL="11430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3pPr>
            <a:lvl4pPr indent="-228600" marL="16002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4pPr>
            <a:lvl5pPr indent="-228600" marL="20574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r>
              <a:rPr altLang="zh-CN" b="1" dirty="0" lang="en-US" sz="2800">
                <a:solidFill>
                  <a:prstClr val="white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03</a:t>
            </a:r>
            <a:endParaRPr altLang="zh-CN" b="1" dirty="0" lang="en-US" sz="3200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3" name="稻壳儿：耗崽 10"/>
          <p:cNvSpPr>
            <a:spLocks noChangeArrowheads="1"/>
          </p:cNvSpPr>
          <p:nvPr/>
        </p:nvSpPr>
        <p:spPr bwMode="auto">
          <a:xfrm>
            <a:off x="5713271" y="2536668"/>
            <a:ext cx="763083" cy="761957"/>
          </a:xfrm>
          <a:prstGeom prst="ellipse">
            <a:avLst/>
          </a:prstGeom>
          <a:solidFill>
            <a:srgbClr val="E3BC9D"/>
          </a:solidFill>
          <a:ln>
            <a:noFill/>
          </a:ln>
        </p:spPr>
        <p:txBody>
          <a:bodyPr anchor="ctr" bIns="0" lIns="0" rIns="0" tIns="0"/>
          <a:lstStyle>
            <a:lvl1pPr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1pPr>
            <a:lvl2pPr indent="-285750" marL="74295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2pPr>
            <a:lvl3pPr indent="-228600" marL="11430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3pPr>
            <a:lvl4pPr indent="-228600" marL="16002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4pPr>
            <a:lvl5pPr indent="-228600" marL="2057400"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buFont charset="0" panose="020B0604020202020204" pitchFamily="34" typeface="Arial"/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9pPr>
          </a:lstStyle>
          <a:p>
            <a:pPr algn="ctr" defTabSz="866775" fontAlgn="base" latinLnBrk="1">
              <a:spcBef>
                <a:spcPct val="0"/>
              </a:spcBef>
              <a:spcAft>
                <a:spcPct val="0"/>
              </a:spcAft>
            </a:pPr>
            <a:r>
              <a:rPr altLang="zh-CN" b="1" dirty="0" lang="en-US" sz="2800">
                <a:solidFill>
                  <a:prstClr val="white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01</a:t>
            </a:r>
            <a:endParaRPr altLang="zh-CN" b="1" dirty="0" lang="en-US" sz="3200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18" name="稻壳儿：耗崽 11"/>
          <p:cNvGrpSpPr/>
          <p:nvPr/>
        </p:nvGrpSpPr>
        <p:grpSpPr>
          <a:xfrm>
            <a:off x="4848462" y="1488808"/>
            <a:ext cx="2495077" cy="986581"/>
            <a:chOff x="5178886" y="1877247"/>
            <a:chExt cx="2495077" cy="986581"/>
          </a:xfrm>
        </p:grpSpPr>
        <p:sp>
          <p:nvSpPr>
            <p:cNvPr id="19" name="稻壳儿：耗崽 11-1"/>
            <p:cNvSpPr txBox="1"/>
            <p:nvPr/>
          </p:nvSpPr>
          <p:spPr bwMode="auto">
            <a:xfrm>
              <a:off x="5178886" y="2227500"/>
              <a:ext cx="2495077" cy="636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理解选择排序的基本原理和过程；掌握用C语言实现选择排序的代码编写。</a:t>
              </a:r>
              <a:r>
                <a:rPr altLang="zh-CN" dirty="0" lang="en-US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/>
              </a: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/>
              </a:r>
              <a:endParaRPr altLang="zh-CN" dirty="0" lang="en-US" sz="14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1" name="稻壳儿：耗崽 11-2"/>
            <p:cNvSpPr txBox="1"/>
            <p:nvPr/>
          </p:nvSpPr>
          <p:spPr bwMode="auto">
            <a:xfrm>
              <a:off x="5256083" y="1877247"/>
              <a:ext cx="2349784" cy="431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zh-CN" dirty="0" lang="zh-CN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rPr>
                <a:t>知识目标</a:t>
              </a:r>
              <a:endParaRPr altLang="en-US" dirty="0" lang="zh-CN" spc="100" sz="16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22" name="稻壳儿：耗崽 12"/>
          <p:cNvGrpSpPr/>
          <p:nvPr/>
        </p:nvGrpSpPr>
        <p:grpSpPr>
          <a:xfrm>
            <a:off x="8551202" y="4414405"/>
            <a:ext cx="2475447" cy="1246473"/>
            <a:chOff x="2720663" y="4525702"/>
            <a:chExt cx="2475447" cy="1246473"/>
          </a:xfrm>
        </p:grpSpPr>
        <p:sp>
          <p:nvSpPr>
            <p:cNvPr id="23" name="稻壳儿：耗崽 12-1"/>
            <p:cNvSpPr txBox="1"/>
            <p:nvPr/>
          </p:nvSpPr>
          <p:spPr bwMode="auto">
            <a:xfrm>
              <a:off x="2720663" y="4855770"/>
              <a:ext cx="2475447" cy="916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培养严谨的编程习惯和对算法优化的探索精神，体会算法设计中的逻辑美。</a:t>
              </a:r>
              <a:endParaRPr altLang="zh-CN" dirty="0" lang="en-US" sz="14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4" name="稻壳儿：耗崽 12-2"/>
            <p:cNvSpPr txBox="1"/>
            <p:nvPr/>
          </p:nvSpPr>
          <p:spPr bwMode="auto">
            <a:xfrm>
              <a:off x="2744012" y="4525702"/>
              <a:ext cx="23497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altLang="zh-CN" dirty="0" lang="zh-CN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rPr>
                <a:t>德育目标</a:t>
              </a:r>
            </a:p>
          </p:txBody>
        </p:sp>
      </p:grpSp>
      <p:grpSp>
        <p:nvGrpSpPr>
          <p:cNvPr id="40" name="稻壳儿：耗崽 13"/>
          <p:cNvGrpSpPr/>
          <p:nvPr/>
        </p:nvGrpSpPr>
        <p:grpSpPr>
          <a:xfrm>
            <a:off x="1237414" y="4376148"/>
            <a:ext cx="2512843" cy="1284730"/>
            <a:chOff x="1184291" y="4614246"/>
            <a:chExt cx="2512842" cy="1284730"/>
          </a:xfrm>
        </p:grpSpPr>
        <p:sp>
          <p:nvSpPr>
            <p:cNvPr id="41" name="稻壳儿：耗崽 13-1"/>
            <p:cNvSpPr txBox="1"/>
            <p:nvPr/>
          </p:nvSpPr>
          <p:spPr bwMode="auto">
            <a:xfrm>
              <a:off x="1184291" y="4982571"/>
              <a:ext cx="2512842" cy="916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能够独立分析选择排序的步骤，通过编程实现排序，并能够对比其他排序算法。</a:t>
              </a:r>
              <a:endParaRPr altLang="zh-CN" dirty="0" lang="en-US" sz="14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42" name="稻壳儿：耗崽 13-2"/>
            <p:cNvSpPr txBox="1"/>
            <p:nvPr/>
          </p:nvSpPr>
          <p:spPr bwMode="auto">
            <a:xfrm>
              <a:off x="1320253" y="4614246"/>
              <a:ext cx="2349783" cy="431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zh-CN" dirty="0" lang="zh-CN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rPr>
                <a:t>能力目标</a:t>
              </a:r>
              <a:endParaRPr altLang="en-US" dirty="0" lang="zh-CN" spc="100" sz="16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稻壳儿：耗崽 1"/>
          <p:cNvGrpSpPr/>
          <p:nvPr/>
        </p:nvGrpSpPr>
        <p:grpSpPr>
          <a:xfrm>
            <a:off x="-73888" y="-45273"/>
            <a:ext cx="12349012" cy="6957221"/>
            <a:chOff x="-73888" y="-45273"/>
            <a:chExt cx="12349012" cy="6957221"/>
          </a:xfrm>
        </p:grpSpPr>
        <p:grpSp>
          <p:nvGrpSpPr>
            <p:cNvPr id="67" name="组合 66"/>
            <p:cNvGrpSpPr/>
            <p:nvPr/>
          </p:nvGrpSpPr>
          <p:grpSpPr>
            <a:xfrm>
              <a:off x="-73888" y="-45273"/>
              <a:ext cx="12349012" cy="6957221"/>
              <a:chOff x="-73888" y="-45273"/>
              <a:chExt cx="12349012" cy="6957221"/>
            </a:xfrm>
          </p:grpSpPr>
          <p:sp>
            <p:nvSpPr>
              <p:cNvPr id="74" name="稻壳儿：耗崽 1-1"/>
              <p:cNvSpPr/>
              <p:nvPr/>
            </p:nvSpPr>
            <p:spPr>
              <a:xfrm>
                <a:off x="0" y="0"/>
                <a:ext cx="12192000" cy="6858000"/>
              </a:xfrm>
              <a:prstGeom prst="roundRect">
                <a:avLst>
                  <a:gd fmla="val 0" name="adj"/>
                </a:avLst>
              </a:prstGeom>
              <a:solidFill>
                <a:srgbClr val="FFFAE1">
                  <a:alpha val="35000"/>
                </a:srgbClr>
              </a:solidFill>
              <a:ln algn="ctr" cap="flat" cmpd="sng" w="12700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endParaRPr altLang="en-US" lang="zh-CN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grpSp>
            <p:nvGrpSpPr>
              <p:cNvPr id="75" name="组合 74"/>
              <p:cNvGrpSpPr/>
              <p:nvPr/>
            </p:nvGrpSpPr>
            <p:grpSpPr>
              <a:xfrm>
                <a:off x="11568113" y="581025"/>
                <a:ext cx="343998" cy="6062214"/>
                <a:chOff x="11568113" y="581025"/>
                <a:chExt cx="343998" cy="6062214"/>
              </a:xfrm>
            </p:grpSpPr>
            <p:sp>
              <p:nvSpPr>
                <p:cNvPr id="96" name="稻壳儿：耗崽 1-2"/>
                <p:cNvSpPr/>
                <p:nvPr/>
              </p:nvSpPr>
              <p:spPr>
                <a:xfrm flipV="1">
                  <a:off x="11650622" y="6381750"/>
                  <a:ext cx="261489" cy="261489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97" name="稻壳儿：耗崽 1-3"/>
                <p:cNvSpPr/>
                <p:nvPr/>
              </p:nvSpPr>
              <p:spPr>
                <a:xfrm flipV="1">
                  <a:off x="11568113" y="6381750"/>
                  <a:ext cx="261489" cy="261489"/>
                </a:xfrm>
                <a:prstGeom prst="ellipse">
                  <a:avLst/>
                </a:prstGeom>
                <a:solidFill>
                  <a:srgbClr val="0F40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cxnSp>
              <p:nvCxnSpPr>
                <p:cNvPr id="98" name="稻壳儿：耗崽 1-4"/>
                <p:cNvCxnSpPr/>
                <p:nvPr/>
              </p:nvCxnSpPr>
              <p:spPr>
                <a:xfrm flipV="1">
                  <a:off x="11698858" y="581025"/>
                  <a:ext cx="0" cy="5695950"/>
                </a:xfrm>
                <a:prstGeom prst="line">
                  <a:avLst/>
                </a:prstGeom>
                <a:ln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稻壳儿：耗崽 1-5"/>
                <p:cNvSpPr txBox="1"/>
                <p:nvPr/>
              </p:nvSpPr>
              <p:spPr>
                <a:xfrm>
                  <a:off x="11608642" y="6433238"/>
                  <a:ext cx="197504" cy="169277"/>
                </a:xfrm>
                <a:prstGeom prst="rect">
                  <a:avLst/>
                </a:prstGeom>
                <a:noFill/>
              </p:spPr>
              <p:txBody>
                <a:bodyPr anchor="ctr" bIns="0" lIns="0" rIns="0" rtlCol="0" tIns="0" wrap="square">
                  <a:spAutoFit/>
                </a:bodyPr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altLang="zh-CN" b="0" baseline="0" cap="none" dirty="0" i="0" kern="1200" kumimoji="0" lang="en-US" noProof="0" normalizeH="0" spc="0" strike="noStrike" sz="1100" u="none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charset="-122" panose="00020600040101010101" pitchFamily="18" typeface="汉仪中黑S"/>
                      <a:ea charset="-122" panose="00020600040101010101" pitchFamily="18" typeface="汉仪文黑-55简"/>
                      <a:cs typeface="+mn-ea"/>
                      <a:sym charset="-122" panose="00020600040101010101" pitchFamily="18" typeface="汉仪中黑S"/>
                    </a:rPr>
                    <a:t>07</a:t>
                  </a:r>
                  <a:endParaRPr b="0" baseline="0" cap="none" dirty="0" i="0" kern="1200" kumimoji="0" lang="en-US" noProof="0" normalizeH="0" spc="0" strike="noStrike" sz="1100" u="none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 flipH="1">
                <a:off x="9985364" y="-45273"/>
                <a:ext cx="2289760" cy="1747073"/>
                <a:chOff x="-150136" y="-82855"/>
                <a:chExt cx="4802470" cy="3664255"/>
              </a:xfrm>
            </p:grpSpPr>
            <p:sp>
              <p:nvSpPr>
                <p:cNvPr id="87" name="稻壳儿：耗崽 1-6"/>
                <p:cNvSpPr/>
                <p:nvPr/>
              </p:nvSpPr>
              <p:spPr>
                <a:xfrm>
                  <a:off x="-3775" y="-8988"/>
                  <a:ext cx="4650343" cy="2401921"/>
                </a:xfrm>
                <a:custGeom>
                  <a:avLst/>
                  <a:gdLst>
                    <a:gd fmla="*/ 0 w 1613058" name="connsiteX0"/>
                    <a:gd fmla="*/ 833152 h 833151" name="connsiteY0"/>
                    <a:gd fmla="*/ 722567 w 1613058" name="connsiteX1"/>
                    <a:gd fmla="*/ 439388 h 833151" name="connsiteY1"/>
                    <a:gd fmla="*/ 1613059 w 1613058" name="connsiteX2"/>
                    <a:gd fmla="*/ 0 h 833151" name="connsiteY2"/>
                    <a:gd fmla="*/ 0 w 1613058" name="connsiteX3"/>
                    <a:gd fmla="*/ 0 h 833151" name="connsiteY3"/>
                    <a:gd fmla="*/ 0 w 1613058" name="connsiteX4"/>
                    <a:gd fmla="*/ 833152 h 833151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833151" w="1613058">
                      <a:moveTo>
                        <a:pt x="0" y="833152"/>
                      </a:moveTo>
                      <a:cubicBezTo>
                        <a:pt x="0" y="833152"/>
                        <a:pt x="422624" y="821722"/>
                        <a:pt x="722567" y="439388"/>
                      </a:cubicBezTo>
                      <a:cubicBezTo>
                        <a:pt x="1034891" y="41148"/>
                        <a:pt x="1318260" y="493014"/>
                        <a:pt x="1613059" y="0"/>
                      </a:cubicBezTo>
                      <a:lnTo>
                        <a:pt x="0" y="0"/>
                      </a:lnTo>
                      <a:lnTo>
                        <a:pt x="0" y="833152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88" name="稻壳儿：耗崽 1-7"/>
                <p:cNvSpPr/>
                <p:nvPr/>
              </p:nvSpPr>
              <p:spPr>
                <a:xfrm>
                  <a:off x="2325378" y="-82855"/>
                  <a:ext cx="2156704" cy="965216"/>
                </a:xfrm>
                <a:custGeom>
                  <a:avLst/>
                  <a:gdLst>
                    <a:gd fmla="*/ 0 w 748093" name="connsiteX0"/>
                    <a:gd fmla="*/ 334804 h 334803" name="connsiteY0"/>
                    <a:gd fmla="*/ 18859 w 748093" name="connsiteX1"/>
                    <a:gd fmla="*/ 314897 h 334803" name="connsiteY1"/>
                    <a:gd fmla="*/ 24003 w 748093" name="connsiteX2"/>
                    <a:gd fmla="*/ 310420 h 334803" name="connsiteY2"/>
                    <a:gd fmla="*/ 29432 w 748093" name="connsiteX3"/>
                    <a:gd fmla="*/ 306229 h 334803" name="connsiteY3"/>
                    <a:gd fmla="*/ 34861 w 748093" name="connsiteX4"/>
                    <a:gd fmla="*/ 302038 h 334803" name="connsiteY4"/>
                    <a:gd fmla="*/ 40481 w 748093" name="connsiteX5"/>
                    <a:gd fmla="*/ 298133 h 334803" name="connsiteY5"/>
                    <a:gd fmla="*/ 63817 w 748093" name="connsiteX6"/>
                    <a:gd fmla="*/ 283559 h 334803" name="connsiteY6"/>
                    <a:gd fmla="*/ 76105 w 748093" name="connsiteX7"/>
                    <a:gd fmla="*/ 277368 h 334803" name="connsiteY7"/>
                    <a:gd fmla="*/ 82296 w 748093" name="connsiteX8"/>
                    <a:gd fmla="*/ 274320 h 334803" name="connsiteY8"/>
                    <a:gd fmla="*/ 88582 w 748093" name="connsiteX9"/>
                    <a:gd fmla="*/ 271653 h 334803" name="connsiteY9"/>
                    <a:gd fmla="*/ 194596 w 748093" name="connsiteX10"/>
                    <a:gd fmla="*/ 243459 h 334803" name="connsiteY10"/>
                    <a:gd fmla="*/ 208217 w 748093" name="connsiteX11"/>
                    <a:gd fmla="*/ 241840 h 334803" name="connsiteY11"/>
                    <a:gd fmla="*/ 215075 w 748093" name="connsiteX12"/>
                    <a:gd fmla="*/ 240983 h 334803" name="connsiteY12"/>
                    <a:gd fmla="*/ 221932 w 748093" name="connsiteX13"/>
                    <a:gd fmla="*/ 240506 h 334803" name="connsiteY13"/>
                    <a:gd fmla="*/ 249460 w 748093" name="connsiteX14"/>
                    <a:gd fmla="*/ 239078 h 334803" name="connsiteY14"/>
                    <a:gd fmla="*/ 276987 w 748093" name="connsiteX15"/>
                    <a:gd fmla="*/ 239268 h 334803" name="connsiteY15"/>
                    <a:gd fmla="*/ 290703 w 748093" name="connsiteX16"/>
                    <a:gd fmla="*/ 239459 h 334803" name="connsiteY16"/>
                    <a:gd fmla="*/ 304324 w 748093" name="connsiteX17"/>
                    <a:gd fmla="*/ 239935 h 334803" name="connsiteY17"/>
                    <a:gd fmla="*/ 358902 w 748093" name="connsiteX18"/>
                    <a:gd fmla="*/ 240411 h 334803" name="connsiteY18"/>
                    <a:gd fmla="*/ 413385 w 748093" name="connsiteX19"/>
                    <a:gd fmla="*/ 237649 h 334803" name="connsiteY19"/>
                    <a:gd fmla="*/ 467392 w 748093" name="connsiteX20"/>
                    <a:gd fmla="*/ 230791 h 334803" name="connsiteY20"/>
                    <a:gd fmla="*/ 520256 w 748093" name="connsiteX21"/>
                    <a:gd fmla="*/ 218218 h 334803" name="connsiteY21"/>
                    <a:gd fmla="*/ 617696 w 748093" name="connsiteX22"/>
                    <a:gd fmla="*/ 171355 h 334803" name="connsiteY22"/>
                    <a:gd fmla="*/ 659320 w 748093" name="connsiteX23"/>
                    <a:gd fmla="*/ 136493 h 334803" name="connsiteY23"/>
                    <a:gd fmla="*/ 694658 w 748093" name="connsiteX24"/>
                    <a:gd fmla="*/ 95060 h 334803" name="connsiteY24"/>
                    <a:gd fmla="*/ 748094 w 748093" name="connsiteX25"/>
                    <a:gd fmla="*/ 0 h 334803" name="connsiteY25"/>
                    <a:gd fmla="*/ 697325 w 748093" name="connsiteX26"/>
                    <a:gd fmla="*/ 97060 h 334803" name="connsiteY26"/>
                    <a:gd fmla="*/ 662369 w 748093" name="connsiteX27"/>
                    <a:gd fmla="*/ 139541 h 334803" name="connsiteY27"/>
                    <a:gd fmla="*/ 620744 w 748093" name="connsiteX28"/>
                    <a:gd fmla="*/ 175546 h 334803" name="connsiteY28"/>
                    <a:gd fmla="*/ 522065 w 748093" name="connsiteX29"/>
                    <a:gd fmla="*/ 224028 h 334803" name="connsiteY29"/>
                    <a:gd fmla="*/ 468535 w 748093" name="connsiteX30"/>
                    <a:gd fmla="*/ 237077 h 334803" name="connsiteY30"/>
                    <a:gd fmla="*/ 413957 w 748093" name="connsiteX31"/>
                    <a:gd fmla="*/ 244316 h 334803" name="connsiteY31"/>
                    <a:gd fmla="*/ 358997 w 748093" name="connsiteX32"/>
                    <a:gd fmla="*/ 246793 h 334803" name="connsiteY32"/>
                    <a:gd fmla="*/ 304133 w 748093" name="connsiteX33"/>
                    <a:gd fmla="*/ 246031 h 334803" name="connsiteY33"/>
                    <a:gd fmla="*/ 290417 w 748093" name="connsiteX34"/>
                    <a:gd fmla="*/ 245459 h 334803" name="connsiteY34"/>
                    <a:gd fmla="*/ 276796 w 748093" name="connsiteX35"/>
                    <a:gd fmla="*/ 245174 h 334803" name="connsiteY35"/>
                    <a:gd fmla="*/ 249555 w 748093" name="connsiteX36"/>
                    <a:gd fmla="*/ 244792 h 334803" name="connsiteY36"/>
                    <a:gd fmla="*/ 222313 w 748093" name="connsiteX37"/>
                    <a:gd fmla="*/ 245936 h 334803" name="connsiteY37"/>
                    <a:gd fmla="*/ 215551 w 748093" name="connsiteX38"/>
                    <a:gd fmla="*/ 246221 h 334803" name="connsiteY38"/>
                    <a:gd fmla="*/ 208788 w 748093" name="connsiteX39"/>
                    <a:gd fmla="*/ 246888 h 334803" name="connsiteY39"/>
                    <a:gd fmla="*/ 195263 w 748093" name="connsiteX40"/>
                    <a:gd fmla="*/ 248317 h 334803" name="connsiteY40"/>
                    <a:gd fmla="*/ 89916 w 748093" name="connsiteX41"/>
                    <a:gd fmla="*/ 274415 h 334803" name="connsiteY41"/>
                    <a:gd fmla="*/ 83534 w 748093" name="connsiteX42"/>
                    <a:gd fmla="*/ 276892 h 334803" name="connsiteY42"/>
                    <a:gd fmla="*/ 77343 w 748093" name="connsiteX43"/>
                    <a:gd fmla="*/ 279749 h 334803" name="connsiteY43"/>
                    <a:gd fmla="*/ 65056 w 748093" name="connsiteX44"/>
                    <a:gd fmla="*/ 285560 h 334803" name="connsiteY44"/>
                    <a:gd fmla="*/ 41529 w 748093" name="connsiteX45"/>
                    <a:gd fmla="*/ 299371 h 334803" name="connsiteY45"/>
                    <a:gd fmla="*/ 35814 w 748093" name="connsiteX46"/>
                    <a:gd fmla="*/ 303086 h 334803" name="connsiteY46"/>
                    <a:gd fmla="*/ 30290 w 748093" name="connsiteX47"/>
                    <a:gd fmla="*/ 307086 h 334803" name="connsiteY47"/>
                    <a:gd fmla="*/ 24765 w 748093" name="connsiteX48"/>
                    <a:gd fmla="*/ 311182 h 334803" name="connsiteY48"/>
                    <a:gd fmla="*/ 19526 w 748093" name="connsiteX49"/>
                    <a:gd fmla="*/ 315563 h 334803" name="connsiteY49"/>
                    <a:gd fmla="*/ 0 w 748093" name="connsiteX50"/>
                    <a:gd fmla="*/ 334804 h 334803" name="connsiteY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b="b" l="l" r="r" t="t"/>
                  <a:pathLst>
                    <a:path h="334803" w="748093">
                      <a:moveTo>
                        <a:pt x="0" y="334804"/>
                      </a:moveTo>
                      <a:cubicBezTo>
                        <a:pt x="5525" y="327565"/>
                        <a:pt x="12002" y="320993"/>
                        <a:pt x="18859" y="314897"/>
                      </a:cubicBezTo>
                      <a:cubicBezTo>
                        <a:pt x="20574" y="313373"/>
                        <a:pt x="22288" y="311849"/>
                        <a:pt x="24003" y="310420"/>
                      </a:cubicBezTo>
                      <a:lnTo>
                        <a:pt x="29432" y="306229"/>
                      </a:lnTo>
                      <a:cubicBezTo>
                        <a:pt x="31242" y="304800"/>
                        <a:pt x="33052" y="303371"/>
                        <a:pt x="34861" y="302038"/>
                      </a:cubicBezTo>
                      <a:lnTo>
                        <a:pt x="40481" y="298133"/>
                      </a:lnTo>
                      <a:cubicBezTo>
                        <a:pt x="47911" y="292703"/>
                        <a:pt x="55912" y="288322"/>
                        <a:pt x="63817" y="283559"/>
                      </a:cubicBezTo>
                      <a:lnTo>
                        <a:pt x="76105" y="277368"/>
                      </a:lnTo>
                      <a:lnTo>
                        <a:pt x="82296" y="274320"/>
                      </a:lnTo>
                      <a:lnTo>
                        <a:pt x="88582" y="271653"/>
                      </a:lnTo>
                      <a:cubicBezTo>
                        <a:pt x="122301" y="257080"/>
                        <a:pt x="158210" y="248222"/>
                        <a:pt x="194596" y="243459"/>
                      </a:cubicBezTo>
                      <a:lnTo>
                        <a:pt x="208217" y="241840"/>
                      </a:lnTo>
                      <a:lnTo>
                        <a:pt x="215075" y="240983"/>
                      </a:lnTo>
                      <a:cubicBezTo>
                        <a:pt x="217361" y="240697"/>
                        <a:pt x="219646" y="240697"/>
                        <a:pt x="221932" y="240506"/>
                      </a:cubicBezTo>
                      <a:lnTo>
                        <a:pt x="249460" y="239078"/>
                      </a:lnTo>
                      <a:cubicBezTo>
                        <a:pt x="258604" y="238887"/>
                        <a:pt x="267748" y="239268"/>
                        <a:pt x="276987" y="239268"/>
                      </a:cubicBezTo>
                      <a:lnTo>
                        <a:pt x="290703" y="239459"/>
                      </a:lnTo>
                      <a:lnTo>
                        <a:pt x="304324" y="239935"/>
                      </a:lnTo>
                      <a:cubicBezTo>
                        <a:pt x="322517" y="240602"/>
                        <a:pt x="340709" y="240792"/>
                        <a:pt x="358902" y="240411"/>
                      </a:cubicBezTo>
                      <a:cubicBezTo>
                        <a:pt x="377095" y="240125"/>
                        <a:pt x="395287" y="239173"/>
                        <a:pt x="413385" y="237649"/>
                      </a:cubicBezTo>
                      <a:cubicBezTo>
                        <a:pt x="431482" y="236220"/>
                        <a:pt x="449485" y="233934"/>
                        <a:pt x="467392" y="230791"/>
                      </a:cubicBezTo>
                      <a:cubicBezTo>
                        <a:pt x="485203" y="227552"/>
                        <a:pt x="503015" y="223647"/>
                        <a:pt x="520256" y="218218"/>
                      </a:cubicBezTo>
                      <a:cubicBezTo>
                        <a:pt x="554831" y="207645"/>
                        <a:pt x="588074" y="192215"/>
                        <a:pt x="617696" y="171355"/>
                      </a:cubicBezTo>
                      <a:cubicBezTo>
                        <a:pt x="632555" y="160973"/>
                        <a:pt x="646462" y="149257"/>
                        <a:pt x="659320" y="136493"/>
                      </a:cubicBezTo>
                      <a:cubicBezTo>
                        <a:pt x="672179" y="123730"/>
                        <a:pt x="683800" y="109728"/>
                        <a:pt x="694658" y="95060"/>
                      </a:cubicBezTo>
                      <a:cubicBezTo>
                        <a:pt x="716375" y="65818"/>
                        <a:pt x="733425" y="33338"/>
                        <a:pt x="748094" y="0"/>
                      </a:cubicBezTo>
                      <a:cubicBezTo>
                        <a:pt x="734854" y="34004"/>
                        <a:pt x="718376" y="66961"/>
                        <a:pt x="697325" y="97060"/>
                      </a:cubicBezTo>
                      <a:cubicBezTo>
                        <a:pt x="686753" y="112014"/>
                        <a:pt x="675132" y="126302"/>
                        <a:pt x="662369" y="139541"/>
                      </a:cubicBezTo>
                      <a:cubicBezTo>
                        <a:pt x="649510" y="152686"/>
                        <a:pt x="635603" y="164783"/>
                        <a:pt x="620744" y="175546"/>
                      </a:cubicBezTo>
                      <a:cubicBezTo>
                        <a:pt x="591122" y="197453"/>
                        <a:pt x="557117" y="212979"/>
                        <a:pt x="522065" y="224028"/>
                      </a:cubicBezTo>
                      <a:cubicBezTo>
                        <a:pt x="504539" y="229648"/>
                        <a:pt x="486632" y="233744"/>
                        <a:pt x="468535" y="237077"/>
                      </a:cubicBezTo>
                      <a:cubicBezTo>
                        <a:pt x="450437" y="240411"/>
                        <a:pt x="432244" y="242792"/>
                        <a:pt x="413957" y="244316"/>
                      </a:cubicBezTo>
                      <a:cubicBezTo>
                        <a:pt x="395669" y="245840"/>
                        <a:pt x="377381" y="246698"/>
                        <a:pt x="358997" y="246793"/>
                      </a:cubicBezTo>
                      <a:cubicBezTo>
                        <a:pt x="340709" y="247079"/>
                        <a:pt x="322326" y="246698"/>
                        <a:pt x="304133" y="246031"/>
                      </a:cubicBezTo>
                      <a:lnTo>
                        <a:pt x="290417" y="245459"/>
                      </a:lnTo>
                      <a:lnTo>
                        <a:pt x="276796" y="245174"/>
                      </a:lnTo>
                      <a:cubicBezTo>
                        <a:pt x="267748" y="245078"/>
                        <a:pt x="258604" y="244697"/>
                        <a:pt x="249555" y="244792"/>
                      </a:cubicBezTo>
                      <a:lnTo>
                        <a:pt x="222313" y="245936"/>
                      </a:lnTo>
                      <a:cubicBezTo>
                        <a:pt x="220027" y="246031"/>
                        <a:pt x="217742" y="246031"/>
                        <a:pt x="215551" y="246221"/>
                      </a:cubicBezTo>
                      <a:lnTo>
                        <a:pt x="208788" y="246888"/>
                      </a:lnTo>
                      <a:lnTo>
                        <a:pt x="195263" y="248317"/>
                      </a:lnTo>
                      <a:cubicBezTo>
                        <a:pt x="159258" y="252508"/>
                        <a:pt x="123539" y="260699"/>
                        <a:pt x="89916" y="274415"/>
                      </a:cubicBezTo>
                      <a:lnTo>
                        <a:pt x="83534" y="276892"/>
                      </a:lnTo>
                      <a:lnTo>
                        <a:pt x="77343" y="279749"/>
                      </a:lnTo>
                      <a:lnTo>
                        <a:pt x="65056" y="285560"/>
                      </a:lnTo>
                      <a:cubicBezTo>
                        <a:pt x="57150" y="290036"/>
                        <a:pt x="49054" y="294132"/>
                        <a:pt x="41529" y="299371"/>
                      </a:cubicBezTo>
                      <a:lnTo>
                        <a:pt x="35814" y="303086"/>
                      </a:lnTo>
                      <a:cubicBezTo>
                        <a:pt x="33909" y="304419"/>
                        <a:pt x="32194" y="305753"/>
                        <a:pt x="30290" y="307086"/>
                      </a:cubicBezTo>
                      <a:lnTo>
                        <a:pt x="24765" y="311182"/>
                      </a:lnTo>
                      <a:cubicBezTo>
                        <a:pt x="22955" y="312611"/>
                        <a:pt x="21241" y="314135"/>
                        <a:pt x="19526" y="315563"/>
                      </a:cubicBezTo>
                      <a:cubicBezTo>
                        <a:pt x="12382" y="321469"/>
                        <a:pt x="5715" y="327755"/>
                        <a:pt x="0" y="334804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89" name="稻壳儿：耗崽 1-8"/>
                <p:cNvSpPr/>
                <p:nvPr/>
              </p:nvSpPr>
              <p:spPr>
                <a:xfrm>
                  <a:off x="-2129" y="6115"/>
                  <a:ext cx="4654463" cy="2409062"/>
                </a:xfrm>
                <a:custGeom>
                  <a:avLst/>
                  <a:gdLst>
                    <a:gd fmla="*/ 95 w 1614487" name="connsiteX0"/>
                    <a:gd fmla="*/ 835628 h 835628" name="connsiteY0"/>
                    <a:gd fmla="*/ 0 w 1614487" name="connsiteX1"/>
                    <a:gd fmla="*/ 832295 h 835628" name="connsiteY1"/>
                    <a:gd fmla="*/ 248412 w 1614487" name="connsiteX2"/>
                    <a:gd fmla="*/ 778859 h 835628" name="connsiteY2"/>
                    <a:gd fmla="*/ 721233 w 1614487" name="connsiteX3"/>
                    <a:gd fmla="*/ 439198 h 835628" name="connsiteY3"/>
                    <a:gd fmla="*/ 1151192 w 1614487" name="connsiteX4"/>
                    <a:gd fmla="*/ 254127 h 835628" name="connsiteY4"/>
                    <a:gd fmla="*/ 1611630 w 1614487" name="connsiteX5"/>
                    <a:gd fmla="*/ 0 h 835628" name="connsiteY5"/>
                    <a:gd fmla="*/ 1614488 w 1614487" name="connsiteX6"/>
                    <a:gd fmla="*/ 1715 h 835628" name="connsiteY6"/>
                    <a:gd fmla="*/ 1382554 w 1614487" name="connsiteX7"/>
                    <a:gd fmla="*/ 228029 h 835628" name="connsiteY7"/>
                    <a:gd fmla="*/ 1151096 w 1614487" name="connsiteX8"/>
                    <a:gd fmla="*/ 257461 h 835628" name="connsiteY8"/>
                    <a:gd fmla="*/ 723805 w 1614487" name="connsiteX9"/>
                    <a:gd fmla="*/ 441293 h 835628" name="connsiteY9"/>
                    <a:gd fmla="*/ 249460 w 1614487" name="connsiteX10"/>
                    <a:gd fmla="*/ 782003 h 835628" name="connsiteY10"/>
                    <a:gd fmla="*/ 95 w 1614487" name="connsiteX11"/>
                    <a:gd fmla="*/ 835628 h 835628" name="connsiteY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b="b" l="l" r="r" t="t"/>
                  <a:pathLst>
                    <a:path h="835628" w="1614487">
                      <a:moveTo>
                        <a:pt x="95" y="835628"/>
                      </a:moveTo>
                      <a:lnTo>
                        <a:pt x="0" y="832295"/>
                      </a:lnTo>
                      <a:cubicBezTo>
                        <a:pt x="1048" y="832295"/>
                        <a:pt x="107156" y="828865"/>
                        <a:pt x="248412" y="778859"/>
                      </a:cubicBezTo>
                      <a:cubicBezTo>
                        <a:pt x="378809" y="732663"/>
                        <a:pt x="566642" y="636270"/>
                        <a:pt x="721233" y="439198"/>
                      </a:cubicBezTo>
                      <a:cubicBezTo>
                        <a:pt x="869728" y="249936"/>
                        <a:pt x="1012793" y="252031"/>
                        <a:pt x="1151192" y="254127"/>
                      </a:cubicBezTo>
                      <a:cubicBezTo>
                        <a:pt x="1308449" y="256413"/>
                        <a:pt x="1456944" y="258699"/>
                        <a:pt x="1611630" y="0"/>
                      </a:cubicBezTo>
                      <a:lnTo>
                        <a:pt x="1614488" y="1715"/>
                      </a:lnTo>
                      <a:cubicBezTo>
                        <a:pt x="1544669" y="118491"/>
                        <a:pt x="1468755" y="192500"/>
                        <a:pt x="1382554" y="228029"/>
                      </a:cubicBezTo>
                      <a:cubicBezTo>
                        <a:pt x="1305497" y="259747"/>
                        <a:pt x="1227011" y="258604"/>
                        <a:pt x="1151096" y="257461"/>
                      </a:cubicBezTo>
                      <a:cubicBezTo>
                        <a:pt x="1013460" y="255365"/>
                        <a:pt x="871252" y="253270"/>
                        <a:pt x="723805" y="441293"/>
                      </a:cubicBezTo>
                      <a:cubicBezTo>
                        <a:pt x="568738" y="639032"/>
                        <a:pt x="380238" y="735711"/>
                        <a:pt x="249460" y="782003"/>
                      </a:cubicBezTo>
                      <a:cubicBezTo>
                        <a:pt x="107633" y="832199"/>
                        <a:pt x="1143" y="835628"/>
                        <a:pt x="95" y="835628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90" name="稻壳儿：耗崽 1-9"/>
                <p:cNvSpPr/>
                <p:nvPr/>
              </p:nvSpPr>
              <p:spPr>
                <a:xfrm>
                  <a:off x="-3775" y="-8988"/>
                  <a:ext cx="2932448" cy="3587644"/>
                </a:xfrm>
                <a:custGeom>
                  <a:avLst/>
                  <a:gdLst>
                    <a:gd fmla="*/ 0 w 1017174" name="connsiteX0"/>
                    <a:gd fmla="*/ 1244441 h 1244441" name="connsiteY0"/>
                    <a:gd fmla="*/ 601123 w 1017174" name="connsiteX1"/>
                    <a:gd fmla="*/ 713899 h 1244441" name="connsiteY1"/>
                    <a:gd fmla="*/ 1017175 w 1017174" name="connsiteX2"/>
                    <a:gd fmla="*/ 0 h 1244441" name="connsiteY2"/>
                    <a:gd fmla="*/ 0 w 1017174" name="connsiteX3"/>
                    <a:gd fmla="*/ 0 h 1244441" name="connsiteY3"/>
                    <a:gd fmla="*/ 0 w 1017174" name="connsiteX4"/>
                    <a:gd fmla="*/ 1244441 h 1244441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1244441" w="1017174">
                      <a:moveTo>
                        <a:pt x="0" y="1244441"/>
                      </a:moveTo>
                      <a:cubicBezTo>
                        <a:pt x="0" y="1244441"/>
                        <a:pt x="39529" y="1025366"/>
                        <a:pt x="601123" y="713899"/>
                      </a:cubicBezTo>
                      <a:cubicBezTo>
                        <a:pt x="947261" y="521875"/>
                        <a:pt x="813435" y="52768"/>
                        <a:pt x="1017175" y="0"/>
                      </a:cubicBezTo>
                      <a:lnTo>
                        <a:pt x="0" y="0"/>
                      </a:lnTo>
                      <a:lnTo>
                        <a:pt x="0" y="1244441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91" name="稻壳儿：耗崽 1-10"/>
                <p:cNvSpPr/>
                <p:nvPr/>
              </p:nvSpPr>
              <p:spPr>
                <a:xfrm>
                  <a:off x="-150136" y="-47158"/>
                  <a:ext cx="2695194" cy="3047506"/>
                </a:xfrm>
                <a:custGeom>
                  <a:avLst/>
                  <a:gdLst>
                    <a:gd fmla="*/ 0 w 934878" name="connsiteX0"/>
                    <a:gd fmla="*/ 1057085 h 1057084" name="connsiteY0"/>
                    <a:gd fmla="*/ 28385 w 934878" name="connsiteX1"/>
                    <a:gd fmla="*/ 969645 h 1057084" name="connsiteY1"/>
                    <a:gd fmla="*/ 64198 w 934878" name="connsiteX2"/>
                    <a:gd fmla="*/ 884873 h 1057084" name="connsiteY2"/>
                    <a:gd fmla="*/ 155448 w 934878" name="connsiteX3"/>
                    <a:gd fmla="*/ 724757 h 1057084" name="connsiteY3"/>
                    <a:gd fmla="*/ 273368 w 934878" name="connsiteX4"/>
                    <a:gd fmla="*/ 582740 h 1057084" name="connsiteY4"/>
                    <a:gd fmla="*/ 418433 w 934878" name="connsiteX5"/>
                    <a:gd fmla="*/ 468249 h 1057084" name="connsiteY5"/>
                    <a:gd fmla="*/ 438436 w 934878" name="connsiteX6"/>
                    <a:gd fmla="*/ 456533 h 1057084" name="connsiteY6"/>
                    <a:gd fmla="*/ 458629 w 934878" name="connsiteX7"/>
                    <a:gd fmla="*/ 445199 h 1057084" name="connsiteY7"/>
                    <a:gd fmla="*/ 499396 w 934878" name="connsiteX8"/>
                    <a:gd fmla="*/ 423863 h 1057084" name="connsiteY8"/>
                    <a:gd fmla="*/ 581692 w 934878" name="connsiteX9"/>
                    <a:gd fmla="*/ 382619 h 1057084" name="connsiteY9"/>
                    <a:gd fmla="*/ 743998 w 934878" name="connsiteX10"/>
                    <a:gd fmla="*/ 297847 h 1057084" name="connsiteY10"/>
                    <a:gd fmla="*/ 781526 w 934878" name="connsiteX11"/>
                    <a:gd fmla="*/ 272225 h 1057084" name="connsiteY11"/>
                    <a:gd fmla="*/ 799148 w 934878" name="connsiteX12"/>
                    <a:gd fmla="*/ 257937 h 1057084" name="connsiteY12"/>
                    <a:gd fmla="*/ 807720 w 934878" name="connsiteX13"/>
                    <a:gd fmla="*/ 250508 h 1057084" name="connsiteY13"/>
                    <a:gd fmla="*/ 816007 w 934878" name="connsiteX14"/>
                    <a:gd fmla="*/ 242697 h 1057084" name="connsiteY14"/>
                    <a:gd fmla="*/ 871728 w 934878" name="connsiteX15"/>
                    <a:gd fmla="*/ 171260 h 1057084" name="connsiteY15"/>
                    <a:gd fmla="*/ 909352 w 934878" name="connsiteX16"/>
                    <a:gd fmla="*/ 88106 h 1057084" name="connsiteY16"/>
                    <a:gd fmla="*/ 916591 w 934878" name="connsiteX17"/>
                    <a:gd fmla="*/ 66389 h 1057084" name="connsiteY17"/>
                    <a:gd fmla="*/ 923163 w 934878" name="connsiteX18"/>
                    <a:gd fmla="*/ 44387 h 1057084" name="connsiteY18"/>
                    <a:gd fmla="*/ 929259 w 934878" name="connsiteX19"/>
                    <a:gd fmla="*/ 22289 h 1057084" name="connsiteY19"/>
                    <a:gd fmla="*/ 934879 w 934878" name="connsiteX20"/>
                    <a:gd fmla="*/ 0 h 1057084" name="connsiteY20"/>
                    <a:gd fmla="*/ 930212 w 934878" name="connsiteX21"/>
                    <a:gd fmla="*/ 22479 h 1057084" name="connsiteY21"/>
                    <a:gd fmla="*/ 925068 w 934878" name="connsiteX22"/>
                    <a:gd fmla="*/ 44863 h 1057084" name="connsiteY22"/>
                    <a:gd fmla="*/ 919258 w 934878" name="connsiteX23"/>
                    <a:gd fmla="*/ 67151 h 1057084" name="connsiteY23"/>
                    <a:gd fmla="*/ 912686 w 934878" name="connsiteX24"/>
                    <a:gd fmla="*/ 89249 h 1057084" name="connsiteY24"/>
                    <a:gd fmla="*/ 877348 w 934878" name="connsiteX25"/>
                    <a:gd fmla="*/ 174498 h 1057084" name="connsiteY25"/>
                    <a:gd fmla="*/ 822103 w 934878" name="connsiteX26"/>
                    <a:gd fmla="*/ 248888 h 1057084" name="connsiteY26"/>
                    <a:gd fmla="*/ 749522 w 934878" name="connsiteX27"/>
                    <a:gd fmla="*/ 306610 h 1057084" name="connsiteY27"/>
                    <a:gd fmla="*/ 669322 w 934878" name="connsiteX28"/>
                    <a:gd fmla="*/ 352425 h 1057084" name="connsiteY28"/>
                    <a:gd fmla="*/ 587216 w 934878" name="connsiteX29"/>
                    <a:gd fmla="*/ 393859 h 1057084" name="connsiteY29"/>
                    <a:gd fmla="*/ 505301 w 934878" name="connsiteX30"/>
                    <a:gd fmla="*/ 435293 h 1057084" name="connsiteY30"/>
                    <a:gd fmla="*/ 464725 w 934878" name="connsiteX31"/>
                    <a:gd fmla="*/ 456629 h 1057084" name="connsiteY31"/>
                    <a:gd fmla="*/ 444913 w 934878" name="connsiteX32"/>
                    <a:gd fmla="*/ 467868 h 1057084" name="connsiteY32"/>
                    <a:gd fmla="*/ 425291 w 934878" name="connsiteX33"/>
                    <a:gd fmla="*/ 479393 h 1057084" name="connsiteY33"/>
                    <a:gd fmla="*/ 282131 w 934878" name="connsiteX34"/>
                    <a:gd fmla="*/ 591693 h 1057084" name="connsiteY34"/>
                    <a:gd fmla="*/ 219837 w 934878" name="connsiteX35"/>
                    <a:gd fmla="*/ 658368 h 1057084" name="connsiteY35"/>
                    <a:gd fmla="*/ 205264 w 934878" name="connsiteX36"/>
                    <a:gd fmla="*/ 675989 h 1057084" name="connsiteY36"/>
                    <a:gd fmla="*/ 191167 w 934878" name="connsiteX37"/>
                    <a:gd fmla="*/ 693992 h 1057084" name="connsiteY37"/>
                    <a:gd fmla="*/ 184118 w 934878" name="connsiteX38"/>
                    <a:gd fmla="*/ 703040 h 1057084" name="connsiteY38"/>
                    <a:gd fmla="*/ 177356 w 934878" name="connsiteX39"/>
                    <a:gd fmla="*/ 712279 h 1057084" name="connsiteY39"/>
                    <a:gd fmla="*/ 163925 w 934878" name="connsiteX40"/>
                    <a:gd fmla="*/ 730758 h 1057084" name="connsiteY40"/>
                    <a:gd fmla="*/ 70104 w 934878" name="connsiteX41"/>
                    <a:gd fmla="*/ 887825 h 1057084" name="connsiteY41"/>
                    <a:gd fmla="*/ 0 w 934878" name="connsiteX42"/>
                    <a:gd fmla="*/ 1057085 h 1057084" name="connsiteY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b="b" l="l" r="r" t="t"/>
                  <a:pathLst>
                    <a:path h="1057084" w="934878">
                      <a:moveTo>
                        <a:pt x="0" y="1057085"/>
                      </a:moveTo>
                      <a:cubicBezTo>
                        <a:pt x="7715" y="1027462"/>
                        <a:pt x="17526" y="998315"/>
                        <a:pt x="28385" y="969645"/>
                      </a:cubicBezTo>
                      <a:cubicBezTo>
                        <a:pt x="39243" y="940975"/>
                        <a:pt x="51245" y="912686"/>
                        <a:pt x="64198" y="884873"/>
                      </a:cubicBezTo>
                      <a:cubicBezTo>
                        <a:pt x="90297" y="829247"/>
                        <a:pt x="120777" y="775621"/>
                        <a:pt x="155448" y="724757"/>
                      </a:cubicBezTo>
                      <a:cubicBezTo>
                        <a:pt x="190214" y="673989"/>
                        <a:pt x="229457" y="626078"/>
                        <a:pt x="273368" y="582740"/>
                      </a:cubicBezTo>
                      <a:cubicBezTo>
                        <a:pt x="316992" y="539115"/>
                        <a:pt x="365950" y="500825"/>
                        <a:pt x="418433" y="468249"/>
                      </a:cubicBezTo>
                      <a:cubicBezTo>
                        <a:pt x="424910" y="463963"/>
                        <a:pt x="431768" y="460439"/>
                        <a:pt x="438436" y="456533"/>
                      </a:cubicBezTo>
                      <a:cubicBezTo>
                        <a:pt x="445199" y="452723"/>
                        <a:pt x="451866" y="448818"/>
                        <a:pt x="458629" y="445199"/>
                      </a:cubicBezTo>
                      <a:cubicBezTo>
                        <a:pt x="472250" y="438055"/>
                        <a:pt x="485775" y="430816"/>
                        <a:pt x="499396" y="423863"/>
                      </a:cubicBezTo>
                      <a:cubicBezTo>
                        <a:pt x="526733" y="409861"/>
                        <a:pt x="554165" y="396145"/>
                        <a:pt x="581692" y="382619"/>
                      </a:cubicBezTo>
                      <a:cubicBezTo>
                        <a:pt x="636651" y="355664"/>
                        <a:pt x="692277" y="329756"/>
                        <a:pt x="743998" y="297847"/>
                      </a:cubicBezTo>
                      <a:cubicBezTo>
                        <a:pt x="756952" y="289846"/>
                        <a:pt x="769430" y="281273"/>
                        <a:pt x="781526" y="272225"/>
                      </a:cubicBezTo>
                      <a:cubicBezTo>
                        <a:pt x="787432" y="267557"/>
                        <a:pt x="793528" y="262985"/>
                        <a:pt x="799148" y="257937"/>
                      </a:cubicBezTo>
                      <a:cubicBezTo>
                        <a:pt x="802005" y="255461"/>
                        <a:pt x="804958" y="253079"/>
                        <a:pt x="807720" y="250508"/>
                      </a:cubicBezTo>
                      <a:lnTo>
                        <a:pt x="816007" y="242697"/>
                      </a:lnTo>
                      <a:cubicBezTo>
                        <a:pt x="837819" y="221742"/>
                        <a:pt x="856202" y="197358"/>
                        <a:pt x="871728" y="171260"/>
                      </a:cubicBezTo>
                      <a:cubicBezTo>
                        <a:pt x="887063" y="145066"/>
                        <a:pt x="899255" y="116967"/>
                        <a:pt x="909352" y="88106"/>
                      </a:cubicBezTo>
                      <a:cubicBezTo>
                        <a:pt x="911828" y="80867"/>
                        <a:pt x="914400" y="73724"/>
                        <a:pt x="916591" y="66389"/>
                      </a:cubicBezTo>
                      <a:cubicBezTo>
                        <a:pt x="918782" y="59055"/>
                        <a:pt x="921258" y="51816"/>
                        <a:pt x="923163" y="44387"/>
                      </a:cubicBezTo>
                      <a:cubicBezTo>
                        <a:pt x="925163" y="37052"/>
                        <a:pt x="927449" y="29718"/>
                        <a:pt x="929259" y="22289"/>
                      </a:cubicBezTo>
                      <a:lnTo>
                        <a:pt x="934879" y="0"/>
                      </a:lnTo>
                      <a:lnTo>
                        <a:pt x="930212" y="22479"/>
                      </a:lnTo>
                      <a:cubicBezTo>
                        <a:pt x="928688" y="30004"/>
                        <a:pt x="926783" y="37433"/>
                        <a:pt x="925068" y="44863"/>
                      </a:cubicBezTo>
                      <a:cubicBezTo>
                        <a:pt x="923354" y="52388"/>
                        <a:pt x="921163" y="59722"/>
                        <a:pt x="919258" y="67151"/>
                      </a:cubicBezTo>
                      <a:cubicBezTo>
                        <a:pt x="917353" y="74581"/>
                        <a:pt x="914972" y="81915"/>
                        <a:pt x="912686" y="89249"/>
                      </a:cubicBezTo>
                      <a:cubicBezTo>
                        <a:pt x="903446" y="118491"/>
                        <a:pt x="892112" y="147257"/>
                        <a:pt x="877348" y="174498"/>
                      </a:cubicBezTo>
                      <a:cubicBezTo>
                        <a:pt x="862298" y="201454"/>
                        <a:pt x="844010" y="226886"/>
                        <a:pt x="822103" y="248888"/>
                      </a:cubicBezTo>
                      <a:cubicBezTo>
                        <a:pt x="800290" y="270986"/>
                        <a:pt x="775526" y="289941"/>
                        <a:pt x="749522" y="306610"/>
                      </a:cubicBezTo>
                      <a:cubicBezTo>
                        <a:pt x="723614" y="323374"/>
                        <a:pt x="696563" y="338233"/>
                        <a:pt x="669322" y="352425"/>
                      </a:cubicBezTo>
                      <a:cubicBezTo>
                        <a:pt x="642080" y="366617"/>
                        <a:pt x="614553" y="380143"/>
                        <a:pt x="587216" y="393859"/>
                      </a:cubicBezTo>
                      <a:cubicBezTo>
                        <a:pt x="559784" y="407575"/>
                        <a:pt x="532448" y="421196"/>
                        <a:pt x="505301" y="435293"/>
                      </a:cubicBezTo>
                      <a:cubicBezTo>
                        <a:pt x="491681" y="442341"/>
                        <a:pt x="478250" y="449485"/>
                        <a:pt x="464725" y="456629"/>
                      </a:cubicBezTo>
                      <a:cubicBezTo>
                        <a:pt x="458057" y="460248"/>
                        <a:pt x="451485" y="464153"/>
                        <a:pt x="444913" y="467868"/>
                      </a:cubicBezTo>
                      <a:cubicBezTo>
                        <a:pt x="438341" y="471678"/>
                        <a:pt x="431578" y="475202"/>
                        <a:pt x="425291" y="479393"/>
                      </a:cubicBezTo>
                      <a:cubicBezTo>
                        <a:pt x="373666" y="511397"/>
                        <a:pt x="325469" y="549021"/>
                        <a:pt x="282131" y="591693"/>
                      </a:cubicBezTo>
                      <a:cubicBezTo>
                        <a:pt x="260128" y="612648"/>
                        <a:pt x="239649" y="635318"/>
                        <a:pt x="219837" y="658368"/>
                      </a:cubicBezTo>
                      <a:lnTo>
                        <a:pt x="205264" y="675989"/>
                      </a:lnTo>
                      <a:cubicBezTo>
                        <a:pt x="200406" y="681895"/>
                        <a:pt x="195929" y="687991"/>
                        <a:pt x="191167" y="693992"/>
                      </a:cubicBezTo>
                      <a:lnTo>
                        <a:pt x="184118" y="703040"/>
                      </a:lnTo>
                      <a:lnTo>
                        <a:pt x="177356" y="712279"/>
                      </a:lnTo>
                      <a:cubicBezTo>
                        <a:pt x="172879" y="718471"/>
                        <a:pt x="168307" y="724472"/>
                        <a:pt x="163925" y="730758"/>
                      </a:cubicBezTo>
                      <a:cubicBezTo>
                        <a:pt x="128873" y="780669"/>
                        <a:pt x="97346" y="833152"/>
                        <a:pt x="70104" y="887825"/>
                      </a:cubicBezTo>
                      <a:cubicBezTo>
                        <a:pt x="42482" y="942213"/>
                        <a:pt x="18574" y="998696"/>
                        <a:pt x="0" y="1057085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92" name="稻壳儿：耗崽 1-11"/>
                <p:cNvSpPr/>
                <p:nvPr/>
              </p:nvSpPr>
              <p:spPr>
                <a:xfrm>
                  <a:off x="-6523" y="-11736"/>
                  <a:ext cx="2938216" cy="3593136"/>
                </a:xfrm>
                <a:custGeom>
                  <a:avLst/>
                  <a:gdLst>
                    <a:gd fmla="*/ 3239 w 1019175" name="connsiteX0"/>
                    <a:gd fmla="*/ 1246346 h 1246346" name="connsiteY0"/>
                    <a:gd fmla="*/ 0 w 1019175" name="connsiteX1"/>
                    <a:gd fmla="*/ 1245775 h 1246346" name="connsiteY1"/>
                    <a:gd fmla="*/ 90297 w 1019175" name="connsiteX2"/>
                    <a:gd fmla="*/ 1096518 h 1246346" name="connsiteY2"/>
                    <a:gd fmla="*/ 601885 w 1019175" name="connsiteX3"/>
                    <a:gd fmla="*/ 713994 h 1246346" name="connsiteY3"/>
                    <a:gd fmla="*/ 873919 w 1019175" name="connsiteX4"/>
                    <a:gd fmla="*/ 256508 h 1246346" name="connsiteY4"/>
                    <a:gd fmla="*/ 1018318 w 1019175" name="connsiteX5"/>
                    <a:gd fmla="*/ 0 h 1246346" name="connsiteY5"/>
                    <a:gd fmla="*/ 1019175 w 1019175" name="connsiteX6"/>
                    <a:gd fmla="*/ 3239 h 1246346" name="connsiteY6"/>
                    <a:gd fmla="*/ 877157 w 1019175" name="connsiteX7"/>
                    <a:gd fmla="*/ 257270 h 1246346" name="connsiteY7"/>
                    <a:gd fmla="*/ 603504 w 1019175" name="connsiteX8"/>
                    <a:gd fmla="*/ 716947 h 1246346" name="connsiteY8"/>
                    <a:gd fmla="*/ 93155 w 1019175" name="connsiteX9"/>
                    <a:gd fmla="*/ 1098328 h 1246346" name="connsiteY9"/>
                    <a:gd fmla="*/ 3239 w 1019175" name="connsiteX10"/>
                    <a:gd fmla="*/ 1246346 h 1246346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246346" w="1019175">
                      <a:moveTo>
                        <a:pt x="3239" y="1246346"/>
                      </a:moveTo>
                      <a:lnTo>
                        <a:pt x="0" y="1245775"/>
                      </a:lnTo>
                      <a:cubicBezTo>
                        <a:pt x="95" y="1245203"/>
                        <a:pt x="10858" y="1189482"/>
                        <a:pt x="90297" y="1096518"/>
                      </a:cubicBezTo>
                      <a:cubicBezTo>
                        <a:pt x="163449" y="1010888"/>
                        <a:pt x="311563" y="875062"/>
                        <a:pt x="601885" y="713994"/>
                      </a:cubicBezTo>
                      <a:cubicBezTo>
                        <a:pt x="793909" y="607505"/>
                        <a:pt x="838295" y="412909"/>
                        <a:pt x="873919" y="256508"/>
                      </a:cubicBezTo>
                      <a:cubicBezTo>
                        <a:pt x="902399" y="131540"/>
                        <a:pt x="926973" y="23622"/>
                        <a:pt x="1018318" y="0"/>
                      </a:cubicBezTo>
                      <a:lnTo>
                        <a:pt x="1019175" y="3239"/>
                      </a:lnTo>
                      <a:cubicBezTo>
                        <a:pt x="929831" y="26384"/>
                        <a:pt x="905447" y="133350"/>
                        <a:pt x="877157" y="257270"/>
                      </a:cubicBezTo>
                      <a:cubicBezTo>
                        <a:pt x="841343" y="414338"/>
                        <a:pt x="796766" y="609695"/>
                        <a:pt x="603504" y="716947"/>
                      </a:cubicBezTo>
                      <a:cubicBezTo>
                        <a:pt x="313944" y="877538"/>
                        <a:pt x="166116" y="1012984"/>
                        <a:pt x="93155" y="1098328"/>
                      </a:cubicBezTo>
                      <a:cubicBezTo>
                        <a:pt x="14097" y="1190720"/>
                        <a:pt x="3334" y="1245775"/>
                        <a:pt x="3239" y="1246346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93" name="稻壳儿：耗崽 1-12"/>
                <p:cNvSpPr/>
                <p:nvPr/>
              </p:nvSpPr>
              <p:spPr>
                <a:xfrm>
                  <a:off x="-3775" y="-8988"/>
                  <a:ext cx="2502700" cy="2169516"/>
                </a:xfrm>
                <a:custGeom>
                  <a:avLst/>
                  <a:gdLst>
                    <a:gd fmla="*/ 0 w 868108" name="connsiteX0"/>
                    <a:gd fmla="*/ 752189 h 752537" name="connsiteY0"/>
                    <a:gd fmla="*/ 406527 w 868108" name="connsiteX1"/>
                    <a:gd fmla="*/ 448437 h 752537" name="connsiteY1"/>
                    <a:gd fmla="*/ 868109 w 868108" name="connsiteX2"/>
                    <a:gd fmla="*/ 0 h 752537" name="connsiteY2"/>
                    <a:gd fmla="*/ 0 w 868108" name="connsiteX3"/>
                    <a:gd fmla="*/ 0 h 752537" name="connsiteY3"/>
                    <a:gd fmla="*/ 0 w 868108" name="connsiteX4"/>
                    <a:gd fmla="*/ 752189 h 752537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752537" w="868108">
                      <a:moveTo>
                        <a:pt x="0" y="752189"/>
                      </a:moveTo>
                      <a:cubicBezTo>
                        <a:pt x="0" y="752189"/>
                        <a:pt x="383572" y="775145"/>
                        <a:pt x="406527" y="448437"/>
                      </a:cubicBezTo>
                      <a:cubicBezTo>
                        <a:pt x="425672" y="176784"/>
                        <a:pt x="709517" y="265367"/>
                        <a:pt x="868109" y="0"/>
                      </a:cubicBezTo>
                      <a:lnTo>
                        <a:pt x="0" y="0"/>
                      </a:lnTo>
                      <a:lnTo>
                        <a:pt x="0" y="752189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94" name="稻壳儿：耗崽 1-13"/>
                <p:cNvSpPr/>
                <p:nvPr/>
              </p:nvSpPr>
              <p:spPr>
                <a:xfrm>
                  <a:off x="-4049" y="-10361"/>
                  <a:ext cx="2507367" cy="2176475"/>
                </a:xfrm>
                <a:custGeom>
                  <a:avLst/>
                  <a:gdLst>
                    <a:gd fmla="*/ 15430 w 869727" name="connsiteX0"/>
                    <a:gd fmla="*/ 754952 h 754951" name="connsiteY0"/>
                    <a:gd fmla="*/ 0 w 869727" name="connsiteX1"/>
                    <a:gd fmla="*/ 754666 h 754951" name="connsiteY1"/>
                    <a:gd fmla="*/ 190 w 869727" name="connsiteX2"/>
                    <a:gd fmla="*/ 751332 h 754951" name="connsiteY2"/>
                    <a:gd fmla="*/ 194310 w 869727" name="connsiteX3"/>
                    <a:gd fmla="*/ 721995 h 754951" name="connsiteY3"/>
                    <a:gd fmla="*/ 405003 w 869727" name="connsiteX4"/>
                    <a:gd fmla="*/ 449104 h 754951" name="connsiteY4"/>
                    <a:gd fmla="*/ 607314 w 869727" name="connsiteX5"/>
                    <a:gd fmla="*/ 210217 h 754951" name="connsiteY5"/>
                    <a:gd fmla="*/ 866870 w 869727" name="connsiteX6"/>
                    <a:gd fmla="*/ 0 h 754951" name="connsiteY6"/>
                    <a:gd fmla="*/ 869728 w 869727" name="connsiteX7"/>
                    <a:gd fmla="*/ 1714 h 754951" name="connsiteY7"/>
                    <a:gd fmla="*/ 608743 w 869727" name="connsiteX8"/>
                    <a:gd fmla="*/ 213265 h 754951" name="connsiteY8"/>
                    <a:gd fmla="*/ 408337 w 869727" name="connsiteX9"/>
                    <a:gd fmla="*/ 449390 h 754951" name="connsiteY9"/>
                    <a:gd fmla="*/ 334709 w 869727" name="connsiteX10"/>
                    <a:gd fmla="*/ 635699 h 754951" name="connsiteY10"/>
                    <a:gd fmla="*/ 195358 w 869727" name="connsiteX11"/>
                    <a:gd fmla="*/ 725234 h 754951" name="connsiteY11"/>
                    <a:gd fmla="*/ 15430 w 869727" name="connsiteX12"/>
                    <a:gd fmla="*/ 754952 h 754951" name="connsiteY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b="b" l="l" r="r" t="t"/>
                  <a:pathLst>
                    <a:path h="754951" w="869727">
                      <a:moveTo>
                        <a:pt x="15430" y="754952"/>
                      </a:moveTo>
                      <a:cubicBezTo>
                        <a:pt x="5715" y="754952"/>
                        <a:pt x="190" y="754666"/>
                        <a:pt x="0" y="754666"/>
                      </a:cubicBezTo>
                      <a:lnTo>
                        <a:pt x="190" y="751332"/>
                      </a:lnTo>
                      <a:cubicBezTo>
                        <a:pt x="1143" y="751427"/>
                        <a:pt x="96965" y="756666"/>
                        <a:pt x="194310" y="721995"/>
                      </a:cubicBezTo>
                      <a:cubicBezTo>
                        <a:pt x="283940" y="690086"/>
                        <a:pt x="393192" y="616934"/>
                        <a:pt x="405003" y="449104"/>
                      </a:cubicBezTo>
                      <a:cubicBezTo>
                        <a:pt x="415385" y="301276"/>
                        <a:pt x="504349" y="259080"/>
                        <a:pt x="607314" y="210217"/>
                      </a:cubicBezTo>
                      <a:cubicBezTo>
                        <a:pt x="694944" y="168593"/>
                        <a:pt x="794195" y="121539"/>
                        <a:pt x="866870" y="0"/>
                      </a:cubicBezTo>
                      <a:lnTo>
                        <a:pt x="869728" y="1714"/>
                      </a:lnTo>
                      <a:cubicBezTo>
                        <a:pt x="796576" y="124111"/>
                        <a:pt x="696754" y="171450"/>
                        <a:pt x="608743" y="213265"/>
                      </a:cubicBezTo>
                      <a:cubicBezTo>
                        <a:pt x="506730" y="261747"/>
                        <a:pt x="418624" y="303562"/>
                        <a:pt x="408337" y="449390"/>
                      </a:cubicBezTo>
                      <a:cubicBezTo>
                        <a:pt x="403098" y="524256"/>
                        <a:pt x="378333" y="587026"/>
                        <a:pt x="334709" y="635699"/>
                      </a:cubicBezTo>
                      <a:cubicBezTo>
                        <a:pt x="299847" y="674656"/>
                        <a:pt x="252984" y="704755"/>
                        <a:pt x="195358" y="725234"/>
                      </a:cubicBezTo>
                      <a:cubicBezTo>
                        <a:pt x="120491" y="751713"/>
                        <a:pt x="46673" y="754952"/>
                        <a:pt x="15430" y="754952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pic>
              <p:nvPicPr>
                <p:cNvPr id="95" name="稻壳儿：耗崽 1-14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29933" t="18883"/>
                <a:stretch>
                  <a:fillRect/>
                </a:stretch>
              </p:blipFill>
              <p:spPr>
                <a:xfrm>
                  <a:off x="-1" y="0"/>
                  <a:ext cx="2498925" cy="2035086"/>
                </a:xfrm>
                <a:prstGeom prst="rect">
                  <a:avLst/>
                </a:prstGeom>
              </p:spPr>
            </p:pic>
          </p:grpSp>
          <p:grpSp>
            <p:nvGrpSpPr>
              <p:cNvPr id="77" name="组合 76"/>
              <p:cNvGrpSpPr/>
              <p:nvPr/>
            </p:nvGrpSpPr>
            <p:grpSpPr>
              <a:xfrm flipH="1">
                <a:off x="-73888" y="5232399"/>
                <a:ext cx="2195236" cy="1679549"/>
                <a:chOff x="8067960" y="3681039"/>
                <a:chExt cx="4257390" cy="3257278"/>
              </a:xfrm>
            </p:grpSpPr>
            <p:sp>
              <p:nvSpPr>
                <p:cNvPr id="78" name="稻壳儿：耗崽 1-15"/>
                <p:cNvSpPr/>
                <p:nvPr/>
              </p:nvSpPr>
              <p:spPr>
                <a:xfrm>
                  <a:off x="8071370" y="4736034"/>
                  <a:ext cx="4118500" cy="2127233"/>
                </a:xfrm>
                <a:custGeom>
                  <a:avLst/>
                  <a:gdLst>
                    <a:gd fmla="*/ 1609916 w 1609915" name="connsiteX0"/>
                    <a:gd fmla="*/ 0 h 831532" name="connsiteY0"/>
                    <a:gd fmla="*/ 888778 w 1609915" name="connsiteX1"/>
                    <a:gd fmla="*/ 393002 h 831532" name="connsiteY1"/>
                    <a:gd fmla="*/ 0 w 1609915" name="connsiteX2"/>
                    <a:gd fmla="*/ 831533 h 831532" name="connsiteY2"/>
                    <a:gd fmla="*/ 1609916 w 1609915" name="connsiteX3"/>
                    <a:gd fmla="*/ 831533 h 831532" name="connsiteY3"/>
                    <a:gd fmla="*/ 1609916 w 1609915" name="connsiteX4"/>
                    <a:gd fmla="*/ 0 h 831532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831532" w="1609915">
                      <a:moveTo>
                        <a:pt x="1609916" y="0"/>
                      </a:moveTo>
                      <a:cubicBezTo>
                        <a:pt x="1609916" y="0"/>
                        <a:pt x="1188149" y="11430"/>
                        <a:pt x="888778" y="393002"/>
                      </a:cubicBezTo>
                      <a:cubicBezTo>
                        <a:pt x="577025" y="790385"/>
                        <a:pt x="294227" y="339471"/>
                        <a:pt x="0" y="831533"/>
                      </a:cubicBezTo>
                      <a:lnTo>
                        <a:pt x="1609916" y="831533"/>
                      </a:lnTo>
                      <a:lnTo>
                        <a:pt x="1609916" y="0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9" name="稻壳儿：耗崽 1-16"/>
                <p:cNvSpPr/>
                <p:nvPr/>
              </p:nvSpPr>
              <p:spPr>
                <a:xfrm>
                  <a:off x="8192230" y="6083525"/>
                  <a:ext cx="1909148" cy="854792"/>
                </a:xfrm>
                <a:custGeom>
                  <a:avLst/>
                  <a:gdLst>
                    <a:gd fmla="*/ 746284 w 746283" name="connsiteX0"/>
                    <a:gd fmla="*/ 0 h 334137" name="connsiteY0"/>
                    <a:gd fmla="*/ 727520 w 746283" name="connsiteX1"/>
                    <a:gd fmla="*/ 19812 h 334137" name="connsiteY1"/>
                    <a:gd fmla="*/ 722376 w 746283" name="connsiteX2"/>
                    <a:gd fmla="*/ 24289 h 334137" name="connsiteY2"/>
                    <a:gd fmla="*/ 716947 w 746283" name="connsiteX3"/>
                    <a:gd fmla="*/ 28480 h 334137" name="connsiteY3"/>
                    <a:gd fmla="*/ 711518 w 746283" name="connsiteX4"/>
                    <a:gd fmla="*/ 32671 h 334137" name="connsiteY4"/>
                    <a:gd fmla="*/ 705898 w 746283" name="connsiteX5"/>
                    <a:gd fmla="*/ 36576 h 334137" name="connsiteY5"/>
                    <a:gd fmla="*/ 682657 w 746283" name="connsiteX6"/>
                    <a:gd fmla="*/ 51054 h 334137" name="connsiteY6"/>
                    <a:gd fmla="*/ 670465 w 746283" name="connsiteX7"/>
                    <a:gd fmla="*/ 57245 h 334137" name="connsiteY7"/>
                    <a:gd fmla="*/ 664369 w 746283" name="connsiteX8"/>
                    <a:gd fmla="*/ 60293 h 334137" name="connsiteY8"/>
                    <a:gd fmla="*/ 658082 w 746283" name="connsiteX9"/>
                    <a:gd fmla="*/ 62960 h 334137" name="connsiteY9"/>
                    <a:gd fmla="*/ 552260 w 746283" name="connsiteX10"/>
                    <a:gd fmla="*/ 91154 h 334137" name="connsiteY10"/>
                    <a:gd fmla="*/ 538639 w 746283" name="connsiteX11"/>
                    <a:gd fmla="*/ 92773 h 334137" name="connsiteY11"/>
                    <a:gd fmla="*/ 531781 w 746283" name="connsiteX12"/>
                    <a:gd fmla="*/ 93631 h 334137" name="connsiteY12"/>
                    <a:gd fmla="*/ 524923 w 746283" name="connsiteX13"/>
                    <a:gd fmla="*/ 94107 h 334137" name="connsiteY13"/>
                    <a:gd fmla="*/ 497491 w 746283" name="connsiteX14"/>
                    <a:gd fmla="*/ 95536 h 334137" name="connsiteY14"/>
                    <a:gd fmla="*/ 470059 w 746283" name="connsiteX15"/>
                    <a:gd fmla="*/ 95345 h 334137" name="connsiteY15"/>
                    <a:gd fmla="*/ 456343 w 746283" name="connsiteX16"/>
                    <a:gd fmla="*/ 95155 h 334137" name="connsiteY16"/>
                    <a:gd fmla="*/ 442722 w 746283" name="connsiteX17"/>
                    <a:gd fmla="*/ 94678 h 334137" name="connsiteY17"/>
                    <a:gd fmla="*/ 388239 w 746283" name="connsiteX18"/>
                    <a:gd fmla="*/ 94202 h 334137" name="connsiteY18"/>
                    <a:gd fmla="*/ 333947 w 746283" name="connsiteX19"/>
                    <a:gd fmla="*/ 96965 h 334137" name="connsiteY19"/>
                    <a:gd fmla="*/ 280035 w 746283" name="connsiteX20"/>
                    <a:gd fmla="*/ 103822 h 334137" name="connsiteY20"/>
                    <a:gd fmla="*/ 227267 w 746283" name="connsiteX21"/>
                    <a:gd fmla="*/ 116396 h 334137" name="connsiteY21"/>
                    <a:gd fmla="*/ 130016 w 746283" name="connsiteX22"/>
                    <a:gd fmla="*/ 163163 h 334137" name="connsiteY22"/>
                    <a:gd fmla="*/ 88487 w 746283" name="connsiteX23"/>
                    <a:gd fmla="*/ 197929 h 334137" name="connsiteY23"/>
                    <a:gd fmla="*/ 53245 w 746283" name="connsiteX24"/>
                    <a:gd fmla="*/ 239268 h 334137" name="connsiteY24"/>
                    <a:gd fmla="*/ 0 w 746283" name="connsiteX25"/>
                    <a:gd fmla="*/ 334137 h 334137" name="connsiteY25"/>
                    <a:gd fmla="*/ 50673 w 746283" name="connsiteX26"/>
                    <a:gd fmla="*/ 237363 h 334137" name="connsiteY26"/>
                    <a:gd fmla="*/ 85535 w 746283" name="connsiteX27"/>
                    <a:gd fmla="*/ 194977 h 334137" name="connsiteY27"/>
                    <a:gd fmla="*/ 127063 w 746283" name="connsiteX28"/>
                    <a:gd fmla="*/ 158972 h 334137" name="connsiteY28"/>
                    <a:gd fmla="*/ 225457 w 746283" name="connsiteX29"/>
                    <a:gd fmla="*/ 110585 h 334137" name="connsiteY29"/>
                    <a:gd fmla="*/ 278892 w 746283" name="connsiteX30"/>
                    <a:gd fmla="*/ 97536 h 334137" name="connsiteY30"/>
                    <a:gd fmla="*/ 333375 w 746283" name="connsiteX31"/>
                    <a:gd fmla="*/ 90297 h 334137" name="connsiteY31"/>
                    <a:gd fmla="*/ 388144 w 746283" name="connsiteX32"/>
                    <a:gd fmla="*/ 87821 h 334137" name="connsiteY32"/>
                    <a:gd fmla="*/ 442913 w 746283" name="connsiteX33"/>
                    <a:gd fmla="*/ 88582 h 334137" name="connsiteY33"/>
                    <a:gd fmla="*/ 456629 w 746283" name="connsiteX34"/>
                    <a:gd fmla="*/ 89154 h 334137" name="connsiteY34"/>
                    <a:gd fmla="*/ 470249 w 746283" name="connsiteX35"/>
                    <a:gd fmla="*/ 89440 h 334137" name="connsiteY35"/>
                    <a:gd fmla="*/ 497396 w 746283" name="connsiteX36"/>
                    <a:gd fmla="*/ 89821 h 334137" name="connsiteY36"/>
                    <a:gd fmla="*/ 524542 w 746283" name="connsiteX37"/>
                    <a:gd fmla="*/ 88678 h 334137" name="connsiteY37"/>
                    <a:gd fmla="*/ 531305 w 746283" name="connsiteX38"/>
                    <a:gd fmla="*/ 88392 h 334137" name="connsiteY38"/>
                    <a:gd fmla="*/ 538067 w 746283" name="connsiteX39"/>
                    <a:gd fmla="*/ 87725 h 334137" name="connsiteY39"/>
                    <a:gd fmla="*/ 551593 w 746283" name="connsiteX40"/>
                    <a:gd fmla="*/ 86296 h 334137" name="connsiteY40"/>
                    <a:gd fmla="*/ 656749 w 746283" name="connsiteX41"/>
                    <a:gd fmla="*/ 60198 h 334137" name="connsiteY41"/>
                    <a:gd fmla="*/ 663035 w 746283" name="connsiteX42"/>
                    <a:gd fmla="*/ 57721 h 334137" name="connsiteY42"/>
                    <a:gd fmla="*/ 669227 w 746283" name="connsiteX43"/>
                    <a:gd fmla="*/ 54864 h 334137" name="connsiteY43"/>
                    <a:gd fmla="*/ 681514 w 746283" name="connsiteX44"/>
                    <a:gd fmla="*/ 49054 h 334137" name="connsiteY44"/>
                    <a:gd fmla="*/ 704945 w 746283" name="connsiteX45"/>
                    <a:gd fmla="*/ 35338 h 334137" name="connsiteY45"/>
                    <a:gd fmla="*/ 710660 w 746283" name="connsiteX46"/>
                    <a:gd fmla="*/ 31623 h 334137" name="connsiteY46"/>
                    <a:gd fmla="*/ 716185 w 746283" name="connsiteX47"/>
                    <a:gd fmla="*/ 27622 h 334137" name="connsiteY47"/>
                    <a:gd fmla="*/ 721614 w 746283" name="connsiteX48"/>
                    <a:gd fmla="*/ 23527 h 334137" name="connsiteY48"/>
                    <a:gd fmla="*/ 726853 w 746283" name="connsiteX49"/>
                    <a:gd fmla="*/ 19145 h 334137" name="connsiteY49"/>
                    <a:gd fmla="*/ 746284 w 746283" name="connsiteX50"/>
                    <a:gd fmla="*/ 0 h 334137" name="connsiteY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b="b" l="l" r="r" t="t"/>
                  <a:pathLst>
                    <a:path h="334137" w="746283">
                      <a:moveTo>
                        <a:pt x="746284" y="0"/>
                      </a:moveTo>
                      <a:cubicBezTo>
                        <a:pt x="740759" y="7239"/>
                        <a:pt x="734378" y="13811"/>
                        <a:pt x="727520" y="19812"/>
                      </a:cubicBezTo>
                      <a:cubicBezTo>
                        <a:pt x="725805" y="21336"/>
                        <a:pt x="724091" y="22860"/>
                        <a:pt x="722376" y="24289"/>
                      </a:cubicBezTo>
                      <a:lnTo>
                        <a:pt x="716947" y="28480"/>
                      </a:lnTo>
                      <a:cubicBezTo>
                        <a:pt x="715137" y="29908"/>
                        <a:pt x="713327" y="31337"/>
                        <a:pt x="711518" y="32671"/>
                      </a:cubicBezTo>
                      <a:lnTo>
                        <a:pt x="705898" y="36576"/>
                      </a:lnTo>
                      <a:cubicBezTo>
                        <a:pt x="698468" y="42005"/>
                        <a:pt x="690467" y="46387"/>
                        <a:pt x="682657" y="51054"/>
                      </a:cubicBezTo>
                      <a:lnTo>
                        <a:pt x="670465" y="57245"/>
                      </a:lnTo>
                      <a:lnTo>
                        <a:pt x="664369" y="60293"/>
                      </a:lnTo>
                      <a:lnTo>
                        <a:pt x="658082" y="62960"/>
                      </a:lnTo>
                      <a:cubicBezTo>
                        <a:pt x="624459" y="77438"/>
                        <a:pt x="588550" y="86296"/>
                        <a:pt x="552260" y="91154"/>
                      </a:cubicBezTo>
                      <a:lnTo>
                        <a:pt x="538639" y="92773"/>
                      </a:lnTo>
                      <a:lnTo>
                        <a:pt x="531781" y="93631"/>
                      </a:lnTo>
                      <a:cubicBezTo>
                        <a:pt x="529495" y="93917"/>
                        <a:pt x="527209" y="93917"/>
                        <a:pt x="524923" y="94107"/>
                      </a:cubicBezTo>
                      <a:lnTo>
                        <a:pt x="497491" y="95536"/>
                      </a:lnTo>
                      <a:cubicBezTo>
                        <a:pt x="488347" y="95726"/>
                        <a:pt x="479203" y="95345"/>
                        <a:pt x="470059" y="95345"/>
                      </a:cubicBezTo>
                      <a:lnTo>
                        <a:pt x="456343" y="95155"/>
                      </a:lnTo>
                      <a:lnTo>
                        <a:pt x="442722" y="94678"/>
                      </a:lnTo>
                      <a:cubicBezTo>
                        <a:pt x="424529" y="94012"/>
                        <a:pt x="406432" y="93821"/>
                        <a:pt x="388239" y="94202"/>
                      </a:cubicBezTo>
                      <a:cubicBezTo>
                        <a:pt x="370046" y="94488"/>
                        <a:pt x="351949" y="95440"/>
                        <a:pt x="333947" y="96965"/>
                      </a:cubicBezTo>
                      <a:cubicBezTo>
                        <a:pt x="315849" y="98393"/>
                        <a:pt x="297847" y="100679"/>
                        <a:pt x="280035" y="103822"/>
                      </a:cubicBezTo>
                      <a:cubicBezTo>
                        <a:pt x="262223" y="106966"/>
                        <a:pt x="244507" y="110966"/>
                        <a:pt x="227267" y="116396"/>
                      </a:cubicBezTo>
                      <a:cubicBezTo>
                        <a:pt x="192691" y="126968"/>
                        <a:pt x="159544" y="142399"/>
                        <a:pt x="130016" y="163163"/>
                      </a:cubicBezTo>
                      <a:cubicBezTo>
                        <a:pt x="115252" y="173546"/>
                        <a:pt x="101346" y="185166"/>
                        <a:pt x="88487" y="197929"/>
                      </a:cubicBezTo>
                      <a:cubicBezTo>
                        <a:pt x="75628" y="210693"/>
                        <a:pt x="64008" y="224695"/>
                        <a:pt x="53245" y="239268"/>
                      </a:cubicBezTo>
                      <a:cubicBezTo>
                        <a:pt x="31528" y="268415"/>
                        <a:pt x="14573" y="300800"/>
                        <a:pt x="0" y="334137"/>
                      </a:cubicBezTo>
                      <a:cubicBezTo>
                        <a:pt x="13240" y="300228"/>
                        <a:pt x="29718" y="267367"/>
                        <a:pt x="50673" y="237363"/>
                      </a:cubicBezTo>
                      <a:cubicBezTo>
                        <a:pt x="61246" y="222409"/>
                        <a:pt x="72771" y="208217"/>
                        <a:pt x="85535" y="194977"/>
                      </a:cubicBezTo>
                      <a:cubicBezTo>
                        <a:pt x="98393" y="181832"/>
                        <a:pt x="112300" y="169831"/>
                        <a:pt x="127063" y="158972"/>
                      </a:cubicBezTo>
                      <a:cubicBezTo>
                        <a:pt x="156686" y="137065"/>
                        <a:pt x="190595" y="121539"/>
                        <a:pt x="225457" y="110585"/>
                      </a:cubicBezTo>
                      <a:cubicBezTo>
                        <a:pt x="242983" y="105061"/>
                        <a:pt x="260890" y="100870"/>
                        <a:pt x="278892" y="97536"/>
                      </a:cubicBezTo>
                      <a:cubicBezTo>
                        <a:pt x="296894" y="94202"/>
                        <a:pt x="315087" y="91821"/>
                        <a:pt x="333375" y="90297"/>
                      </a:cubicBezTo>
                      <a:cubicBezTo>
                        <a:pt x="351663" y="88773"/>
                        <a:pt x="369856" y="87916"/>
                        <a:pt x="388144" y="87821"/>
                      </a:cubicBezTo>
                      <a:cubicBezTo>
                        <a:pt x="406432" y="87535"/>
                        <a:pt x="424720" y="87916"/>
                        <a:pt x="442913" y="88582"/>
                      </a:cubicBezTo>
                      <a:lnTo>
                        <a:pt x="456629" y="89154"/>
                      </a:lnTo>
                      <a:lnTo>
                        <a:pt x="470249" y="89440"/>
                      </a:lnTo>
                      <a:cubicBezTo>
                        <a:pt x="479298" y="89535"/>
                        <a:pt x="488347" y="89916"/>
                        <a:pt x="497396" y="89821"/>
                      </a:cubicBezTo>
                      <a:lnTo>
                        <a:pt x="524542" y="88678"/>
                      </a:lnTo>
                      <a:cubicBezTo>
                        <a:pt x="526828" y="88582"/>
                        <a:pt x="529114" y="88582"/>
                        <a:pt x="531305" y="88392"/>
                      </a:cubicBezTo>
                      <a:lnTo>
                        <a:pt x="538067" y="87725"/>
                      </a:lnTo>
                      <a:lnTo>
                        <a:pt x="551593" y="86296"/>
                      </a:lnTo>
                      <a:cubicBezTo>
                        <a:pt x="587597" y="82105"/>
                        <a:pt x="623221" y="73914"/>
                        <a:pt x="656749" y="60198"/>
                      </a:cubicBezTo>
                      <a:lnTo>
                        <a:pt x="663035" y="57721"/>
                      </a:lnTo>
                      <a:lnTo>
                        <a:pt x="669227" y="54864"/>
                      </a:lnTo>
                      <a:lnTo>
                        <a:pt x="681514" y="49054"/>
                      </a:lnTo>
                      <a:cubicBezTo>
                        <a:pt x="689420" y="44577"/>
                        <a:pt x="697516" y="40481"/>
                        <a:pt x="704945" y="35338"/>
                      </a:cubicBezTo>
                      <a:lnTo>
                        <a:pt x="710660" y="31623"/>
                      </a:lnTo>
                      <a:cubicBezTo>
                        <a:pt x="712565" y="30290"/>
                        <a:pt x="714280" y="28956"/>
                        <a:pt x="716185" y="27622"/>
                      </a:cubicBezTo>
                      <a:lnTo>
                        <a:pt x="721614" y="23527"/>
                      </a:lnTo>
                      <a:cubicBezTo>
                        <a:pt x="723424" y="22098"/>
                        <a:pt x="725138" y="20669"/>
                        <a:pt x="726853" y="19145"/>
                      </a:cubicBezTo>
                      <a:cubicBezTo>
                        <a:pt x="733806" y="13335"/>
                        <a:pt x="740474" y="7048"/>
                        <a:pt x="746284" y="0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80" name="稻壳儿：耗崽 1-17"/>
                <p:cNvSpPr/>
                <p:nvPr/>
              </p:nvSpPr>
              <p:spPr>
                <a:xfrm>
                  <a:off x="8067960" y="4723849"/>
                  <a:ext cx="4122155" cy="2133324"/>
                </a:xfrm>
                <a:custGeom>
                  <a:avLst/>
                  <a:gdLst>
                    <a:gd fmla="*/ 1611249 w 1611344" name="connsiteX0"/>
                    <a:gd fmla="*/ 0 h 833913" name="connsiteY0"/>
                    <a:gd fmla="*/ 1611344 w 1611344" name="connsiteX1"/>
                    <a:gd fmla="*/ 3334 h 833913" name="connsiteY1"/>
                    <a:gd fmla="*/ 1363409 w 1611344" name="connsiteX2"/>
                    <a:gd fmla="*/ 56674 h 833913" name="connsiteY2"/>
                    <a:gd fmla="*/ 891445 w 1611344" name="connsiteX3"/>
                    <a:gd fmla="*/ 395669 h 833913" name="connsiteY3"/>
                    <a:gd fmla="*/ 462344 w 1611344" name="connsiteX4"/>
                    <a:gd fmla="*/ 580358 h 833913" name="connsiteY4"/>
                    <a:gd fmla="*/ 2857 w 1611344" name="connsiteX5"/>
                    <a:gd fmla="*/ 833914 h 833913" name="connsiteY5"/>
                    <a:gd fmla="*/ 0 w 1611344" name="connsiteX6"/>
                    <a:gd fmla="*/ 832199 h 833913" name="connsiteY6"/>
                    <a:gd fmla="*/ 231458 w 1611344" name="connsiteX7"/>
                    <a:gd fmla="*/ 606362 h 833913" name="connsiteY7"/>
                    <a:gd fmla="*/ 462439 w 1611344" name="connsiteX8"/>
                    <a:gd fmla="*/ 577025 h 833913" name="connsiteY8"/>
                    <a:gd fmla="*/ 888873 w 1611344" name="connsiteX9"/>
                    <a:gd fmla="*/ 393573 h 833913" name="connsiteY9"/>
                    <a:gd fmla="*/ 1362456 w 1611344" name="connsiteX10"/>
                    <a:gd fmla="*/ 53435 h 833913" name="connsiteY10"/>
                    <a:gd fmla="*/ 1611249 w 1611344" name="connsiteX11"/>
                    <a:gd fmla="*/ 0 h 833913" name="connsiteY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b="b" l="l" r="r" t="t"/>
                  <a:pathLst>
                    <a:path h="833913" w="1611344">
                      <a:moveTo>
                        <a:pt x="1611249" y="0"/>
                      </a:moveTo>
                      <a:lnTo>
                        <a:pt x="1611344" y="3334"/>
                      </a:lnTo>
                      <a:cubicBezTo>
                        <a:pt x="1610297" y="3334"/>
                        <a:pt x="1504474" y="6763"/>
                        <a:pt x="1363409" y="56674"/>
                      </a:cubicBezTo>
                      <a:cubicBezTo>
                        <a:pt x="1233297" y="102775"/>
                        <a:pt x="1045845" y="198977"/>
                        <a:pt x="891445" y="395669"/>
                      </a:cubicBezTo>
                      <a:cubicBezTo>
                        <a:pt x="743236" y="584549"/>
                        <a:pt x="600456" y="582454"/>
                        <a:pt x="462344" y="580358"/>
                      </a:cubicBezTo>
                      <a:cubicBezTo>
                        <a:pt x="305467" y="578072"/>
                        <a:pt x="157163" y="575786"/>
                        <a:pt x="2857" y="833914"/>
                      </a:cubicBezTo>
                      <a:lnTo>
                        <a:pt x="0" y="832199"/>
                      </a:lnTo>
                      <a:cubicBezTo>
                        <a:pt x="69723" y="715613"/>
                        <a:pt x="145447" y="641795"/>
                        <a:pt x="231458" y="606362"/>
                      </a:cubicBezTo>
                      <a:cubicBezTo>
                        <a:pt x="308324" y="574739"/>
                        <a:pt x="386715" y="575882"/>
                        <a:pt x="462439" y="577025"/>
                      </a:cubicBezTo>
                      <a:cubicBezTo>
                        <a:pt x="599789" y="579120"/>
                        <a:pt x="741712" y="581216"/>
                        <a:pt x="888873" y="393573"/>
                      </a:cubicBezTo>
                      <a:cubicBezTo>
                        <a:pt x="1043750" y="196120"/>
                        <a:pt x="1231868" y="99631"/>
                        <a:pt x="1362456" y="53435"/>
                      </a:cubicBezTo>
                      <a:cubicBezTo>
                        <a:pt x="1503902" y="3429"/>
                        <a:pt x="1610201" y="0"/>
                        <a:pt x="1611249" y="0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81" name="稻壳儿：耗崽 1-18"/>
                <p:cNvSpPr/>
                <p:nvPr/>
              </p:nvSpPr>
              <p:spPr>
                <a:xfrm>
                  <a:off x="9594972" y="3681039"/>
                  <a:ext cx="2597028" cy="3176961"/>
                </a:xfrm>
                <a:custGeom>
                  <a:avLst/>
                  <a:gdLst>
                    <a:gd fmla="*/ 1015079 w 1015174" name="connsiteX0"/>
                    <a:gd fmla="*/ 0 h 1241869" name="connsiteY0"/>
                    <a:gd fmla="*/ 415195 w 1015174" name="connsiteX1"/>
                    <a:gd fmla="*/ 529495 h 1241869" name="connsiteY1"/>
                    <a:gd fmla="*/ 0 w 1015174" name="connsiteX2"/>
                    <a:gd fmla="*/ 1241870 h 1241869" name="connsiteY2"/>
                    <a:gd fmla="*/ 1015175 w 1015174" name="connsiteX3"/>
                    <a:gd fmla="*/ 1241870 h 1241869" name="connsiteY3"/>
                    <a:gd fmla="*/ 1015175 w 1015174" name="connsiteX4"/>
                    <a:gd fmla="*/ 0 h 1241869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1241869" w="1015174">
                      <a:moveTo>
                        <a:pt x="1015079" y="0"/>
                      </a:moveTo>
                      <a:cubicBezTo>
                        <a:pt x="1015079" y="0"/>
                        <a:pt x="975646" y="218694"/>
                        <a:pt x="415195" y="529495"/>
                      </a:cubicBezTo>
                      <a:cubicBezTo>
                        <a:pt x="69818" y="721043"/>
                        <a:pt x="203359" y="1189292"/>
                        <a:pt x="0" y="1241870"/>
                      </a:cubicBezTo>
                      <a:lnTo>
                        <a:pt x="1015175" y="1241870"/>
                      </a:lnTo>
                      <a:lnTo>
                        <a:pt x="1015175" y="0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82" name="稻壳儿：耗崽 1-19"/>
                <p:cNvSpPr/>
                <p:nvPr/>
              </p:nvSpPr>
              <p:spPr>
                <a:xfrm>
                  <a:off x="9938853" y="4174131"/>
                  <a:ext cx="2386497" cy="2698880"/>
                </a:xfrm>
                <a:custGeom>
                  <a:avLst/>
                  <a:gdLst>
                    <a:gd fmla="*/ 932879 w 932878" name="connsiteX0"/>
                    <a:gd fmla="*/ 0 h 1054988" name="connsiteY0"/>
                    <a:gd fmla="*/ 904589 w 932878" name="connsiteX1"/>
                    <a:gd fmla="*/ 87249 h 1054988" name="connsiteY1"/>
                    <a:gd fmla="*/ 868871 w 932878" name="connsiteX2"/>
                    <a:gd fmla="*/ 171926 h 1054988" name="connsiteY2"/>
                    <a:gd fmla="*/ 777812 w 932878" name="connsiteX3"/>
                    <a:gd fmla="*/ 331756 h 1054988" name="connsiteY3"/>
                    <a:gd fmla="*/ 660178 w 932878" name="connsiteX4"/>
                    <a:gd fmla="*/ 473488 h 1054988" name="connsiteY4"/>
                    <a:gd fmla="*/ 515398 w 932878" name="connsiteX5"/>
                    <a:gd fmla="*/ 587788 h 1054988" name="connsiteY5"/>
                    <a:gd fmla="*/ 495491 w 932878" name="connsiteX6"/>
                    <a:gd fmla="*/ 599504 h 1054988" name="connsiteY6"/>
                    <a:gd fmla="*/ 475298 w 932878" name="connsiteX7"/>
                    <a:gd fmla="*/ 610838 h 1054988" name="connsiteY7"/>
                    <a:gd fmla="*/ 434531 w 932878" name="connsiteX8"/>
                    <a:gd fmla="*/ 632079 h 1054988" name="connsiteY8"/>
                    <a:gd fmla="*/ 352425 w 932878" name="connsiteX9"/>
                    <a:gd fmla="*/ 673227 h 1054988" name="connsiteY9"/>
                    <a:gd fmla="*/ 190405 w 932878" name="connsiteX10"/>
                    <a:gd fmla="*/ 757809 h 1054988" name="connsiteY10"/>
                    <a:gd fmla="*/ 152972 w 932878" name="connsiteX11"/>
                    <a:gd fmla="*/ 783431 h 1054988" name="connsiteY11"/>
                    <a:gd fmla="*/ 135350 w 932878" name="connsiteX12"/>
                    <a:gd fmla="*/ 797719 h 1054988" name="connsiteY12"/>
                    <a:gd fmla="*/ 126778 w 932878" name="connsiteX13"/>
                    <a:gd fmla="*/ 805148 h 1054988" name="connsiteY13"/>
                    <a:gd fmla="*/ 118586 w 932878" name="connsiteX14"/>
                    <a:gd fmla="*/ 812864 h 1054988" name="connsiteY14"/>
                    <a:gd fmla="*/ 63056 w 932878" name="connsiteX15"/>
                    <a:gd fmla="*/ 884111 h 1054988" name="connsiteY15"/>
                    <a:gd fmla="*/ 25527 w 932878" name="connsiteX16"/>
                    <a:gd fmla="*/ 967073 h 1054988" name="connsiteY16"/>
                    <a:gd fmla="*/ 18288 w 932878" name="connsiteX17"/>
                    <a:gd fmla="*/ 988790 h 1054988" name="connsiteY17"/>
                    <a:gd fmla="*/ 11716 w 932878" name="connsiteX18"/>
                    <a:gd fmla="*/ 1010698 h 1054988" name="connsiteY18"/>
                    <a:gd fmla="*/ 5620 w 932878" name="connsiteX19"/>
                    <a:gd fmla="*/ 1032796 h 1054988" name="connsiteY19"/>
                    <a:gd fmla="*/ 0 w 932878" name="connsiteX20"/>
                    <a:gd fmla="*/ 1054989 h 1054988" name="connsiteY20"/>
                    <a:gd fmla="*/ 4667 w 932878" name="connsiteX21"/>
                    <a:gd fmla="*/ 1032510 h 1054988" name="connsiteY21"/>
                    <a:gd fmla="*/ 9811 w 932878" name="connsiteX22"/>
                    <a:gd fmla="*/ 1010126 h 1054988" name="connsiteY22"/>
                    <a:gd fmla="*/ 15621 w 932878" name="connsiteX23"/>
                    <a:gd fmla="*/ 987933 h 1054988" name="connsiteY23"/>
                    <a:gd fmla="*/ 22193 w 932878" name="connsiteX24"/>
                    <a:gd fmla="*/ 965930 h 1054988" name="connsiteY24"/>
                    <a:gd fmla="*/ 57436 w 932878" name="connsiteX25"/>
                    <a:gd fmla="*/ 880872 h 1054988" name="connsiteY25"/>
                    <a:gd fmla="*/ 112490 w 932878" name="connsiteX26"/>
                    <a:gd fmla="*/ 806672 h 1054988" name="connsiteY26"/>
                    <a:gd fmla="*/ 184880 w 932878" name="connsiteX27"/>
                    <a:gd fmla="*/ 749046 h 1054988" name="connsiteY27"/>
                    <a:gd fmla="*/ 264890 w 932878" name="connsiteX28"/>
                    <a:gd fmla="*/ 703326 h 1054988" name="connsiteY28"/>
                    <a:gd fmla="*/ 346805 w 932878" name="connsiteX29"/>
                    <a:gd fmla="*/ 661892 h 1054988" name="connsiteY29"/>
                    <a:gd fmla="*/ 428530 w 932878" name="connsiteX30"/>
                    <a:gd fmla="*/ 620554 h 1054988" name="connsiteY30"/>
                    <a:gd fmla="*/ 469011 w 932878" name="connsiteX31"/>
                    <a:gd fmla="*/ 599218 h 1054988" name="connsiteY31"/>
                    <a:gd fmla="*/ 488823 w 932878" name="connsiteX32"/>
                    <a:gd fmla="*/ 587978 h 1054988" name="connsiteY32"/>
                    <a:gd fmla="*/ 508349 w 932878" name="connsiteX33"/>
                    <a:gd fmla="*/ 576453 h 1054988" name="connsiteY33"/>
                    <a:gd fmla="*/ 651320 w 932878" name="connsiteX34"/>
                    <a:gd fmla="*/ 464534 h 1054988" name="connsiteY34"/>
                    <a:gd fmla="*/ 713423 w 932878" name="connsiteX35"/>
                    <a:gd fmla="*/ 397955 h 1054988" name="connsiteY35"/>
                    <a:gd fmla="*/ 727996 w 932878" name="connsiteX36"/>
                    <a:gd fmla="*/ 380429 h 1054988" name="connsiteY36"/>
                    <a:gd fmla="*/ 742093 w 932878" name="connsiteX37"/>
                    <a:gd fmla="*/ 362522 h 1054988" name="connsiteY37"/>
                    <a:gd fmla="*/ 749141 w 932878" name="connsiteX38"/>
                    <a:gd fmla="*/ 353568 h 1054988" name="connsiteY38"/>
                    <a:gd fmla="*/ 755904 w 932878" name="connsiteX39"/>
                    <a:gd fmla="*/ 344424 h 1054988" name="connsiteY39"/>
                    <a:gd fmla="*/ 769334 w 932878" name="connsiteX40"/>
                    <a:gd fmla="*/ 325946 h 1054988" name="connsiteY40"/>
                    <a:gd fmla="*/ 862965 w 932878" name="connsiteX41"/>
                    <a:gd fmla="*/ 169259 h 1054988" name="connsiteY41"/>
                    <a:gd fmla="*/ 932879 w 932878" name="connsiteX42"/>
                    <a:gd fmla="*/ 0 h 1054988" name="connsiteY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b="b" l="l" r="r" t="t"/>
                  <a:pathLst>
                    <a:path h="1054988" w="932878">
                      <a:moveTo>
                        <a:pt x="932879" y="0"/>
                      </a:moveTo>
                      <a:cubicBezTo>
                        <a:pt x="925163" y="29623"/>
                        <a:pt x="915353" y="58674"/>
                        <a:pt x="904589" y="87249"/>
                      </a:cubicBezTo>
                      <a:cubicBezTo>
                        <a:pt x="893731" y="115919"/>
                        <a:pt x="881825" y="144113"/>
                        <a:pt x="868871" y="171926"/>
                      </a:cubicBezTo>
                      <a:cubicBezTo>
                        <a:pt x="842867" y="227457"/>
                        <a:pt x="812483" y="280988"/>
                        <a:pt x="777812" y="331756"/>
                      </a:cubicBezTo>
                      <a:cubicBezTo>
                        <a:pt x="743045" y="382429"/>
                        <a:pt x="703993" y="430244"/>
                        <a:pt x="660178" y="473488"/>
                      </a:cubicBezTo>
                      <a:cubicBezTo>
                        <a:pt x="616649" y="517017"/>
                        <a:pt x="567785" y="555212"/>
                        <a:pt x="515398" y="587788"/>
                      </a:cubicBezTo>
                      <a:cubicBezTo>
                        <a:pt x="509016" y="592074"/>
                        <a:pt x="502158" y="595598"/>
                        <a:pt x="495491" y="599504"/>
                      </a:cubicBezTo>
                      <a:cubicBezTo>
                        <a:pt x="488728" y="603314"/>
                        <a:pt x="482060" y="607124"/>
                        <a:pt x="475298" y="610838"/>
                      </a:cubicBezTo>
                      <a:cubicBezTo>
                        <a:pt x="461772" y="617982"/>
                        <a:pt x="448246" y="625126"/>
                        <a:pt x="434531" y="632079"/>
                      </a:cubicBezTo>
                      <a:cubicBezTo>
                        <a:pt x="407289" y="646081"/>
                        <a:pt x="379952" y="659797"/>
                        <a:pt x="352425" y="673227"/>
                      </a:cubicBezTo>
                      <a:cubicBezTo>
                        <a:pt x="297561" y="700183"/>
                        <a:pt x="242126" y="725996"/>
                        <a:pt x="190405" y="757809"/>
                      </a:cubicBezTo>
                      <a:cubicBezTo>
                        <a:pt x="177451" y="765715"/>
                        <a:pt x="165068" y="774383"/>
                        <a:pt x="152972" y="783431"/>
                      </a:cubicBezTo>
                      <a:cubicBezTo>
                        <a:pt x="147066" y="788099"/>
                        <a:pt x="140970" y="792671"/>
                        <a:pt x="135350" y="797719"/>
                      </a:cubicBezTo>
                      <a:cubicBezTo>
                        <a:pt x="132493" y="800195"/>
                        <a:pt x="129540" y="802576"/>
                        <a:pt x="126778" y="805148"/>
                      </a:cubicBezTo>
                      <a:lnTo>
                        <a:pt x="118586" y="812864"/>
                      </a:lnTo>
                      <a:cubicBezTo>
                        <a:pt x="96774" y="833819"/>
                        <a:pt x="78391" y="858107"/>
                        <a:pt x="63056" y="884111"/>
                      </a:cubicBezTo>
                      <a:cubicBezTo>
                        <a:pt x="47720" y="910304"/>
                        <a:pt x="35624" y="938308"/>
                        <a:pt x="25527" y="967073"/>
                      </a:cubicBezTo>
                      <a:cubicBezTo>
                        <a:pt x="23051" y="974312"/>
                        <a:pt x="20479" y="981456"/>
                        <a:pt x="18288" y="988790"/>
                      </a:cubicBezTo>
                      <a:cubicBezTo>
                        <a:pt x="16097" y="996125"/>
                        <a:pt x="13716" y="1003364"/>
                        <a:pt x="11716" y="1010698"/>
                      </a:cubicBezTo>
                      <a:cubicBezTo>
                        <a:pt x="9716" y="1018032"/>
                        <a:pt x="7429" y="1025366"/>
                        <a:pt x="5620" y="1032796"/>
                      </a:cubicBezTo>
                      <a:lnTo>
                        <a:pt x="0" y="1054989"/>
                      </a:lnTo>
                      <a:lnTo>
                        <a:pt x="4667" y="1032510"/>
                      </a:lnTo>
                      <a:cubicBezTo>
                        <a:pt x="6191" y="1024985"/>
                        <a:pt x="8096" y="1017651"/>
                        <a:pt x="9811" y="1010126"/>
                      </a:cubicBezTo>
                      <a:cubicBezTo>
                        <a:pt x="11525" y="1002697"/>
                        <a:pt x="13621" y="995363"/>
                        <a:pt x="15621" y="987933"/>
                      </a:cubicBezTo>
                      <a:cubicBezTo>
                        <a:pt x="17526" y="980504"/>
                        <a:pt x="19907" y="973265"/>
                        <a:pt x="22193" y="965930"/>
                      </a:cubicBezTo>
                      <a:cubicBezTo>
                        <a:pt x="31433" y="936689"/>
                        <a:pt x="42767" y="908018"/>
                        <a:pt x="57436" y="880872"/>
                      </a:cubicBezTo>
                      <a:cubicBezTo>
                        <a:pt x="72390" y="853916"/>
                        <a:pt x="90678" y="828580"/>
                        <a:pt x="112490" y="806672"/>
                      </a:cubicBezTo>
                      <a:cubicBezTo>
                        <a:pt x="134303" y="784574"/>
                        <a:pt x="158972" y="765715"/>
                        <a:pt x="184880" y="749046"/>
                      </a:cubicBezTo>
                      <a:cubicBezTo>
                        <a:pt x="210788" y="732282"/>
                        <a:pt x="237744" y="717423"/>
                        <a:pt x="264890" y="703326"/>
                      </a:cubicBezTo>
                      <a:cubicBezTo>
                        <a:pt x="292132" y="689229"/>
                        <a:pt x="319469" y="675608"/>
                        <a:pt x="346805" y="661892"/>
                      </a:cubicBezTo>
                      <a:cubicBezTo>
                        <a:pt x="374142" y="648272"/>
                        <a:pt x="401479" y="634556"/>
                        <a:pt x="428530" y="620554"/>
                      </a:cubicBezTo>
                      <a:cubicBezTo>
                        <a:pt x="442055" y="613601"/>
                        <a:pt x="455581" y="606362"/>
                        <a:pt x="469011" y="599218"/>
                      </a:cubicBezTo>
                      <a:cubicBezTo>
                        <a:pt x="475679" y="595598"/>
                        <a:pt x="482155" y="591788"/>
                        <a:pt x="488823" y="587978"/>
                      </a:cubicBezTo>
                      <a:cubicBezTo>
                        <a:pt x="495395" y="584168"/>
                        <a:pt x="502063" y="580644"/>
                        <a:pt x="508349" y="576453"/>
                      </a:cubicBezTo>
                      <a:cubicBezTo>
                        <a:pt x="559975" y="544640"/>
                        <a:pt x="608076" y="507111"/>
                        <a:pt x="651320" y="464534"/>
                      </a:cubicBezTo>
                      <a:cubicBezTo>
                        <a:pt x="673322" y="443579"/>
                        <a:pt x="693706" y="421005"/>
                        <a:pt x="713423" y="397955"/>
                      </a:cubicBezTo>
                      <a:lnTo>
                        <a:pt x="727996" y="380429"/>
                      </a:lnTo>
                      <a:cubicBezTo>
                        <a:pt x="732854" y="374523"/>
                        <a:pt x="737330" y="368427"/>
                        <a:pt x="742093" y="362522"/>
                      </a:cubicBezTo>
                      <a:lnTo>
                        <a:pt x="749141" y="353568"/>
                      </a:lnTo>
                      <a:lnTo>
                        <a:pt x="755904" y="344424"/>
                      </a:lnTo>
                      <a:cubicBezTo>
                        <a:pt x="760381" y="338233"/>
                        <a:pt x="764953" y="332232"/>
                        <a:pt x="769334" y="325946"/>
                      </a:cubicBezTo>
                      <a:cubicBezTo>
                        <a:pt x="804291" y="276130"/>
                        <a:pt x="835724" y="223742"/>
                        <a:pt x="862965" y="169259"/>
                      </a:cubicBezTo>
                      <a:cubicBezTo>
                        <a:pt x="890492" y="114681"/>
                        <a:pt x="914305" y="58293"/>
                        <a:pt x="932879" y="0"/>
                      </a:cubicBezTo>
                      <a:close/>
                    </a:path>
                  </a:pathLst>
                </a:custGeom>
                <a:solidFill>
                  <a:schemeClr val="bg1">
                    <a:alpha val="35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83" name="稻壳儿：耗崽 1-20"/>
                <p:cNvSpPr/>
                <p:nvPr/>
              </p:nvSpPr>
              <p:spPr>
                <a:xfrm>
                  <a:off x="9591867" y="3690936"/>
                  <a:ext cx="2602144" cy="3182078"/>
                </a:xfrm>
                <a:custGeom>
                  <a:avLst/>
                  <a:gdLst>
                    <a:gd fmla="*/ 1013936 w 1017174" name="connsiteX0"/>
                    <a:gd fmla="*/ 0 h 1243869" name="connsiteY0"/>
                    <a:gd fmla="*/ 1017175 w 1017174" name="connsiteX1"/>
                    <a:gd fmla="*/ 572 h 1243869" name="connsiteY1"/>
                    <a:gd fmla="*/ 927068 w 1017174" name="connsiteX2"/>
                    <a:gd fmla="*/ 149543 h 1243869" name="connsiteY2"/>
                    <a:gd fmla="*/ 416433 w 1017174" name="connsiteX3"/>
                    <a:gd fmla="*/ 531305 h 1243869" name="connsiteY3"/>
                    <a:gd fmla="*/ 144971 w 1017174" name="connsiteX4"/>
                    <a:gd fmla="*/ 987933 h 1243869" name="connsiteY4"/>
                    <a:gd fmla="*/ 857 w 1017174" name="connsiteX5"/>
                    <a:gd fmla="*/ 1243870 h 1243869" name="connsiteY5"/>
                    <a:gd fmla="*/ 0 w 1017174" name="connsiteX6"/>
                    <a:gd fmla="*/ 1240631 h 1243869" name="connsiteY6"/>
                    <a:gd fmla="*/ 141732 w 1017174" name="connsiteX7"/>
                    <a:gd fmla="*/ 987171 h 1243869" name="connsiteY7"/>
                    <a:gd fmla="*/ 414814 w 1017174" name="connsiteX8"/>
                    <a:gd fmla="*/ 528447 h 1243869" name="connsiteY8"/>
                    <a:gd fmla="*/ 924211 w 1017174" name="connsiteX9"/>
                    <a:gd fmla="*/ 147828 h 1243869" name="connsiteY9"/>
                    <a:gd fmla="*/ 1013936 w 1017174" name="connsiteX10"/>
                    <a:gd fmla="*/ 0 h 1243869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243869" w="1017174">
                      <a:moveTo>
                        <a:pt x="1013936" y="0"/>
                      </a:moveTo>
                      <a:lnTo>
                        <a:pt x="1017175" y="572"/>
                      </a:lnTo>
                      <a:cubicBezTo>
                        <a:pt x="1017080" y="1143"/>
                        <a:pt x="1006316" y="56769"/>
                        <a:pt x="927068" y="149543"/>
                      </a:cubicBezTo>
                      <a:cubicBezTo>
                        <a:pt x="854107" y="234982"/>
                        <a:pt x="706184" y="370523"/>
                        <a:pt x="416433" y="531305"/>
                      </a:cubicBezTo>
                      <a:cubicBezTo>
                        <a:pt x="224790" y="637604"/>
                        <a:pt x="180499" y="831818"/>
                        <a:pt x="144971" y="987933"/>
                      </a:cubicBezTo>
                      <a:cubicBezTo>
                        <a:pt x="116586" y="1112615"/>
                        <a:pt x="92012" y="1220343"/>
                        <a:pt x="857" y="1243870"/>
                      </a:cubicBezTo>
                      <a:lnTo>
                        <a:pt x="0" y="1240631"/>
                      </a:lnTo>
                      <a:cubicBezTo>
                        <a:pt x="89154" y="1217581"/>
                        <a:pt x="113538" y="1110806"/>
                        <a:pt x="141732" y="987171"/>
                      </a:cubicBezTo>
                      <a:cubicBezTo>
                        <a:pt x="177451" y="830485"/>
                        <a:pt x="221933" y="635413"/>
                        <a:pt x="414814" y="528447"/>
                      </a:cubicBezTo>
                      <a:cubicBezTo>
                        <a:pt x="703802" y="368141"/>
                        <a:pt x="851345" y="232981"/>
                        <a:pt x="924211" y="147828"/>
                      </a:cubicBezTo>
                      <a:cubicBezTo>
                        <a:pt x="1003078" y="55531"/>
                        <a:pt x="1013841" y="572"/>
                        <a:pt x="1013936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84" name="稻壳儿：耗崽 1-21"/>
                <p:cNvSpPr/>
                <p:nvPr/>
              </p:nvSpPr>
              <p:spPr>
                <a:xfrm>
                  <a:off x="9975585" y="4936749"/>
                  <a:ext cx="2216415" cy="1921251"/>
                </a:xfrm>
                <a:custGeom>
                  <a:avLst/>
                  <a:gdLst>
                    <a:gd fmla="*/ 866394 w 866393" name="connsiteX0"/>
                    <a:gd fmla="*/ 350 h 751014" name="connsiteY0"/>
                    <a:gd fmla="*/ 460724 w 866393" name="connsiteX1"/>
                    <a:gd fmla="*/ 303530 h 751014" name="connsiteY1"/>
                    <a:gd fmla="*/ 0 w 866393" name="connsiteX2"/>
                    <a:gd fmla="*/ 751015 h 751014" name="connsiteY2"/>
                    <a:gd fmla="*/ 866394 w 866393" name="connsiteX3"/>
                    <a:gd fmla="*/ 751015 h 751014" name="connsiteY3"/>
                    <a:gd fmla="*/ 866394 w 866393" name="connsiteX4"/>
                    <a:gd fmla="*/ 350 h 751014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751014" w="866393">
                      <a:moveTo>
                        <a:pt x="866394" y="350"/>
                      </a:moveTo>
                      <a:cubicBezTo>
                        <a:pt x="866394" y="350"/>
                        <a:pt x="483584" y="-22606"/>
                        <a:pt x="460724" y="303530"/>
                      </a:cubicBezTo>
                      <a:cubicBezTo>
                        <a:pt x="441674" y="574707"/>
                        <a:pt x="158401" y="486220"/>
                        <a:pt x="0" y="751015"/>
                      </a:cubicBezTo>
                      <a:lnTo>
                        <a:pt x="866394" y="751015"/>
                      </a:lnTo>
                      <a:lnTo>
                        <a:pt x="866394" y="350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85" name="稻壳儿：耗崽 1-22"/>
                <p:cNvSpPr/>
                <p:nvPr/>
              </p:nvSpPr>
              <p:spPr>
                <a:xfrm>
                  <a:off x="9971749" y="4944369"/>
                  <a:ext cx="2220070" cy="1927667"/>
                </a:xfrm>
                <a:custGeom>
                  <a:avLst/>
                  <a:gdLst>
                    <a:gd fmla="*/ 852392 w 867822" name="connsiteX0"/>
                    <a:gd fmla="*/ 0 h 753522" name="connsiteY0"/>
                    <a:gd fmla="*/ 867823 w 867822" name="connsiteX1"/>
                    <a:gd fmla="*/ 286 h 753522" name="connsiteY1"/>
                    <a:gd fmla="*/ 867632 w 867822" name="connsiteX2"/>
                    <a:gd fmla="*/ 3620 h 753522" name="connsiteY2"/>
                    <a:gd fmla="*/ 673989 w 867822" name="connsiteX3"/>
                    <a:gd fmla="*/ 32861 h 753522" name="connsiteY3"/>
                    <a:gd fmla="*/ 463772 w 867822" name="connsiteX4"/>
                    <a:gd fmla="*/ 305276 h 753522" name="connsiteY4"/>
                    <a:gd fmla="*/ 261842 w 867822" name="connsiteX5"/>
                    <a:gd fmla="*/ 543687 h 753522" name="connsiteY5"/>
                    <a:gd fmla="*/ 2857 w 867822" name="connsiteX6"/>
                    <a:gd fmla="*/ 753523 h 753522" name="connsiteY6"/>
                    <a:gd fmla="*/ 0 w 867822" name="connsiteX7"/>
                    <a:gd fmla="*/ 751808 h 753522" name="connsiteY7"/>
                    <a:gd fmla="*/ 260413 w 867822" name="connsiteX8"/>
                    <a:gd fmla="*/ 540734 h 753522" name="connsiteY8"/>
                    <a:gd fmla="*/ 460438 w 867822" name="connsiteX9"/>
                    <a:gd fmla="*/ 305086 h 753522" name="connsiteY9"/>
                    <a:gd fmla="*/ 533876 w 867822" name="connsiteX10"/>
                    <a:gd fmla="*/ 119158 h 753522" name="connsiteY10"/>
                    <a:gd fmla="*/ 672941 w 867822" name="connsiteX11"/>
                    <a:gd fmla="*/ 29813 h 753522" name="connsiteY11"/>
                    <a:gd fmla="*/ 852392 w 867822" name="connsiteX12"/>
                    <a:gd fmla="*/ 0 h 753522" name="connsiteY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b="b" l="l" r="r" t="t"/>
                  <a:pathLst>
                    <a:path h="753522" w="867822">
                      <a:moveTo>
                        <a:pt x="852392" y="0"/>
                      </a:moveTo>
                      <a:cubicBezTo>
                        <a:pt x="862013" y="0"/>
                        <a:pt x="867632" y="286"/>
                        <a:pt x="867823" y="286"/>
                      </a:cubicBezTo>
                      <a:lnTo>
                        <a:pt x="867632" y="3620"/>
                      </a:lnTo>
                      <a:cubicBezTo>
                        <a:pt x="866680" y="3524"/>
                        <a:pt x="771049" y="-1715"/>
                        <a:pt x="673989" y="32861"/>
                      </a:cubicBezTo>
                      <a:cubicBezTo>
                        <a:pt x="584549" y="64675"/>
                        <a:pt x="475488" y="137732"/>
                        <a:pt x="463772" y="305276"/>
                      </a:cubicBezTo>
                      <a:cubicBezTo>
                        <a:pt x="453390" y="452819"/>
                        <a:pt x="364617" y="494919"/>
                        <a:pt x="261842" y="543687"/>
                      </a:cubicBezTo>
                      <a:cubicBezTo>
                        <a:pt x="174403" y="585216"/>
                        <a:pt x="75343" y="632270"/>
                        <a:pt x="2857" y="753523"/>
                      </a:cubicBezTo>
                      <a:lnTo>
                        <a:pt x="0" y="751808"/>
                      </a:lnTo>
                      <a:cubicBezTo>
                        <a:pt x="73057" y="629698"/>
                        <a:pt x="172593" y="582454"/>
                        <a:pt x="260413" y="540734"/>
                      </a:cubicBezTo>
                      <a:cubicBezTo>
                        <a:pt x="362236" y="492347"/>
                        <a:pt x="450247" y="450628"/>
                        <a:pt x="460438" y="305086"/>
                      </a:cubicBezTo>
                      <a:cubicBezTo>
                        <a:pt x="465677" y="230315"/>
                        <a:pt x="490442" y="167735"/>
                        <a:pt x="533876" y="119158"/>
                      </a:cubicBezTo>
                      <a:cubicBezTo>
                        <a:pt x="568643" y="80296"/>
                        <a:pt x="615410" y="50197"/>
                        <a:pt x="672941" y="29813"/>
                      </a:cubicBezTo>
                      <a:cubicBezTo>
                        <a:pt x="747522" y="3239"/>
                        <a:pt x="821246" y="0"/>
                        <a:pt x="852392" y="0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pic>
              <p:nvPicPr>
                <p:cNvPr id="86" name="稻壳儿：耗崽 1-23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b="14126" r="29972"/>
                <a:stretch>
                  <a:fillRect/>
                </a:stretch>
              </p:blipFill>
              <p:spPr>
                <a:xfrm>
                  <a:off x="10035271" y="4983806"/>
                  <a:ext cx="2156729" cy="187336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8" name="组合 67"/>
            <p:cNvGrpSpPr/>
            <p:nvPr/>
          </p:nvGrpSpPr>
          <p:grpSpPr>
            <a:xfrm>
              <a:off x="623888" y="454345"/>
              <a:ext cx="10653705" cy="748980"/>
              <a:chOff x="623888" y="454345"/>
              <a:chExt cx="10653705" cy="748980"/>
            </a:xfrm>
          </p:grpSpPr>
          <p:sp>
            <p:nvSpPr>
              <p:cNvPr id="69" name="稻壳儿：耗崽 1-24"/>
              <p:cNvSpPr txBox="1"/>
              <p:nvPr/>
            </p:nvSpPr>
            <p:spPr>
              <a:xfrm>
                <a:off x="623888" y="454345"/>
                <a:ext cx="10653705" cy="615553"/>
              </a:xfrm>
              <a:prstGeom prst="rect">
                <a:avLst/>
              </a:prstGeom>
              <a:noFill/>
            </p:spPr>
            <p:txBody>
              <a:bodyPr bIns="0" lIns="0" rIns="0" rtlCol="0" tIns="0" wrap="square">
                <a:spAutoFit/>
              </a:bodyPr>
              <a:lstStyle/>
              <a:p>
                <a:pPr lvl="0">
                  <a:defRPr/>
                </a:pPr>
                <a:r>
                  <a:rPr altLang="en-US" b="1" dirty="0" lang="zh-CN" sz="4000">
                    <a:solidFill>
                      <a:srgbClr val="42556C"/>
                    </a:solidFill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rPr>
                  <a:t>过程与方法目标</a:t>
                </a:r>
              </a:p>
            </p:txBody>
          </p:sp>
          <p:grpSp>
            <p:nvGrpSpPr>
              <p:cNvPr id="70" name="Group 55"/>
              <p:cNvGrpSpPr/>
              <p:nvPr/>
            </p:nvGrpSpPr>
            <p:grpSpPr>
              <a:xfrm>
                <a:off x="675898" y="1130300"/>
                <a:ext cx="362272" cy="73025"/>
                <a:chOff x="7340600" y="4686300"/>
                <a:chExt cx="504030" cy="101600"/>
              </a:xfrm>
              <a:solidFill>
                <a:srgbClr val="42556C"/>
              </a:solidFill>
            </p:grpSpPr>
            <p:sp>
              <p:nvSpPr>
                <p:cNvPr id="71" name="稻壳儿：耗崽 1-25"/>
                <p:cNvSpPr/>
                <p:nvPr/>
              </p:nvSpPr>
              <p:spPr>
                <a:xfrm>
                  <a:off x="734060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2" name="稻壳儿：耗崽 1-26"/>
                <p:cNvSpPr/>
                <p:nvPr/>
              </p:nvSpPr>
              <p:spPr>
                <a:xfrm>
                  <a:off x="7541815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dirty="0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73" name="稻壳儿：耗崽 1-27"/>
                <p:cNvSpPr/>
                <p:nvPr/>
              </p:nvSpPr>
              <p:spPr>
                <a:xfrm>
                  <a:off x="774303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</p:grpSp>
        </p:grpSp>
      </p:grpSp>
      <p:sp>
        <p:nvSpPr>
          <p:cNvPr id="100" name="稻壳儿：耗崽 2"/>
          <p:cNvSpPr/>
          <p:nvPr/>
        </p:nvSpPr>
        <p:spPr bwMode="auto">
          <a:xfrm>
            <a:off x="1222167" y="3379002"/>
            <a:ext cx="2269343" cy="2274985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20000"/>
              </a:srgbClr>
            </a:solidFill>
          </a:ln>
          <a:effectLst>
            <a:outerShdw algn="ctr" blurRad="63500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01" name="稻壳儿：耗崽 3"/>
          <p:cNvSpPr/>
          <p:nvPr/>
        </p:nvSpPr>
        <p:spPr bwMode="auto">
          <a:xfrm>
            <a:off x="3731442" y="3379002"/>
            <a:ext cx="2269343" cy="2274986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20000"/>
              </a:srgbClr>
            </a:solidFill>
          </a:ln>
          <a:effectLst>
            <a:outerShdw algn="ctr" blurRad="63500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02" name="稻壳儿：耗崽 4"/>
          <p:cNvSpPr/>
          <p:nvPr/>
        </p:nvSpPr>
        <p:spPr bwMode="auto">
          <a:xfrm>
            <a:off x="6240717" y="3379002"/>
            <a:ext cx="2269343" cy="2274986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20000"/>
              </a:srgbClr>
            </a:solidFill>
          </a:ln>
          <a:effectLst>
            <a:outerShdw algn="ctr" blurRad="63500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03" name="稻壳儿：耗崽 5"/>
          <p:cNvSpPr/>
          <p:nvPr/>
        </p:nvSpPr>
        <p:spPr bwMode="auto">
          <a:xfrm>
            <a:off x="8749991" y="3379002"/>
            <a:ext cx="2269343" cy="2274986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20000"/>
              </a:srgbClr>
            </a:solidFill>
          </a:ln>
          <a:effectLst>
            <a:outerShdw algn="ctr" blurRad="63500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" name="稻壳儿：耗崽 6"/>
          <p:cNvSpPr/>
          <p:nvPr/>
        </p:nvSpPr>
        <p:spPr bwMode="auto">
          <a:xfrm>
            <a:off x="8749991" y="1869390"/>
            <a:ext cx="2269343" cy="3794652"/>
          </a:xfrm>
          <a:prstGeom prst="rect">
            <a:avLst/>
          </a:prstGeom>
          <a:noFill/>
          <a:ln algn="ctr" cap="flat" cmpd="sng" w="3175">
            <a:solidFill>
              <a:srgbClr val="0F4061"/>
            </a:solidFill>
            <a:prstDash val="solid"/>
            <a:round/>
            <a:headEnd len="med" type="none" w="med"/>
            <a:tailEnd len="med" type="none" w="med"/>
          </a:ln>
          <a:effectLst/>
        </p:spPr>
        <p:txBody>
          <a:bodyPr anchor="t" anchorCtr="0" bIns="60960" compatLnSpc="1" lIns="121920" numCol="1" rIns="121920" rtlCol="0" tIns="60960" vert="horz" wrap="square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7465">
              <a:solidFill>
                <a:srgbClr val="000000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3" name="稻壳儿：耗崽 7"/>
          <p:cNvSpPr/>
          <p:nvPr/>
        </p:nvSpPr>
        <p:spPr bwMode="auto">
          <a:xfrm>
            <a:off x="6240717" y="1869390"/>
            <a:ext cx="2269343" cy="3794652"/>
          </a:xfrm>
          <a:prstGeom prst="rect">
            <a:avLst/>
          </a:prstGeom>
          <a:noFill/>
          <a:ln algn="ctr" cap="flat" cmpd="sng" w="3175">
            <a:solidFill>
              <a:srgbClr val="0F4061"/>
            </a:solidFill>
            <a:prstDash val="solid"/>
            <a:round/>
            <a:headEnd len="med" type="none" w="med"/>
            <a:tailEnd len="med" type="none" w="med"/>
          </a:ln>
          <a:effectLst/>
        </p:spPr>
        <p:txBody>
          <a:bodyPr anchor="t" anchorCtr="0" bIns="60960" compatLnSpc="1" lIns="121920" numCol="1" rIns="121920" rtlCol="0" tIns="60960" vert="horz" wrap="square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7465">
              <a:solidFill>
                <a:srgbClr val="000000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4" name="稻壳儿：耗崽 8"/>
          <p:cNvSpPr/>
          <p:nvPr/>
        </p:nvSpPr>
        <p:spPr bwMode="auto">
          <a:xfrm>
            <a:off x="1222167" y="1869390"/>
            <a:ext cx="2269343" cy="3794652"/>
          </a:xfrm>
          <a:prstGeom prst="rect">
            <a:avLst/>
          </a:prstGeom>
          <a:noFill/>
          <a:ln algn="ctr" cap="flat" cmpd="sng" w="3175">
            <a:solidFill>
              <a:srgbClr val="0F4061"/>
            </a:solidFill>
            <a:prstDash val="solid"/>
            <a:round/>
            <a:headEnd len="med" type="none" w="med"/>
            <a:tailEnd len="med" type="none" w="med"/>
          </a:ln>
          <a:effectLst/>
        </p:spPr>
        <p:txBody>
          <a:bodyPr anchor="t" anchorCtr="0" bIns="60960" compatLnSpc="1" lIns="121920" numCol="1" rIns="121920" rtlCol="0" tIns="60960" vert="horz" wrap="square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7465">
              <a:solidFill>
                <a:srgbClr val="000000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5" name="稻壳儿：耗崽 9"/>
          <p:cNvSpPr/>
          <p:nvPr/>
        </p:nvSpPr>
        <p:spPr bwMode="auto">
          <a:xfrm>
            <a:off x="3731442" y="1869390"/>
            <a:ext cx="2269343" cy="3794652"/>
          </a:xfrm>
          <a:prstGeom prst="rect">
            <a:avLst/>
          </a:prstGeom>
          <a:noFill/>
          <a:ln algn="ctr" cap="flat" cmpd="sng" w="3175">
            <a:solidFill>
              <a:srgbClr val="0F4061"/>
            </a:solidFill>
            <a:prstDash val="solid"/>
            <a:round/>
            <a:headEnd len="med" type="none" w="med"/>
            <a:tailEnd len="med" type="none" w="med"/>
          </a:ln>
          <a:effectLst/>
        </p:spPr>
        <p:txBody>
          <a:bodyPr anchor="t" anchorCtr="0" bIns="60960" compatLnSpc="1" lIns="121920" numCol="1" rIns="121920" rtlCol="0" tIns="60960" vert="horz" wrap="square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7465">
              <a:solidFill>
                <a:srgbClr val="000000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7" name="稻壳儿：耗崽 10"/>
          <p:cNvSpPr>
            <a:spLocks noChangeArrowheads="1" noChangeAspect="1" noTextEdit="1"/>
          </p:cNvSpPr>
          <p:nvPr/>
        </p:nvSpPr>
        <p:spPr bwMode="auto">
          <a:xfrm>
            <a:off x="1221307" y="1677368"/>
            <a:ext cx="1799167" cy="299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 bIns="60960" compatLnSpc="1" lIns="121920" numCol="1" rIns="121920" tIns="60960" vert="horz" wrap="square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20" name="稻壳儿：耗崽 11"/>
          <p:cNvGrpSpPr/>
          <p:nvPr/>
        </p:nvGrpSpPr>
        <p:grpSpPr>
          <a:xfrm>
            <a:off x="6256965" y="2100133"/>
            <a:ext cx="1794935" cy="1031393"/>
            <a:chOff x="677061" y="2165221"/>
            <a:chExt cx="1480821" cy="850900"/>
          </a:xfrm>
        </p:grpSpPr>
        <p:sp>
          <p:nvSpPr>
            <p:cNvPr id="24" name="稻壳儿：耗崽 11-1"/>
            <p:cNvSpPr/>
            <p:nvPr/>
          </p:nvSpPr>
          <p:spPr bwMode="auto">
            <a:xfrm>
              <a:off x="680554" y="2165221"/>
              <a:ext cx="1477328" cy="850900"/>
            </a:xfrm>
            <a:custGeom>
              <a:avLst/>
              <a:gdLst>
                <a:gd fmla="*/ 0 w 358" name="T0"/>
                <a:gd fmla="*/ 202 h 227" name="T1"/>
                <a:gd fmla="*/ 89 w 358" name="T2"/>
                <a:gd fmla="*/ 227 h 227" name="T3"/>
                <a:gd fmla="*/ 218 w 358" name="T4"/>
                <a:gd fmla="*/ 227 h 227" name="T5"/>
                <a:gd fmla="*/ 268 w 358" name="T6"/>
                <a:gd fmla="*/ 227 h 227" name="T7"/>
                <a:gd fmla="*/ 284 w 358" name="T8"/>
                <a:gd fmla="*/ 227 h 227" name="T9"/>
                <a:gd fmla="*/ 284 w 358" name="T10"/>
                <a:gd fmla="*/ 227 h 227" name="T11"/>
                <a:gd fmla="*/ 287 w 358" name="T12"/>
                <a:gd fmla="*/ 227 h 227" name="T13"/>
                <a:gd fmla="*/ 358 w 358" name="T14"/>
                <a:gd fmla="*/ 130 h 227" name="T15"/>
                <a:gd fmla="*/ 358 w 358" name="T16"/>
                <a:gd fmla="*/ 129 h 227" name="T17"/>
                <a:gd fmla="*/ 358 w 358" name="T18"/>
                <a:gd fmla="*/ 128 h 227" name="T19"/>
                <a:gd fmla="*/ 358 w 358" name="T20"/>
                <a:gd fmla="*/ 127 h 227" name="T21"/>
                <a:gd fmla="*/ 287 w 358" name="T22"/>
                <a:gd fmla="*/ 28 h 227" name="T23"/>
                <a:gd fmla="*/ 284 w 358" name="T24"/>
                <a:gd fmla="*/ 28 h 227" name="T25"/>
                <a:gd fmla="*/ 268 w 358" name="T26"/>
                <a:gd fmla="*/ 28 h 227" name="T27"/>
                <a:gd fmla="*/ 218 w 358" name="T28"/>
                <a:gd fmla="*/ 28 h 227" name="T29"/>
                <a:gd fmla="*/ 93 w 358" name="T30"/>
                <a:gd fmla="*/ 28 h 227" name="T31"/>
                <a:gd fmla="*/ 0 w 358" name="T32"/>
                <a:gd fmla="*/ 0 h 227" name="T33"/>
                <a:gd fmla="*/ 0 w 358" name="T34"/>
                <a:gd fmla="*/ 202 h 227" name="T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b="b" l="0" r="r" t="0"/>
              <a:pathLst>
                <a:path h="227" w="358">
                  <a:moveTo>
                    <a:pt x="0" y="202"/>
                  </a:moveTo>
                  <a:cubicBezTo>
                    <a:pt x="20" y="224"/>
                    <a:pt x="89" y="227"/>
                    <a:pt x="89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68" y="227"/>
                    <a:pt x="268" y="227"/>
                    <a:pt x="268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5" y="227"/>
                    <a:pt x="286" y="227"/>
                    <a:pt x="287" y="227"/>
                  </a:cubicBezTo>
                  <a:cubicBezTo>
                    <a:pt x="326" y="227"/>
                    <a:pt x="357" y="183"/>
                    <a:pt x="358" y="130"/>
                  </a:cubicBezTo>
                  <a:cubicBezTo>
                    <a:pt x="358" y="129"/>
                    <a:pt x="358" y="129"/>
                    <a:pt x="358" y="129"/>
                  </a:cubicBezTo>
                  <a:cubicBezTo>
                    <a:pt x="358" y="129"/>
                    <a:pt x="358" y="129"/>
                    <a:pt x="358" y="128"/>
                  </a:cubicBezTo>
                  <a:cubicBezTo>
                    <a:pt x="358" y="128"/>
                    <a:pt x="358" y="128"/>
                    <a:pt x="358" y="127"/>
                  </a:cubicBezTo>
                  <a:cubicBezTo>
                    <a:pt x="358" y="73"/>
                    <a:pt x="326" y="28"/>
                    <a:pt x="287" y="28"/>
                  </a:cubicBezTo>
                  <a:cubicBezTo>
                    <a:pt x="286" y="28"/>
                    <a:pt x="285" y="28"/>
                    <a:pt x="284" y="28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188" y="28"/>
                    <a:pt x="104" y="28"/>
                    <a:pt x="93" y="28"/>
                  </a:cubicBezTo>
                  <a:cubicBezTo>
                    <a:pt x="19" y="24"/>
                    <a:pt x="0" y="0"/>
                    <a:pt x="0" y="0"/>
                  </a:cubicBezTo>
                  <a:cubicBezTo>
                    <a:pt x="0" y="0"/>
                    <a:pt x="0" y="19"/>
                    <a:pt x="0" y="202"/>
                  </a:cubicBezTo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5" name="稻壳儿：耗崽 11-2"/>
            <p:cNvSpPr/>
            <p:nvPr/>
          </p:nvSpPr>
          <p:spPr bwMode="auto">
            <a:xfrm>
              <a:off x="677061" y="2210226"/>
              <a:ext cx="1438910" cy="773112"/>
            </a:xfrm>
            <a:custGeom>
              <a:avLst/>
              <a:gdLst>
                <a:gd fmla="*/ 349 w 349" name="T0"/>
                <a:gd fmla="*/ 117 h 206" name="T1"/>
                <a:gd fmla="*/ 349 w 349" name="T2"/>
                <a:gd fmla="*/ 118 h 206" name="T3"/>
                <a:gd fmla="*/ 278 w 349" name="T4"/>
                <a:gd fmla="*/ 206 h 206" name="T5"/>
                <a:gd fmla="*/ 277 w 349" name="T6"/>
                <a:gd fmla="*/ 206 h 206" name="T7"/>
                <a:gd fmla="*/ 277 w 349" name="T8"/>
                <a:gd fmla="*/ 206 h 206" name="T9"/>
                <a:gd fmla="*/ 211 w 349" name="T10"/>
                <a:gd fmla="*/ 206 h 206" name="T11"/>
                <a:gd fmla="*/ 52 w 349" name="T12"/>
                <a:gd fmla="*/ 203 h 206" name="T13"/>
                <a:gd fmla="*/ 0 w 349" name="T14"/>
                <a:gd fmla="*/ 184 h 206" name="T15"/>
                <a:gd fmla="*/ 2 w 349" name="T16"/>
                <a:gd fmla="*/ 182 h 206" name="T17"/>
                <a:gd fmla="*/ 52 w 349" name="T18"/>
                <a:gd fmla="*/ 200 h 206" name="T19"/>
                <a:gd fmla="*/ 88 w 349" name="T20"/>
                <a:gd fmla="*/ 203 h 206" name="T21"/>
                <a:gd fmla="*/ 259 w 349" name="T22"/>
                <a:gd fmla="*/ 203 h 206" name="T23"/>
                <a:gd fmla="*/ 274 w 349" name="T24"/>
                <a:gd fmla="*/ 203 h 206" name="T25"/>
                <a:gd fmla="*/ 278 w 349" name="T26"/>
                <a:gd fmla="*/ 203 h 206" name="T27"/>
                <a:gd fmla="*/ 346 w 349" name="T28"/>
                <a:gd fmla="*/ 117 h 206" name="T29"/>
                <a:gd fmla="*/ 346 w 349" name="T30"/>
                <a:gd fmla="*/ 117 h 206" name="T31"/>
                <a:gd fmla="*/ 346 w 349" name="T32"/>
                <a:gd fmla="*/ 116 h 206" name="T33"/>
                <a:gd fmla="*/ 346 w 349" name="T34"/>
                <a:gd fmla="*/ 116 h 206" name="T35"/>
                <a:gd fmla="*/ 326 w 349" name="T36"/>
                <a:gd fmla="*/ 53 h 206" name="T37"/>
                <a:gd fmla="*/ 278 w 349" name="T38"/>
                <a:gd fmla="*/ 28 h 206" name="T39"/>
                <a:gd fmla="*/ 275 w 349" name="T40"/>
                <a:gd fmla="*/ 28 h 206" name="T41"/>
                <a:gd fmla="*/ 259 w 349" name="T42"/>
                <a:gd fmla="*/ 28 h 206" name="T43"/>
                <a:gd fmla="*/ 109 w 349" name="T44"/>
                <a:gd fmla="*/ 28 h 206" name="T45"/>
                <a:gd fmla="*/ 92 w 349" name="T46"/>
                <a:gd fmla="*/ 28 h 206" name="T47"/>
                <a:gd fmla="*/ 92 w 349" name="T48"/>
                <a:gd fmla="*/ 28 h 206" name="T49"/>
                <a:gd fmla="*/ 0 w 349" name="T50"/>
                <a:gd fmla="*/ 2 h 206" name="T51"/>
                <a:gd fmla="*/ 2 w 349" name="T52"/>
                <a:gd fmla="*/ 0 h 206" name="T53"/>
                <a:gd fmla="*/ 3 w 349" name="T54"/>
                <a:gd fmla="*/ 1 h 206" name="T55"/>
                <a:gd fmla="*/ 6 w 349" name="T56"/>
                <a:gd fmla="*/ 3 h 206" name="T57"/>
                <a:gd fmla="*/ 20 w 349" name="T58"/>
                <a:gd fmla="*/ 11 h 206" name="T59"/>
                <a:gd fmla="*/ 92 w 349" name="T60"/>
                <a:gd fmla="*/ 25 h 206" name="T61"/>
                <a:gd fmla="*/ 109 w 349" name="T62"/>
                <a:gd fmla="*/ 25 h 206" name="T63"/>
                <a:gd fmla="*/ 211 w 349" name="T64"/>
                <a:gd fmla="*/ 25 h 206" name="T65"/>
                <a:gd fmla="*/ 275 w 349" name="T66"/>
                <a:gd fmla="*/ 25 h 206" name="T67"/>
                <a:gd fmla="*/ 278 w 349" name="T68"/>
                <a:gd fmla="*/ 25 h 206" name="T69"/>
                <a:gd fmla="*/ 328 w 349" name="T70"/>
                <a:gd fmla="*/ 52 h 206" name="T71"/>
                <a:gd fmla="*/ 349 w 349" name="T72"/>
                <a:gd fmla="*/ 116 h 206" name="T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b="b" l="0" r="r" t="0"/>
              <a:pathLst>
                <a:path h="206" w="349">
                  <a:moveTo>
                    <a:pt x="349" y="117"/>
                  </a:move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8"/>
                  </a:cubicBezTo>
                  <a:cubicBezTo>
                    <a:pt x="349" y="118"/>
                    <a:pt x="349" y="118"/>
                    <a:pt x="349" y="118"/>
                  </a:cubicBezTo>
                  <a:cubicBezTo>
                    <a:pt x="348" y="166"/>
                    <a:pt x="317" y="206"/>
                    <a:pt x="278" y="206"/>
                  </a:cubicBezTo>
                  <a:cubicBezTo>
                    <a:pt x="278" y="206"/>
                    <a:pt x="278" y="206"/>
                    <a:pt x="278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59" y="206"/>
                    <a:pt x="259" y="206"/>
                    <a:pt x="259" y="206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88" y="206"/>
                    <a:pt x="88" y="206"/>
                    <a:pt x="88" y="206"/>
                  </a:cubicBezTo>
                  <a:cubicBezTo>
                    <a:pt x="88" y="206"/>
                    <a:pt x="71" y="206"/>
                    <a:pt x="52" y="203"/>
                  </a:cubicBezTo>
                  <a:cubicBezTo>
                    <a:pt x="52" y="203"/>
                    <a:pt x="52" y="203"/>
                    <a:pt x="52" y="203"/>
                  </a:cubicBezTo>
                  <a:cubicBezTo>
                    <a:pt x="32" y="200"/>
                    <a:pt x="11" y="19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2" y="182"/>
                    <a:pt x="2" y="182"/>
                    <a:pt x="2" y="182"/>
                  </a:cubicBezTo>
                  <a:cubicBezTo>
                    <a:pt x="11" y="191"/>
                    <a:pt x="33" y="197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71" y="203"/>
                    <a:pt x="88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211" y="203"/>
                    <a:pt x="211" y="203"/>
                    <a:pt x="211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3"/>
                    <a:pt x="275" y="203"/>
                    <a:pt x="275" y="203"/>
                  </a:cubicBezTo>
                  <a:cubicBezTo>
                    <a:pt x="276" y="203"/>
                    <a:pt x="277" y="203"/>
                    <a:pt x="278" y="203"/>
                  </a:cubicBezTo>
                  <a:cubicBezTo>
                    <a:pt x="278" y="203"/>
                    <a:pt x="278" y="203"/>
                    <a:pt x="278" y="203"/>
                  </a:cubicBezTo>
                  <a:cubicBezTo>
                    <a:pt x="315" y="203"/>
                    <a:pt x="345" y="165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91"/>
                    <a:pt x="338" y="69"/>
                    <a:pt x="326" y="53"/>
                  </a:cubicBezTo>
                  <a:cubicBezTo>
                    <a:pt x="326" y="53"/>
                    <a:pt x="326" y="53"/>
                    <a:pt x="326" y="53"/>
                  </a:cubicBezTo>
                  <a:cubicBezTo>
                    <a:pt x="313" y="38"/>
                    <a:pt x="296" y="28"/>
                    <a:pt x="278" y="28"/>
                  </a:cubicBezTo>
                  <a:cubicBezTo>
                    <a:pt x="278" y="28"/>
                    <a:pt x="278" y="28"/>
                    <a:pt x="278" y="28"/>
                  </a:cubicBezTo>
                  <a:cubicBezTo>
                    <a:pt x="277" y="28"/>
                    <a:pt x="276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59" y="28"/>
                    <a:pt x="259" y="28"/>
                    <a:pt x="259" y="28"/>
                  </a:cubicBezTo>
                  <a:cubicBezTo>
                    <a:pt x="211" y="28"/>
                    <a:pt x="211" y="28"/>
                    <a:pt x="211" y="28"/>
                  </a:cubicBezTo>
                  <a:cubicBezTo>
                    <a:pt x="191" y="28"/>
                    <a:pt x="178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70" y="28"/>
                    <a:pt x="96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9" y="2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5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9" y="5"/>
                    <a:pt x="13" y="8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33" y="17"/>
                    <a:pt x="56" y="23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6" y="25"/>
                    <a:pt x="70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78" y="25"/>
                    <a:pt x="191" y="25"/>
                    <a:pt x="211" y="25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59" y="25"/>
                    <a:pt x="259" y="25"/>
                    <a:pt x="259" y="25"/>
                  </a:cubicBezTo>
                  <a:cubicBezTo>
                    <a:pt x="275" y="25"/>
                    <a:pt x="275" y="25"/>
                    <a:pt x="275" y="25"/>
                  </a:cubicBezTo>
                  <a:cubicBezTo>
                    <a:pt x="276" y="25"/>
                    <a:pt x="277" y="25"/>
                    <a:pt x="278" y="25"/>
                  </a:cubicBezTo>
                  <a:cubicBezTo>
                    <a:pt x="278" y="25"/>
                    <a:pt x="278" y="25"/>
                    <a:pt x="278" y="25"/>
                  </a:cubicBezTo>
                  <a:cubicBezTo>
                    <a:pt x="297" y="25"/>
                    <a:pt x="315" y="35"/>
                    <a:pt x="328" y="52"/>
                  </a:cubicBezTo>
                  <a:cubicBezTo>
                    <a:pt x="328" y="52"/>
                    <a:pt x="328" y="52"/>
                    <a:pt x="328" y="52"/>
                  </a:cubicBezTo>
                  <a:cubicBezTo>
                    <a:pt x="341" y="68"/>
                    <a:pt x="349" y="91"/>
                    <a:pt x="349" y="116"/>
                  </a:cubicBezTo>
                  <a:cubicBezTo>
                    <a:pt x="349" y="116"/>
                    <a:pt x="349" y="116"/>
                    <a:pt x="349" y="116"/>
                  </a:cubicBezTo>
                  <a:cubicBezTo>
                    <a:pt x="349" y="116"/>
                    <a:pt x="349" y="116"/>
                    <a:pt x="349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1" name="稻壳儿：耗崽 12"/>
          <p:cNvSpPr/>
          <p:nvPr/>
        </p:nvSpPr>
        <p:spPr bwMode="auto">
          <a:xfrm>
            <a:off x="6384418" y="2534066"/>
            <a:ext cx="132266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med" type="none" w="med"/>
                <a:tailEnd len="med" type="none" w="med"/>
              </a14:hiddenLine>
            </a:ext>
          </a:extLst>
        </p:spPr>
        <p:txBody>
          <a:bodyPr anchor="t" bIns="0" lIns="0" rIns="0" tIns="0">
            <a:spAutoFit/>
          </a:bodyPr>
          <a:lstStyle/>
          <a:p>
            <a:pPr lvl="0">
              <a:defRPr/>
            </a:pPr>
            <a:r>
              <a:rPr altLang="en-US" b="1" dirty="0" lang="zh-CN">
                <a:solidFill>
                  <a:schemeClr val="bg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过程与方法</a:t>
            </a:r>
          </a:p>
        </p:txBody>
      </p:sp>
      <p:grpSp>
        <p:nvGrpSpPr>
          <p:cNvPr id="27" name="稻壳儿：耗崽 13"/>
          <p:cNvGrpSpPr/>
          <p:nvPr/>
        </p:nvGrpSpPr>
        <p:grpSpPr>
          <a:xfrm>
            <a:off x="1221170" y="2100133"/>
            <a:ext cx="1794935" cy="1031393"/>
            <a:chOff x="677061" y="2165221"/>
            <a:chExt cx="1480821" cy="850900"/>
          </a:xfrm>
        </p:grpSpPr>
        <p:sp>
          <p:nvSpPr>
            <p:cNvPr id="31" name="稻壳儿：耗崽 13-1"/>
            <p:cNvSpPr/>
            <p:nvPr/>
          </p:nvSpPr>
          <p:spPr bwMode="auto">
            <a:xfrm>
              <a:off x="680554" y="2165221"/>
              <a:ext cx="1477328" cy="850900"/>
            </a:xfrm>
            <a:custGeom>
              <a:avLst/>
              <a:gdLst>
                <a:gd fmla="*/ 0 w 358" name="T0"/>
                <a:gd fmla="*/ 202 h 227" name="T1"/>
                <a:gd fmla="*/ 89 w 358" name="T2"/>
                <a:gd fmla="*/ 227 h 227" name="T3"/>
                <a:gd fmla="*/ 218 w 358" name="T4"/>
                <a:gd fmla="*/ 227 h 227" name="T5"/>
                <a:gd fmla="*/ 268 w 358" name="T6"/>
                <a:gd fmla="*/ 227 h 227" name="T7"/>
                <a:gd fmla="*/ 284 w 358" name="T8"/>
                <a:gd fmla="*/ 227 h 227" name="T9"/>
                <a:gd fmla="*/ 284 w 358" name="T10"/>
                <a:gd fmla="*/ 227 h 227" name="T11"/>
                <a:gd fmla="*/ 287 w 358" name="T12"/>
                <a:gd fmla="*/ 227 h 227" name="T13"/>
                <a:gd fmla="*/ 358 w 358" name="T14"/>
                <a:gd fmla="*/ 130 h 227" name="T15"/>
                <a:gd fmla="*/ 358 w 358" name="T16"/>
                <a:gd fmla="*/ 129 h 227" name="T17"/>
                <a:gd fmla="*/ 358 w 358" name="T18"/>
                <a:gd fmla="*/ 128 h 227" name="T19"/>
                <a:gd fmla="*/ 358 w 358" name="T20"/>
                <a:gd fmla="*/ 127 h 227" name="T21"/>
                <a:gd fmla="*/ 287 w 358" name="T22"/>
                <a:gd fmla="*/ 28 h 227" name="T23"/>
                <a:gd fmla="*/ 284 w 358" name="T24"/>
                <a:gd fmla="*/ 28 h 227" name="T25"/>
                <a:gd fmla="*/ 268 w 358" name="T26"/>
                <a:gd fmla="*/ 28 h 227" name="T27"/>
                <a:gd fmla="*/ 218 w 358" name="T28"/>
                <a:gd fmla="*/ 28 h 227" name="T29"/>
                <a:gd fmla="*/ 93 w 358" name="T30"/>
                <a:gd fmla="*/ 28 h 227" name="T31"/>
                <a:gd fmla="*/ 0 w 358" name="T32"/>
                <a:gd fmla="*/ 0 h 227" name="T33"/>
                <a:gd fmla="*/ 0 w 358" name="T34"/>
                <a:gd fmla="*/ 202 h 227" name="T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b="b" l="0" r="r" t="0"/>
              <a:pathLst>
                <a:path h="227" w="358">
                  <a:moveTo>
                    <a:pt x="0" y="202"/>
                  </a:moveTo>
                  <a:cubicBezTo>
                    <a:pt x="20" y="224"/>
                    <a:pt x="89" y="227"/>
                    <a:pt x="89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68" y="227"/>
                    <a:pt x="268" y="227"/>
                    <a:pt x="268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5" y="227"/>
                    <a:pt x="286" y="227"/>
                    <a:pt x="287" y="227"/>
                  </a:cubicBezTo>
                  <a:cubicBezTo>
                    <a:pt x="326" y="227"/>
                    <a:pt x="357" y="183"/>
                    <a:pt x="358" y="130"/>
                  </a:cubicBezTo>
                  <a:cubicBezTo>
                    <a:pt x="358" y="129"/>
                    <a:pt x="358" y="129"/>
                    <a:pt x="358" y="129"/>
                  </a:cubicBezTo>
                  <a:cubicBezTo>
                    <a:pt x="358" y="129"/>
                    <a:pt x="358" y="129"/>
                    <a:pt x="358" y="128"/>
                  </a:cubicBezTo>
                  <a:cubicBezTo>
                    <a:pt x="358" y="128"/>
                    <a:pt x="358" y="128"/>
                    <a:pt x="358" y="127"/>
                  </a:cubicBezTo>
                  <a:cubicBezTo>
                    <a:pt x="358" y="73"/>
                    <a:pt x="326" y="28"/>
                    <a:pt x="287" y="28"/>
                  </a:cubicBezTo>
                  <a:cubicBezTo>
                    <a:pt x="286" y="28"/>
                    <a:pt x="285" y="28"/>
                    <a:pt x="284" y="28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188" y="28"/>
                    <a:pt x="104" y="28"/>
                    <a:pt x="93" y="28"/>
                  </a:cubicBezTo>
                  <a:cubicBezTo>
                    <a:pt x="19" y="24"/>
                    <a:pt x="0" y="0"/>
                    <a:pt x="0" y="0"/>
                  </a:cubicBezTo>
                  <a:cubicBezTo>
                    <a:pt x="0" y="0"/>
                    <a:pt x="0" y="19"/>
                    <a:pt x="0" y="202"/>
                  </a:cubicBezTo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2" name="稻壳儿：耗崽 13-2"/>
            <p:cNvSpPr/>
            <p:nvPr/>
          </p:nvSpPr>
          <p:spPr bwMode="auto">
            <a:xfrm>
              <a:off x="677061" y="2210225"/>
              <a:ext cx="1438910" cy="773112"/>
            </a:xfrm>
            <a:custGeom>
              <a:avLst/>
              <a:gdLst>
                <a:gd fmla="*/ 349 w 349" name="T0"/>
                <a:gd fmla="*/ 117 h 206" name="T1"/>
                <a:gd fmla="*/ 349 w 349" name="T2"/>
                <a:gd fmla="*/ 118 h 206" name="T3"/>
                <a:gd fmla="*/ 278 w 349" name="T4"/>
                <a:gd fmla="*/ 206 h 206" name="T5"/>
                <a:gd fmla="*/ 277 w 349" name="T6"/>
                <a:gd fmla="*/ 206 h 206" name="T7"/>
                <a:gd fmla="*/ 277 w 349" name="T8"/>
                <a:gd fmla="*/ 206 h 206" name="T9"/>
                <a:gd fmla="*/ 211 w 349" name="T10"/>
                <a:gd fmla="*/ 206 h 206" name="T11"/>
                <a:gd fmla="*/ 52 w 349" name="T12"/>
                <a:gd fmla="*/ 203 h 206" name="T13"/>
                <a:gd fmla="*/ 0 w 349" name="T14"/>
                <a:gd fmla="*/ 184 h 206" name="T15"/>
                <a:gd fmla="*/ 2 w 349" name="T16"/>
                <a:gd fmla="*/ 182 h 206" name="T17"/>
                <a:gd fmla="*/ 52 w 349" name="T18"/>
                <a:gd fmla="*/ 200 h 206" name="T19"/>
                <a:gd fmla="*/ 88 w 349" name="T20"/>
                <a:gd fmla="*/ 203 h 206" name="T21"/>
                <a:gd fmla="*/ 259 w 349" name="T22"/>
                <a:gd fmla="*/ 203 h 206" name="T23"/>
                <a:gd fmla="*/ 274 w 349" name="T24"/>
                <a:gd fmla="*/ 203 h 206" name="T25"/>
                <a:gd fmla="*/ 278 w 349" name="T26"/>
                <a:gd fmla="*/ 203 h 206" name="T27"/>
                <a:gd fmla="*/ 346 w 349" name="T28"/>
                <a:gd fmla="*/ 117 h 206" name="T29"/>
                <a:gd fmla="*/ 346 w 349" name="T30"/>
                <a:gd fmla="*/ 117 h 206" name="T31"/>
                <a:gd fmla="*/ 346 w 349" name="T32"/>
                <a:gd fmla="*/ 116 h 206" name="T33"/>
                <a:gd fmla="*/ 346 w 349" name="T34"/>
                <a:gd fmla="*/ 116 h 206" name="T35"/>
                <a:gd fmla="*/ 326 w 349" name="T36"/>
                <a:gd fmla="*/ 53 h 206" name="T37"/>
                <a:gd fmla="*/ 278 w 349" name="T38"/>
                <a:gd fmla="*/ 28 h 206" name="T39"/>
                <a:gd fmla="*/ 275 w 349" name="T40"/>
                <a:gd fmla="*/ 28 h 206" name="T41"/>
                <a:gd fmla="*/ 259 w 349" name="T42"/>
                <a:gd fmla="*/ 28 h 206" name="T43"/>
                <a:gd fmla="*/ 109 w 349" name="T44"/>
                <a:gd fmla="*/ 28 h 206" name="T45"/>
                <a:gd fmla="*/ 92 w 349" name="T46"/>
                <a:gd fmla="*/ 28 h 206" name="T47"/>
                <a:gd fmla="*/ 92 w 349" name="T48"/>
                <a:gd fmla="*/ 28 h 206" name="T49"/>
                <a:gd fmla="*/ 0 w 349" name="T50"/>
                <a:gd fmla="*/ 2 h 206" name="T51"/>
                <a:gd fmla="*/ 2 w 349" name="T52"/>
                <a:gd fmla="*/ 0 h 206" name="T53"/>
                <a:gd fmla="*/ 3 w 349" name="T54"/>
                <a:gd fmla="*/ 1 h 206" name="T55"/>
                <a:gd fmla="*/ 6 w 349" name="T56"/>
                <a:gd fmla="*/ 3 h 206" name="T57"/>
                <a:gd fmla="*/ 20 w 349" name="T58"/>
                <a:gd fmla="*/ 11 h 206" name="T59"/>
                <a:gd fmla="*/ 92 w 349" name="T60"/>
                <a:gd fmla="*/ 25 h 206" name="T61"/>
                <a:gd fmla="*/ 109 w 349" name="T62"/>
                <a:gd fmla="*/ 25 h 206" name="T63"/>
                <a:gd fmla="*/ 211 w 349" name="T64"/>
                <a:gd fmla="*/ 25 h 206" name="T65"/>
                <a:gd fmla="*/ 275 w 349" name="T66"/>
                <a:gd fmla="*/ 25 h 206" name="T67"/>
                <a:gd fmla="*/ 278 w 349" name="T68"/>
                <a:gd fmla="*/ 25 h 206" name="T69"/>
                <a:gd fmla="*/ 328 w 349" name="T70"/>
                <a:gd fmla="*/ 52 h 206" name="T71"/>
                <a:gd fmla="*/ 349 w 349" name="T72"/>
                <a:gd fmla="*/ 116 h 206" name="T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b="b" l="0" r="r" t="0"/>
              <a:pathLst>
                <a:path h="206" w="349">
                  <a:moveTo>
                    <a:pt x="349" y="117"/>
                  </a:move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8"/>
                  </a:cubicBezTo>
                  <a:cubicBezTo>
                    <a:pt x="349" y="118"/>
                    <a:pt x="349" y="118"/>
                    <a:pt x="349" y="118"/>
                  </a:cubicBezTo>
                  <a:cubicBezTo>
                    <a:pt x="348" y="166"/>
                    <a:pt x="317" y="206"/>
                    <a:pt x="278" y="206"/>
                  </a:cubicBezTo>
                  <a:cubicBezTo>
                    <a:pt x="278" y="206"/>
                    <a:pt x="278" y="206"/>
                    <a:pt x="278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59" y="206"/>
                    <a:pt x="259" y="206"/>
                    <a:pt x="259" y="206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88" y="206"/>
                    <a:pt x="88" y="206"/>
                    <a:pt x="88" y="206"/>
                  </a:cubicBezTo>
                  <a:cubicBezTo>
                    <a:pt x="88" y="206"/>
                    <a:pt x="71" y="206"/>
                    <a:pt x="52" y="203"/>
                  </a:cubicBezTo>
                  <a:cubicBezTo>
                    <a:pt x="52" y="203"/>
                    <a:pt x="52" y="203"/>
                    <a:pt x="52" y="203"/>
                  </a:cubicBezTo>
                  <a:cubicBezTo>
                    <a:pt x="32" y="200"/>
                    <a:pt x="11" y="19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2" y="182"/>
                    <a:pt x="2" y="182"/>
                    <a:pt x="2" y="182"/>
                  </a:cubicBezTo>
                  <a:cubicBezTo>
                    <a:pt x="11" y="191"/>
                    <a:pt x="33" y="197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71" y="203"/>
                    <a:pt x="88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211" y="203"/>
                    <a:pt x="211" y="203"/>
                    <a:pt x="211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3"/>
                    <a:pt x="275" y="203"/>
                    <a:pt x="275" y="203"/>
                  </a:cubicBezTo>
                  <a:cubicBezTo>
                    <a:pt x="276" y="203"/>
                    <a:pt x="277" y="203"/>
                    <a:pt x="278" y="203"/>
                  </a:cubicBezTo>
                  <a:cubicBezTo>
                    <a:pt x="278" y="203"/>
                    <a:pt x="278" y="203"/>
                    <a:pt x="278" y="203"/>
                  </a:cubicBezTo>
                  <a:cubicBezTo>
                    <a:pt x="315" y="203"/>
                    <a:pt x="345" y="165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91"/>
                    <a:pt x="338" y="69"/>
                    <a:pt x="326" y="53"/>
                  </a:cubicBezTo>
                  <a:cubicBezTo>
                    <a:pt x="326" y="53"/>
                    <a:pt x="326" y="53"/>
                    <a:pt x="326" y="53"/>
                  </a:cubicBezTo>
                  <a:cubicBezTo>
                    <a:pt x="313" y="38"/>
                    <a:pt x="296" y="28"/>
                    <a:pt x="278" y="28"/>
                  </a:cubicBezTo>
                  <a:cubicBezTo>
                    <a:pt x="278" y="28"/>
                    <a:pt x="278" y="28"/>
                    <a:pt x="278" y="28"/>
                  </a:cubicBezTo>
                  <a:cubicBezTo>
                    <a:pt x="277" y="28"/>
                    <a:pt x="276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59" y="28"/>
                    <a:pt x="259" y="28"/>
                    <a:pt x="259" y="28"/>
                  </a:cubicBezTo>
                  <a:cubicBezTo>
                    <a:pt x="211" y="28"/>
                    <a:pt x="211" y="28"/>
                    <a:pt x="211" y="28"/>
                  </a:cubicBezTo>
                  <a:cubicBezTo>
                    <a:pt x="191" y="28"/>
                    <a:pt x="178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70" y="28"/>
                    <a:pt x="96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9" y="2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5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9" y="5"/>
                    <a:pt x="13" y="8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33" y="17"/>
                    <a:pt x="56" y="23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6" y="25"/>
                    <a:pt x="70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78" y="25"/>
                    <a:pt x="191" y="25"/>
                    <a:pt x="211" y="25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59" y="25"/>
                    <a:pt x="259" y="25"/>
                    <a:pt x="259" y="25"/>
                  </a:cubicBezTo>
                  <a:cubicBezTo>
                    <a:pt x="275" y="25"/>
                    <a:pt x="275" y="25"/>
                    <a:pt x="275" y="25"/>
                  </a:cubicBezTo>
                  <a:cubicBezTo>
                    <a:pt x="276" y="25"/>
                    <a:pt x="277" y="25"/>
                    <a:pt x="278" y="25"/>
                  </a:cubicBezTo>
                  <a:cubicBezTo>
                    <a:pt x="278" y="25"/>
                    <a:pt x="278" y="25"/>
                    <a:pt x="278" y="25"/>
                  </a:cubicBezTo>
                  <a:cubicBezTo>
                    <a:pt x="297" y="25"/>
                    <a:pt x="315" y="35"/>
                    <a:pt x="328" y="52"/>
                  </a:cubicBezTo>
                  <a:cubicBezTo>
                    <a:pt x="328" y="52"/>
                    <a:pt x="328" y="52"/>
                    <a:pt x="328" y="52"/>
                  </a:cubicBezTo>
                  <a:cubicBezTo>
                    <a:pt x="341" y="68"/>
                    <a:pt x="349" y="91"/>
                    <a:pt x="349" y="116"/>
                  </a:cubicBezTo>
                  <a:cubicBezTo>
                    <a:pt x="349" y="116"/>
                    <a:pt x="349" y="116"/>
                    <a:pt x="349" y="116"/>
                  </a:cubicBezTo>
                  <a:cubicBezTo>
                    <a:pt x="349" y="116"/>
                    <a:pt x="349" y="116"/>
                    <a:pt x="349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8" name="稻壳儿：耗崽 14"/>
          <p:cNvSpPr/>
          <p:nvPr/>
        </p:nvSpPr>
        <p:spPr bwMode="auto">
          <a:xfrm>
            <a:off x="1401866" y="2534066"/>
            <a:ext cx="15634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med" type="none" w="med"/>
                <a:tailEnd len="med" type="none" w="med"/>
              </a14:hiddenLine>
            </a:ext>
          </a:extLst>
        </p:spPr>
        <p:txBody>
          <a:bodyPr anchor="t" bIns="0" lIns="0" rIns="0" tIns="0">
            <a:spAutoFit/>
          </a:bodyPr>
          <a:lstStyle/>
          <a:p>
            <a:pPr lvl="0">
              <a:defRPr/>
            </a:pPr>
            <a:r>
              <a:rPr altLang="en-US" b="1" dirty="0" lang="zh-CN">
                <a:solidFill>
                  <a:schemeClr val="bg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过程与方法</a:t>
            </a:r>
          </a:p>
        </p:txBody>
      </p:sp>
      <p:grpSp>
        <p:nvGrpSpPr>
          <p:cNvPr id="34" name="稻壳儿：耗崽 15"/>
          <p:cNvGrpSpPr/>
          <p:nvPr/>
        </p:nvGrpSpPr>
        <p:grpSpPr>
          <a:xfrm>
            <a:off x="3740913" y="2100133"/>
            <a:ext cx="1794935" cy="1031395"/>
            <a:chOff x="677061" y="2165220"/>
            <a:chExt cx="1480821" cy="850901"/>
          </a:xfrm>
        </p:grpSpPr>
        <p:sp>
          <p:nvSpPr>
            <p:cNvPr id="38" name="稻壳儿：耗崽 15-1"/>
            <p:cNvSpPr/>
            <p:nvPr/>
          </p:nvSpPr>
          <p:spPr bwMode="auto">
            <a:xfrm>
              <a:off x="680553" y="2165220"/>
              <a:ext cx="1477329" cy="850901"/>
            </a:xfrm>
            <a:custGeom>
              <a:avLst/>
              <a:gdLst>
                <a:gd fmla="*/ 0 w 358" name="T0"/>
                <a:gd fmla="*/ 202 h 227" name="T1"/>
                <a:gd fmla="*/ 89 w 358" name="T2"/>
                <a:gd fmla="*/ 227 h 227" name="T3"/>
                <a:gd fmla="*/ 218 w 358" name="T4"/>
                <a:gd fmla="*/ 227 h 227" name="T5"/>
                <a:gd fmla="*/ 268 w 358" name="T6"/>
                <a:gd fmla="*/ 227 h 227" name="T7"/>
                <a:gd fmla="*/ 284 w 358" name="T8"/>
                <a:gd fmla="*/ 227 h 227" name="T9"/>
                <a:gd fmla="*/ 284 w 358" name="T10"/>
                <a:gd fmla="*/ 227 h 227" name="T11"/>
                <a:gd fmla="*/ 287 w 358" name="T12"/>
                <a:gd fmla="*/ 227 h 227" name="T13"/>
                <a:gd fmla="*/ 358 w 358" name="T14"/>
                <a:gd fmla="*/ 130 h 227" name="T15"/>
                <a:gd fmla="*/ 358 w 358" name="T16"/>
                <a:gd fmla="*/ 129 h 227" name="T17"/>
                <a:gd fmla="*/ 358 w 358" name="T18"/>
                <a:gd fmla="*/ 128 h 227" name="T19"/>
                <a:gd fmla="*/ 358 w 358" name="T20"/>
                <a:gd fmla="*/ 127 h 227" name="T21"/>
                <a:gd fmla="*/ 287 w 358" name="T22"/>
                <a:gd fmla="*/ 28 h 227" name="T23"/>
                <a:gd fmla="*/ 284 w 358" name="T24"/>
                <a:gd fmla="*/ 28 h 227" name="T25"/>
                <a:gd fmla="*/ 268 w 358" name="T26"/>
                <a:gd fmla="*/ 28 h 227" name="T27"/>
                <a:gd fmla="*/ 218 w 358" name="T28"/>
                <a:gd fmla="*/ 28 h 227" name="T29"/>
                <a:gd fmla="*/ 93 w 358" name="T30"/>
                <a:gd fmla="*/ 28 h 227" name="T31"/>
                <a:gd fmla="*/ 0 w 358" name="T32"/>
                <a:gd fmla="*/ 0 h 227" name="T33"/>
                <a:gd fmla="*/ 0 w 358" name="T34"/>
                <a:gd fmla="*/ 202 h 227" name="T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b="b" l="0" r="r" t="0"/>
              <a:pathLst>
                <a:path h="227" w="358">
                  <a:moveTo>
                    <a:pt x="0" y="202"/>
                  </a:moveTo>
                  <a:cubicBezTo>
                    <a:pt x="20" y="224"/>
                    <a:pt x="89" y="227"/>
                    <a:pt x="89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68" y="227"/>
                    <a:pt x="268" y="227"/>
                    <a:pt x="268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5" y="227"/>
                    <a:pt x="286" y="227"/>
                    <a:pt x="287" y="227"/>
                  </a:cubicBezTo>
                  <a:cubicBezTo>
                    <a:pt x="326" y="227"/>
                    <a:pt x="357" y="183"/>
                    <a:pt x="358" y="130"/>
                  </a:cubicBezTo>
                  <a:cubicBezTo>
                    <a:pt x="358" y="129"/>
                    <a:pt x="358" y="129"/>
                    <a:pt x="358" y="129"/>
                  </a:cubicBezTo>
                  <a:cubicBezTo>
                    <a:pt x="358" y="129"/>
                    <a:pt x="358" y="129"/>
                    <a:pt x="358" y="128"/>
                  </a:cubicBezTo>
                  <a:cubicBezTo>
                    <a:pt x="358" y="128"/>
                    <a:pt x="358" y="128"/>
                    <a:pt x="358" y="127"/>
                  </a:cubicBezTo>
                  <a:cubicBezTo>
                    <a:pt x="358" y="73"/>
                    <a:pt x="326" y="28"/>
                    <a:pt x="287" y="28"/>
                  </a:cubicBezTo>
                  <a:cubicBezTo>
                    <a:pt x="286" y="28"/>
                    <a:pt x="285" y="28"/>
                    <a:pt x="284" y="28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188" y="28"/>
                    <a:pt x="104" y="28"/>
                    <a:pt x="93" y="28"/>
                  </a:cubicBezTo>
                  <a:cubicBezTo>
                    <a:pt x="19" y="24"/>
                    <a:pt x="0" y="0"/>
                    <a:pt x="0" y="0"/>
                  </a:cubicBezTo>
                  <a:cubicBezTo>
                    <a:pt x="0" y="0"/>
                    <a:pt x="0" y="19"/>
                    <a:pt x="0" y="202"/>
                  </a:cubicBezTo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9" name="稻壳儿：耗崽 15-2"/>
            <p:cNvSpPr/>
            <p:nvPr/>
          </p:nvSpPr>
          <p:spPr bwMode="auto">
            <a:xfrm>
              <a:off x="677061" y="2210226"/>
              <a:ext cx="1438910" cy="773112"/>
            </a:xfrm>
            <a:custGeom>
              <a:avLst/>
              <a:gdLst>
                <a:gd fmla="*/ 349 w 349" name="T0"/>
                <a:gd fmla="*/ 117 h 206" name="T1"/>
                <a:gd fmla="*/ 349 w 349" name="T2"/>
                <a:gd fmla="*/ 118 h 206" name="T3"/>
                <a:gd fmla="*/ 278 w 349" name="T4"/>
                <a:gd fmla="*/ 206 h 206" name="T5"/>
                <a:gd fmla="*/ 277 w 349" name="T6"/>
                <a:gd fmla="*/ 206 h 206" name="T7"/>
                <a:gd fmla="*/ 277 w 349" name="T8"/>
                <a:gd fmla="*/ 206 h 206" name="T9"/>
                <a:gd fmla="*/ 211 w 349" name="T10"/>
                <a:gd fmla="*/ 206 h 206" name="T11"/>
                <a:gd fmla="*/ 52 w 349" name="T12"/>
                <a:gd fmla="*/ 203 h 206" name="T13"/>
                <a:gd fmla="*/ 0 w 349" name="T14"/>
                <a:gd fmla="*/ 184 h 206" name="T15"/>
                <a:gd fmla="*/ 2 w 349" name="T16"/>
                <a:gd fmla="*/ 182 h 206" name="T17"/>
                <a:gd fmla="*/ 52 w 349" name="T18"/>
                <a:gd fmla="*/ 200 h 206" name="T19"/>
                <a:gd fmla="*/ 88 w 349" name="T20"/>
                <a:gd fmla="*/ 203 h 206" name="T21"/>
                <a:gd fmla="*/ 259 w 349" name="T22"/>
                <a:gd fmla="*/ 203 h 206" name="T23"/>
                <a:gd fmla="*/ 274 w 349" name="T24"/>
                <a:gd fmla="*/ 203 h 206" name="T25"/>
                <a:gd fmla="*/ 278 w 349" name="T26"/>
                <a:gd fmla="*/ 203 h 206" name="T27"/>
                <a:gd fmla="*/ 346 w 349" name="T28"/>
                <a:gd fmla="*/ 117 h 206" name="T29"/>
                <a:gd fmla="*/ 346 w 349" name="T30"/>
                <a:gd fmla="*/ 117 h 206" name="T31"/>
                <a:gd fmla="*/ 346 w 349" name="T32"/>
                <a:gd fmla="*/ 116 h 206" name="T33"/>
                <a:gd fmla="*/ 346 w 349" name="T34"/>
                <a:gd fmla="*/ 116 h 206" name="T35"/>
                <a:gd fmla="*/ 326 w 349" name="T36"/>
                <a:gd fmla="*/ 53 h 206" name="T37"/>
                <a:gd fmla="*/ 278 w 349" name="T38"/>
                <a:gd fmla="*/ 28 h 206" name="T39"/>
                <a:gd fmla="*/ 275 w 349" name="T40"/>
                <a:gd fmla="*/ 28 h 206" name="T41"/>
                <a:gd fmla="*/ 259 w 349" name="T42"/>
                <a:gd fmla="*/ 28 h 206" name="T43"/>
                <a:gd fmla="*/ 109 w 349" name="T44"/>
                <a:gd fmla="*/ 28 h 206" name="T45"/>
                <a:gd fmla="*/ 92 w 349" name="T46"/>
                <a:gd fmla="*/ 28 h 206" name="T47"/>
                <a:gd fmla="*/ 92 w 349" name="T48"/>
                <a:gd fmla="*/ 28 h 206" name="T49"/>
                <a:gd fmla="*/ 0 w 349" name="T50"/>
                <a:gd fmla="*/ 2 h 206" name="T51"/>
                <a:gd fmla="*/ 2 w 349" name="T52"/>
                <a:gd fmla="*/ 0 h 206" name="T53"/>
                <a:gd fmla="*/ 3 w 349" name="T54"/>
                <a:gd fmla="*/ 1 h 206" name="T55"/>
                <a:gd fmla="*/ 6 w 349" name="T56"/>
                <a:gd fmla="*/ 3 h 206" name="T57"/>
                <a:gd fmla="*/ 20 w 349" name="T58"/>
                <a:gd fmla="*/ 11 h 206" name="T59"/>
                <a:gd fmla="*/ 92 w 349" name="T60"/>
                <a:gd fmla="*/ 25 h 206" name="T61"/>
                <a:gd fmla="*/ 109 w 349" name="T62"/>
                <a:gd fmla="*/ 25 h 206" name="T63"/>
                <a:gd fmla="*/ 211 w 349" name="T64"/>
                <a:gd fmla="*/ 25 h 206" name="T65"/>
                <a:gd fmla="*/ 275 w 349" name="T66"/>
                <a:gd fmla="*/ 25 h 206" name="T67"/>
                <a:gd fmla="*/ 278 w 349" name="T68"/>
                <a:gd fmla="*/ 25 h 206" name="T69"/>
                <a:gd fmla="*/ 328 w 349" name="T70"/>
                <a:gd fmla="*/ 52 h 206" name="T71"/>
                <a:gd fmla="*/ 349 w 349" name="T72"/>
                <a:gd fmla="*/ 116 h 206" name="T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b="b" l="0" r="r" t="0"/>
              <a:pathLst>
                <a:path h="206" w="349">
                  <a:moveTo>
                    <a:pt x="349" y="117"/>
                  </a:move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8"/>
                  </a:cubicBezTo>
                  <a:cubicBezTo>
                    <a:pt x="349" y="118"/>
                    <a:pt x="349" y="118"/>
                    <a:pt x="349" y="118"/>
                  </a:cubicBezTo>
                  <a:cubicBezTo>
                    <a:pt x="348" y="166"/>
                    <a:pt x="317" y="206"/>
                    <a:pt x="278" y="206"/>
                  </a:cubicBezTo>
                  <a:cubicBezTo>
                    <a:pt x="278" y="206"/>
                    <a:pt x="278" y="206"/>
                    <a:pt x="278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59" y="206"/>
                    <a:pt x="259" y="206"/>
                    <a:pt x="259" y="206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88" y="206"/>
                    <a:pt x="88" y="206"/>
                    <a:pt x="88" y="206"/>
                  </a:cubicBezTo>
                  <a:cubicBezTo>
                    <a:pt x="88" y="206"/>
                    <a:pt x="71" y="206"/>
                    <a:pt x="52" y="203"/>
                  </a:cubicBezTo>
                  <a:cubicBezTo>
                    <a:pt x="52" y="203"/>
                    <a:pt x="52" y="203"/>
                    <a:pt x="52" y="203"/>
                  </a:cubicBezTo>
                  <a:cubicBezTo>
                    <a:pt x="32" y="200"/>
                    <a:pt x="11" y="19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2" y="182"/>
                    <a:pt x="2" y="182"/>
                    <a:pt x="2" y="182"/>
                  </a:cubicBezTo>
                  <a:cubicBezTo>
                    <a:pt x="11" y="191"/>
                    <a:pt x="33" y="197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71" y="203"/>
                    <a:pt x="88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211" y="203"/>
                    <a:pt x="211" y="203"/>
                    <a:pt x="211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3"/>
                    <a:pt x="275" y="203"/>
                    <a:pt x="275" y="203"/>
                  </a:cubicBezTo>
                  <a:cubicBezTo>
                    <a:pt x="276" y="203"/>
                    <a:pt x="277" y="203"/>
                    <a:pt x="278" y="203"/>
                  </a:cubicBezTo>
                  <a:cubicBezTo>
                    <a:pt x="278" y="203"/>
                    <a:pt x="278" y="203"/>
                    <a:pt x="278" y="203"/>
                  </a:cubicBezTo>
                  <a:cubicBezTo>
                    <a:pt x="315" y="203"/>
                    <a:pt x="345" y="165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91"/>
                    <a:pt x="338" y="69"/>
                    <a:pt x="326" y="53"/>
                  </a:cubicBezTo>
                  <a:cubicBezTo>
                    <a:pt x="326" y="53"/>
                    <a:pt x="326" y="53"/>
                    <a:pt x="326" y="53"/>
                  </a:cubicBezTo>
                  <a:cubicBezTo>
                    <a:pt x="313" y="38"/>
                    <a:pt x="296" y="28"/>
                    <a:pt x="278" y="28"/>
                  </a:cubicBezTo>
                  <a:cubicBezTo>
                    <a:pt x="278" y="28"/>
                    <a:pt x="278" y="28"/>
                    <a:pt x="278" y="28"/>
                  </a:cubicBezTo>
                  <a:cubicBezTo>
                    <a:pt x="277" y="28"/>
                    <a:pt x="276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59" y="28"/>
                    <a:pt x="259" y="28"/>
                    <a:pt x="259" y="28"/>
                  </a:cubicBezTo>
                  <a:cubicBezTo>
                    <a:pt x="211" y="28"/>
                    <a:pt x="211" y="28"/>
                    <a:pt x="211" y="28"/>
                  </a:cubicBezTo>
                  <a:cubicBezTo>
                    <a:pt x="191" y="28"/>
                    <a:pt x="178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70" y="28"/>
                    <a:pt x="96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9" y="2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5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9" y="5"/>
                    <a:pt x="13" y="8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33" y="17"/>
                    <a:pt x="56" y="23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6" y="25"/>
                    <a:pt x="70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78" y="25"/>
                    <a:pt x="191" y="25"/>
                    <a:pt x="211" y="25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59" y="25"/>
                    <a:pt x="259" y="25"/>
                    <a:pt x="259" y="25"/>
                  </a:cubicBezTo>
                  <a:cubicBezTo>
                    <a:pt x="275" y="25"/>
                    <a:pt x="275" y="25"/>
                    <a:pt x="275" y="25"/>
                  </a:cubicBezTo>
                  <a:cubicBezTo>
                    <a:pt x="276" y="25"/>
                    <a:pt x="277" y="25"/>
                    <a:pt x="278" y="25"/>
                  </a:cubicBezTo>
                  <a:cubicBezTo>
                    <a:pt x="278" y="25"/>
                    <a:pt x="278" y="25"/>
                    <a:pt x="278" y="25"/>
                  </a:cubicBezTo>
                  <a:cubicBezTo>
                    <a:pt x="297" y="25"/>
                    <a:pt x="315" y="35"/>
                    <a:pt x="328" y="52"/>
                  </a:cubicBezTo>
                  <a:cubicBezTo>
                    <a:pt x="328" y="52"/>
                    <a:pt x="328" y="52"/>
                    <a:pt x="328" y="52"/>
                  </a:cubicBezTo>
                  <a:cubicBezTo>
                    <a:pt x="341" y="68"/>
                    <a:pt x="349" y="91"/>
                    <a:pt x="349" y="116"/>
                  </a:cubicBezTo>
                  <a:cubicBezTo>
                    <a:pt x="349" y="116"/>
                    <a:pt x="349" y="116"/>
                    <a:pt x="349" y="116"/>
                  </a:cubicBezTo>
                  <a:cubicBezTo>
                    <a:pt x="349" y="116"/>
                    <a:pt x="349" y="116"/>
                    <a:pt x="349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35" name="稻壳儿：耗崽 16"/>
          <p:cNvSpPr/>
          <p:nvPr/>
        </p:nvSpPr>
        <p:spPr bwMode="auto">
          <a:xfrm>
            <a:off x="3898488" y="2534066"/>
            <a:ext cx="12685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med" type="none" w="med"/>
                <a:tailEnd len="med" type="none" w="med"/>
              </a14:hiddenLine>
            </a:ext>
          </a:extLst>
        </p:spPr>
        <p:txBody>
          <a:bodyPr anchor="t" bIns="0" lIns="0" rIns="0" tIns="0">
            <a:spAutoFit/>
          </a:bodyPr>
          <a:lstStyle/>
          <a:p>
            <a:pPr lvl="0">
              <a:defRPr/>
            </a:pPr>
            <a:r>
              <a:rPr altLang="en-US" b="1" dirty="0" lang="zh-CN">
                <a:solidFill>
                  <a:schemeClr val="bg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过程与方法</a:t>
            </a:r>
          </a:p>
        </p:txBody>
      </p:sp>
      <p:grpSp>
        <p:nvGrpSpPr>
          <p:cNvPr id="41" name="稻壳儿：耗崽 17"/>
          <p:cNvGrpSpPr/>
          <p:nvPr/>
        </p:nvGrpSpPr>
        <p:grpSpPr>
          <a:xfrm>
            <a:off x="8762857" y="2100133"/>
            <a:ext cx="1794935" cy="1031393"/>
            <a:chOff x="677061" y="2165221"/>
            <a:chExt cx="1480821" cy="850900"/>
          </a:xfrm>
        </p:grpSpPr>
        <p:sp>
          <p:nvSpPr>
            <p:cNvPr id="45" name="稻壳儿：耗崽 17-1"/>
            <p:cNvSpPr/>
            <p:nvPr/>
          </p:nvSpPr>
          <p:spPr bwMode="auto">
            <a:xfrm>
              <a:off x="680554" y="2165221"/>
              <a:ext cx="1477328" cy="850900"/>
            </a:xfrm>
            <a:custGeom>
              <a:avLst/>
              <a:gdLst>
                <a:gd fmla="*/ 0 w 358" name="T0"/>
                <a:gd fmla="*/ 202 h 227" name="T1"/>
                <a:gd fmla="*/ 89 w 358" name="T2"/>
                <a:gd fmla="*/ 227 h 227" name="T3"/>
                <a:gd fmla="*/ 218 w 358" name="T4"/>
                <a:gd fmla="*/ 227 h 227" name="T5"/>
                <a:gd fmla="*/ 268 w 358" name="T6"/>
                <a:gd fmla="*/ 227 h 227" name="T7"/>
                <a:gd fmla="*/ 284 w 358" name="T8"/>
                <a:gd fmla="*/ 227 h 227" name="T9"/>
                <a:gd fmla="*/ 284 w 358" name="T10"/>
                <a:gd fmla="*/ 227 h 227" name="T11"/>
                <a:gd fmla="*/ 287 w 358" name="T12"/>
                <a:gd fmla="*/ 227 h 227" name="T13"/>
                <a:gd fmla="*/ 358 w 358" name="T14"/>
                <a:gd fmla="*/ 130 h 227" name="T15"/>
                <a:gd fmla="*/ 358 w 358" name="T16"/>
                <a:gd fmla="*/ 129 h 227" name="T17"/>
                <a:gd fmla="*/ 358 w 358" name="T18"/>
                <a:gd fmla="*/ 128 h 227" name="T19"/>
                <a:gd fmla="*/ 358 w 358" name="T20"/>
                <a:gd fmla="*/ 127 h 227" name="T21"/>
                <a:gd fmla="*/ 287 w 358" name="T22"/>
                <a:gd fmla="*/ 28 h 227" name="T23"/>
                <a:gd fmla="*/ 284 w 358" name="T24"/>
                <a:gd fmla="*/ 28 h 227" name="T25"/>
                <a:gd fmla="*/ 268 w 358" name="T26"/>
                <a:gd fmla="*/ 28 h 227" name="T27"/>
                <a:gd fmla="*/ 218 w 358" name="T28"/>
                <a:gd fmla="*/ 28 h 227" name="T29"/>
                <a:gd fmla="*/ 93 w 358" name="T30"/>
                <a:gd fmla="*/ 28 h 227" name="T31"/>
                <a:gd fmla="*/ 0 w 358" name="T32"/>
                <a:gd fmla="*/ 0 h 227" name="T33"/>
                <a:gd fmla="*/ 0 w 358" name="T34"/>
                <a:gd fmla="*/ 202 h 227" name="T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b="b" l="0" r="r" t="0"/>
              <a:pathLst>
                <a:path h="227" w="358">
                  <a:moveTo>
                    <a:pt x="0" y="202"/>
                  </a:moveTo>
                  <a:cubicBezTo>
                    <a:pt x="20" y="224"/>
                    <a:pt x="89" y="227"/>
                    <a:pt x="89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68" y="227"/>
                    <a:pt x="268" y="227"/>
                    <a:pt x="268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85" y="227"/>
                    <a:pt x="286" y="227"/>
                    <a:pt x="287" y="227"/>
                  </a:cubicBezTo>
                  <a:cubicBezTo>
                    <a:pt x="326" y="227"/>
                    <a:pt x="357" y="183"/>
                    <a:pt x="358" y="130"/>
                  </a:cubicBezTo>
                  <a:cubicBezTo>
                    <a:pt x="358" y="129"/>
                    <a:pt x="358" y="129"/>
                    <a:pt x="358" y="129"/>
                  </a:cubicBezTo>
                  <a:cubicBezTo>
                    <a:pt x="358" y="129"/>
                    <a:pt x="358" y="129"/>
                    <a:pt x="358" y="128"/>
                  </a:cubicBezTo>
                  <a:cubicBezTo>
                    <a:pt x="358" y="128"/>
                    <a:pt x="358" y="128"/>
                    <a:pt x="358" y="127"/>
                  </a:cubicBezTo>
                  <a:cubicBezTo>
                    <a:pt x="358" y="73"/>
                    <a:pt x="326" y="28"/>
                    <a:pt x="287" y="28"/>
                  </a:cubicBezTo>
                  <a:cubicBezTo>
                    <a:pt x="286" y="28"/>
                    <a:pt x="285" y="28"/>
                    <a:pt x="284" y="28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188" y="28"/>
                    <a:pt x="104" y="28"/>
                    <a:pt x="93" y="28"/>
                  </a:cubicBezTo>
                  <a:cubicBezTo>
                    <a:pt x="19" y="24"/>
                    <a:pt x="0" y="0"/>
                    <a:pt x="0" y="0"/>
                  </a:cubicBezTo>
                  <a:cubicBezTo>
                    <a:pt x="0" y="0"/>
                    <a:pt x="0" y="19"/>
                    <a:pt x="0" y="202"/>
                  </a:cubicBezTo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6" name="稻壳儿：耗崽 17-2"/>
            <p:cNvSpPr/>
            <p:nvPr/>
          </p:nvSpPr>
          <p:spPr bwMode="auto">
            <a:xfrm>
              <a:off x="677061" y="2210226"/>
              <a:ext cx="1438910" cy="773112"/>
            </a:xfrm>
            <a:custGeom>
              <a:avLst/>
              <a:gdLst>
                <a:gd fmla="*/ 349 w 349" name="T0"/>
                <a:gd fmla="*/ 117 h 206" name="T1"/>
                <a:gd fmla="*/ 349 w 349" name="T2"/>
                <a:gd fmla="*/ 118 h 206" name="T3"/>
                <a:gd fmla="*/ 278 w 349" name="T4"/>
                <a:gd fmla="*/ 206 h 206" name="T5"/>
                <a:gd fmla="*/ 277 w 349" name="T6"/>
                <a:gd fmla="*/ 206 h 206" name="T7"/>
                <a:gd fmla="*/ 277 w 349" name="T8"/>
                <a:gd fmla="*/ 206 h 206" name="T9"/>
                <a:gd fmla="*/ 211 w 349" name="T10"/>
                <a:gd fmla="*/ 206 h 206" name="T11"/>
                <a:gd fmla="*/ 52 w 349" name="T12"/>
                <a:gd fmla="*/ 203 h 206" name="T13"/>
                <a:gd fmla="*/ 0 w 349" name="T14"/>
                <a:gd fmla="*/ 184 h 206" name="T15"/>
                <a:gd fmla="*/ 2 w 349" name="T16"/>
                <a:gd fmla="*/ 182 h 206" name="T17"/>
                <a:gd fmla="*/ 52 w 349" name="T18"/>
                <a:gd fmla="*/ 200 h 206" name="T19"/>
                <a:gd fmla="*/ 88 w 349" name="T20"/>
                <a:gd fmla="*/ 203 h 206" name="T21"/>
                <a:gd fmla="*/ 259 w 349" name="T22"/>
                <a:gd fmla="*/ 203 h 206" name="T23"/>
                <a:gd fmla="*/ 274 w 349" name="T24"/>
                <a:gd fmla="*/ 203 h 206" name="T25"/>
                <a:gd fmla="*/ 278 w 349" name="T26"/>
                <a:gd fmla="*/ 203 h 206" name="T27"/>
                <a:gd fmla="*/ 346 w 349" name="T28"/>
                <a:gd fmla="*/ 117 h 206" name="T29"/>
                <a:gd fmla="*/ 346 w 349" name="T30"/>
                <a:gd fmla="*/ 117 h 206" name="T31"/>
                <a:gd fmla="*/ 346 w 349" name="T32"/>
                <a:gd fmla="*/ 116 h 206" name="T33"/>
                <a:gd fmla="*/ 346 w 349" name="T34"/>
                <a:gd fmla="*/ 116 h 206" name="T35"/>
                <a:gd fmla="*/ 326 w 349" name="T36"/>
                <a:gd fmla="*/ 53 h 206" name="T37"/>
                <a:gd fmla="*/ 278 w 349" name="T38"/>
                <a:gd fmla="*/ 28 h 206" name="T39"/>
                <a:gd fmla="*/ 275 w 349" name="T40"/>
                <a:gd fmla="*/ 28 h 206" name="T41"/>
                <a:gd fmla="*/ 259 w 349" name="T42"/>
                <a:gd fmla="*/ 28 h 206" name="T43"/>
                <a:gd fmla="*/ 109 w 349" name="T44"/>
                <a:gd fmla="*/ 28 h 206" name="T45"/>
                <a:gd fmla="*/ 92 w 349" name="T46"/>
                <a:gd fmla="*/ 28 h 206" name="T47"/>
                <a:gd fmla="*/ 92 w 349" name="T48"/>
                <a:gd fmla="*/ 28 h 206" name="T49"/>
                <a:gd fmla="*/ 0 w 349" name="T50"/>
                <a:gd fmla="*/ 2 h 206" name="T51"/>
                <a:gd fmla="*/ 2 w 349" name="T52"/>
                <a:gd fmla="*/ 0 h 206" name="T53"/>
                <a:gd fmla="*/ 3 w 349" name="T54"/>
                <a:gd fmla="*/ 1 h 206" name="T55"/>
                <a:gd fmla="*/ 6 w 349" name="T56"/>
                <a:gd fmla="*/ 3 h 206" name="T57"/>
                <a:gd fmla="*/ 20 w 349" name="T58"/>
                <a:gd fmla="*/ 11 h 206" name="T59"/>
                <a:gd fmla="*/ 92 w 349" name="T60"/>
                <a:gd fmla="*/ 25 h 206" name="T61"/>
                <a:gd fmla="*/ 109 w 349" name="T62"/>
                <a:gd fmla="*/ 25 h 206" name="T63"/>
                <a:gd fmla="*/ 211 w 349" name="T64"/>
                <a:gd fmla="*/ 25 h 206" name="T65"/>
                <a:gd fmla="*/ 275 w 349" name="T66"/>
                <a:gd fmla="*/ 25 h 206" name="T67"/>
                <a:gd fmla="*/ 278 w 349" name="T68"/>
                <a:gd fmla="*/ 25 h 206" name="T69"/>
                <a:gd fmla="*/ 328 w 349" name="T70"/>
                <a:gd fmla="*/ 52 h 206" name="T71"/>
                <a:gd fmla="*/ 349 w 349" name="T72"/>
                <a:gd fmla="*/ 116 h 206" name="T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b="b" l="0" r="r" t="0"/>
              <a:pathLst>
                <a:path h="206" w="349">
                  <a:moveTo>
                    <a:pt x="349" y="117"/>
                  </a:move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7"/>
                  </a:cubicBezTo>
                  <a:cubicBezTo>
                    <a:pt x="349" y="117"/>
                    <a:pt x="349" y="117"/>
                    <a:pt x="349" y="118"/>
                  </a:cubicBezTo>
                  <a:cubicBezTo>
                    <a:pt x="349" y="118"/>
                    <a:pt x="349" y="118"/>
                    <a:pt x="349" y="118"/>
                  </a:cubicBezTo>
                  <a:cubicBezTo>
                    <a:pt x="348" y="166"/>
                    <a:pt x="317" y="206"/>
                    <a:pt x="278" y="206"/>
                  </a:cubicBezTo>
                  <a:cubicBezTo>
                    <a:pt x="278" y="206"/>
                    <a:pt x="278" y="206"/>
                    <a:pt x="278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77" y="206"/>
                    <a:pt x="277" y="206"/>
                    <a:pt x="277" y="206"/>
                  </a:cubicBezTo>
                  <a:cubicBezTo>
                    <a:pt x="259" y="206"/>
                    <a:pt x="259" y="206"/>
                    <a:pt x="259" y="206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88" y="206"/>
                    <a:pt x="88" y="206"/>
                    <a:pt x="88" y="206"/>
                  </a:cubicBezTo>
                  <a:cubicBezTo>
                    <a:pt x="88" y="206"/>
                    <a:pt x="71" y="206"/>
                    <a:pt x="52" y="203"/>
                  </a:cubicBezTo>
                  <a:cubicBezTo>
                    <a:pt x="52" y="203"/>
                    <a:pt x="52" y="203"/>
                    <a:pt x="52" y="203"/>
                  </a:cubicBezTo>
                  <a:cubicBezTo>
                    <a:pt x="32" y="200"/>
                    <a:pt x="11" y="194"/>
                    <a:pt x="0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2" y="182"/>
                    <a:pt x="2" y="182"/>
                    <a:pt x="2" y="182"/>
                  </a:cubicBezTo>
                  <a:cubicBezTo>
                    <a:pt x="11" y="191"/>
                    <a:pt x="33" y="197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71" y="203"/>
                    <a:pt x="88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211" y="203"/>
                    <a:pt x="211" y="203"/>
                    <a:pt x="211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3"/>
                    <a:pt x="275" y="203"/>
                    <a:pt x="275" y="203"/>
                  </a:cubicBezTo>
                  <a:cubicBezTo>
                    <a:pt x="276" y="203"/>
                    <a:pt x="277" y="203"/>
                    <a:pt x="278" y="203"/>
                  </a:cubicBezTo>
                  <a:cubicBezTo>
                    <a:pt x="278" y="203"/>
                    <a:pt x="278" y="203"/>
                    <a:pt x="278" y="203"/>
                  </a:cubicBezTo>
                  <a:cubicBezTo>
                    <a:pt x="315" y="203"/>
                    <a:pt x="345" y="165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7"/>
                  </a:cubicBezTo>
                  <a:cubicBezTo>
                    <a:pt x="346" y="117"/>
                    <a:pt x="346" y="117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116"/>
                    <a:pt x="346" y="116"/>
                    <a:pt x="346" y="116"/>
                  </a:cubicBezTo>
                  <a:cubicBezTo>
                    <a:pt x="346" y="91"/>
                    <a:pt x="338" y="69"/>
                    <a:pt x="326" y="53"/>
                  </a:cubicBezTo>
                  <a:cubicBezTo>
                    <a:pt x="326" y="53"/>
                    <a:pt x="326" y="53"/>
                    <a:pt x="326" y="53"/>
                  </a:cubicBezTo>
                  <a:cubicBezTo>
                    <a:pt x="313" y="38"/>
                    <a:pt x="296" y="28"/>
                    <a:pt x="278" y="28"/>
                  </a:cubicBezTo>
                  <a:cubicBezTo>
                    <a:pt x="278" y="28"/>
                    <a:pt x="278" y="28"/>
                    <a:pt x="278" y="28"/>
                  </a:cubicBezTo>
                  <a:cubicBezTo>
                    <a:pt x="277" y="28"/>
                    <a:pt x="276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59" y="28"/>
                    <a:pt x="259" y="28"/>
                    <a:pt x="259" y="28"/>
                  </a:cubicBezTo>
                  <a:cubicBezTo>
                    <a:pt x="211" y="28"/>
                    <a:pt x="211" y="28"/>
                    <a:pt x="211" y="28"/>
                  </a:cubicBezTo>
                  <a:cubicBezTo>
                    <a:pt x="191" y="28"/>
                    <a:pt x="178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70" y="28"/>
                    <a:pt x="96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9" y="2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5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9" y="5"/>
                    <a:pt x="13" y="8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33" y="17"/>
                    <a:pt x="56" y="23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6" y="25"/>
                    <a:pt x="70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78" y="25"/>
                    <a:pt x="191" y="25"/>
                    <a:pt x="211" y="25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59" y="25"/>
                    <a:pt x="259" y="25"/>
                    <a:pt x="259" y="25"/>
                  </a:cubicBezTo>
                  <a:cubicBezTo>
                    <a:pt x="275" y="25"/>
                    <a:pt x="275" y="25"/>
                    <a:pt x="275" y="25"/>
                  </a:cubicBezTo>
                  <a:cubicBezTo>
                    <a:pt x="276" y="25"/>
                    <a:pt x="277" y="25"/>
                    <a:pt x="278" y="25"/>
                  </a:cubicBezTo>
                  <a:cubicBezTo>
                    <a:pt x="278" y="25"/>
                    <a:pt x="278" y="25"/>
                    <a:pt x="278" y="25"/>
                  </a:cubicBezTo>
                  <a:cubicBezTo>
                    <a:pt x="297" y="25"/>
                    <a:pt x="315" y="35"/>
                    <a:pt x="328" y="52"/>
                  </a:cubicBezTo>
                  <a:cubicBezTo>
                    <a:pt x="328" y="52"/>
                    <a:pt x="328" y="52"/>
                    <a:pt x="328" y="52"/>
                  </a:cubicBezTo>
                  <a:cubicBezTo>
                    <a:pt x="341" y="68"/>
                    <a:pt x="349" y="91"/>
                    <a:pt x="349" y="116"/>
                  </a:cubicBezTo>
                  <a:cubicBezTo>
                    <a:pt x="349" y="116"/>
                    <a:pt x="349" y="116"/>
                    <a:pt x="349" y="116"/>
                  </a:cubicBezTo>
                  <a:cubicBezTo>
                    <a:pt x="349" y="116"/>
                    <a:pt x="349" y="116"/>
                    <a:pt x="349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42" name="稻壳儿：耗崽 18"/>
          <p:cNvSpPr/>
          <p:nvPr/>
        </p:nvSpPr>
        <p:spPr bwMode="auto">
          <a:xfrm>
            <a:off x="8857942" y="2534066"/>
            <a:ext cx="12085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med" type="none" w="med"/>
                <a:tailEnd len="med" type="none" w="med"/>
              </a14:hiddenLine>
            </a:ext>
          </a:extLst>
        </p:spPr>
        <p:txBody>
          <a:bodyPr anchor="ctr" bIns="0" lIns="0" rIns="0" tIns="0">
            <a:spAutoFit/>
          </a:bodyPr>
          <a:lstStyle/>
          <a:p>
            <a:pPr lvl="0">
              <a:defRPr/>
            </a:pPr>
            <a:r>
              <a:rPr altLang="en-US" b="1" dirty="0" lang="zh-CN">
                <a:solidFill>
                  <a:schemeClr val="bg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过程与方法</a:t>
            </a:r>
          </a:p>
        </p:txBody>
      </p:sp>
      <p:grpSp>
        <p:nvGrpSpPr>
          <p:cNvPr id="55" name="稻壳儿：耗崽 19"/>
          <p:cNvGrpSpPr/>
          <p:nvPr/>
        </p:nvGrpSpPr>
        <p:grpSpPr>
          <a:xfrm>
            <a:off x="1310876" y="3678310"/>
            <a:ext cx="2032992" cy="1499965"/>
            <a:chOff x="672108" y="3380896"/>
            <a:chExt cx="2522102" cy="1499965"/>
          </a:xfrm>
        </p:grpSpPr>
        <p:sp>
          <p:nvSpPr>
            <p:cNvPr id="47" name="稻壳儿：耗崽 19-1"/>
            <p:cNvSpPr txBox="1">
              <a:spLocks noChangeArrowheads="1"/>
            </p:cNvSpPr>
            <p:nvPr/>
          </p:nvSpPr>
          <p:spPr bwMode="auto">
            <a:xfrm>
              <a:off x="672108" y="3380896"/>
              <a:ext cx="2522102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lIns="0" rIns="0" tIns="0" wrap="square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1pPr>
              <a:lvl2pPr defTabSz="1216025" eaLnBrk="0" hangingPunct="0" indent="-285750" marL="74295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2pPr>
              <a:lvl3pPr defTabSz="1216025" eaLnBrk="0" hangingPunct="0" indent="-228600" marL="11430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3pPr>
              <a:lvl4pPr defTabSz="1216025" eaLnBrk="0" hangingPunct="0" indent="-228600" marL="16002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4pPr>
              <a:lvl5pPr defTabSz="1216025" eaLnBrk="0" hangingPunct="0" indent="-228600" marL="20574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5pPr>
              <a:lvl6pPr defTabSz="1216025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6pPr>
              <a:lvl7pPr defTabSz="1216025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7pPr>
              <a:lvl8pPr defTabSz="1216025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8pPr>
              <a:lvl9pPr defTabSz="1216025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9pPr>
            </a:lstStyle>
            <a:p>
              <a:pPr algn="ctr" eaLnBrk="1" fontAlgn="base" hangingPunct="1" lv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en-US" b="1" dirty="0" lang="zh-CN" sz="16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掌握算法步骤</a:t>
              </a:r>
              <a:endParaRPr b="1" baseline="0" cap="none" dirty="0" i="0" kern="1200" kumimoji="0" lang="en-US" noProof="0" normalizeH="0" spc="0" strike="noStrike" sz="1600" u="none">
                <a:ln>
                  <a:noFill/>
                </a:ln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8" name="稻壳儿：耗崽 19-2"/>
            <p:cNvSpPr txBox="1">
              <a:spLocks noChangeArrowheads="1"/>
            </p:cNvSpPr>
            <p:nvPr/>
          </p:nvSpPr>
          <p:spPr bwMode="auto">
            <a:xfrm>
              <a:off x="759438" y="3776713"/>
              <a:ext cx="2330689" cy="1104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lIns="0" rIns="0" tIns="0" wrap="square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1pPr>
              <a:lvl2pPr defTabSz="1216025" eaLnBrk="0" hangingPunct="0" indent="-285750" marL="74295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2pPr>
              <a:lvl3pPr defTabSz="1216025" eaLnBrk="0" hangingPunct="0" indent="-228600" marL="11430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3pPr>
              <a:lvl4pPr defTabSz="1216025" eaLnBrk="0" hangingPunct="0" indent="-228600" marL="16002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4pPr>
              <a:lvl5pPr defTabSz="1216025" eaLnBrk="0" hangingPunct="0" indent="-228600" marL="20574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5pPr>
              <a:lvl6pPr defTabSz="1216025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6pPr>
              <a:lvl7pPr defTabSz="1216025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7pPr>
              <a:lvl8pPr defTabSz="1216025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8pPr>
              <a:lvl9pPr defTabSz="1216025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9pPr>
            </a:lstStyle>
            <a:p>
              <a:pPr algn="ctr" eaLnBrk="1" fontAlgn="base" hangingPunct="1" lv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掌握选择排序的步骤；通过图形化演示和代码跟踪，理解排序过程。整体把握算法逻辑，明确循环和比较操作。</a:t>
              </a:r>
              <a:endParaRPr b="0" baseline="0" cap="none" dirty="0" i="0" kern="1200" kumimoji="0" lang="en-US" noProof="0" normalizeH="0" spc="0" strike="noStrike" sz="1400" u="none">
                <a:ln>
                  <a:noFill/>
                </a:ln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56" name="稻壳儿：耗崽 20"/>
          <p:cNvGrpSpPr/>
          <p:nvPr/>
        </p:nvGrpSpPr>
        <p:grpSpPr>
          <a:xfrm>
            <a:off x="3864071" y="3678310"/>
            <a:ext cx="2011986" cy="1499965"/>
            <a:chOff x="3488299" y="3380896"/>
            <a:chExt cx="2496042" cy="1499965"/>
          </a:xfrm>
        </p:grpSpPr>
        <p:sp>
          <p:nvSpPr>
            <p:cNvPr id="49" name="稻壳儿：耗崽 20-1"/>
            <p:cNvSpPr txBox="1">
              <a:spLocks noChangeArrowheads="1"/>
            </p:cNvSpPr>
            <p:nvPr/>
          </p:nvSpPr>
          <p:spPr bwMode="auto">
            <a:xfrm>
              <a:off x="3488299" y="3380896"/>
              <a:ext cx="2496042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lIns="0" rIns="0" tIns="0" wrap="square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1pPr>
              <a:lvl2pPr defTabSz="1216025" eaLnBrk="0" hangingPunct="0" indent="-285750" marL="74295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2pPr>
              <a:lvl3pPr defTabSz="1216025" eaLnBrk="0" hangingPunct="0" indent="-228600" marL="11430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3pPr>
              <a:lvl4pPr defTabSz="1216025" eaLnBrk="0" hangingPunct="0" indent="-228600" marL="16002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4pPr>
              <a:lvl5pPr defTabSz="1216025" eaLnBrk="0" hangingPunct="0" indent="-228600" marL="20574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5pPr>
              <a:lvl6pPr defTabSz="1216025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6pPr>
              <a:lvl7pPr defTabSz="1216025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7pPr>
              <a:lvl8pPr defTabSz="1216025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8pPr>
              <a:lvl9pPr defTabSz="1216025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9pPr>
            </a:lstStyle>
            <a:p>
              <a:pPr algn="ctr" eaLnBrk="1" fontAlgn="base" hangingPunct="1" lv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en-US" b="1" dirty="0" lang="zh-CN" sz="16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学生动手实践</a:t>
              </a:r>
              <a:endParaRPr b="1" baseline="0" cap="none" dirty="0" i="0" kern="1200" kumimoji="0" lang="en-US" noProof="0" normalizeH="0" spc="0" strike="noStrike" sz="1600" u="none">
                <a:ln>
                  <a:noFill/>
                </a:ln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0" name="稻壳儿：耗崽 20-2"/>
            <p:cNvSpPr txBox="1">
              <a:spLocks noChangeArrowheads="1"/>
            </p:cNvSpPr>
            <p:nvPr/>
          </p:nvSpPr>
          <p:spPr bwMode="auto">
            <a:xfrm>
              <a:off x="3566669" y="3776713"/>
              <a:ext cx="2315105" cy="1104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lIns="0" rIns="0" tIns="0" wrap="square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1pPr>
              <a:lvl2pPr defTabSz="1216025" eaLnBrk="0" hangingPunct="0" indent="-285750" marL="74295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2pPr>
              <a:lvl3pPr defTabSz="1216025" eaLnBrk="0" hangingPunct="0" indent="-228600" marL="11430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3pPr>
              <a:lvl4pPr defTabSz="1216025" eaLnBrk="0" hangingPunct="0" indent="-228600" marL="16002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4pPr>
              <a:lvl5pPr defTabSz="1216025" eaLnBrk="0" hangingPunct="0" indent="-228600" marL="20574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5pPr>
              <a:lvl6pPr defTabSz="1216025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6pPr>
              <a:lvl7pPr defTabSz="1216025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7pPr>
              <a:lvl8pPr defTabSz="1216025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8pPr>
              <a:lvl9pPr defTabSz="1216025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9pPr>
            </a:lstStyle>
            <a:p>
              <a:pPr algn="ctr" eaLnBrk="1" fontAlgn="base" hangingPunct="1" lv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以学生动手编程为主，教师引导调试为辅，强调通过代码修改来加深理解。</a:t>
              </a:r>
            </a:p>
          </p:txBody>
        </p:sp>
      </p:grpSp>
      <p:grpSp>
        <p:nvGrpSpPr>
          <p:cNvPr id="57" name="稻壳儿：耗崽 21"/>
          <p:cNvGrpSpPr/>
          <p:nvPr/>
        </p:nvGrpSpPr>
        <p:grpSpPr>
          <a:xfrm>
            <a:off x="6379577" y="3678310"/>
            <a:ext cx="2020126" cy="1499965"/>
            <a:chOff x="6278429" y="3380896"/>
            <a:chExt cx="2506141" cy="1499965"/>
          </a:xfrm>
        </p:grpSpPr>
        <p:sp>
          <p:nvSpPr>
            <p:cNvPr id="51" name="稻壳儿：耗崽 21-1"/>
            <p:cNvSpPr txBox="1">
              <a:spLocks noChangeArrowheads="1"/>
            </p:cNvSpPr>
            <p:nvPr/>
          </p:nvSpPr>
          <p:spPr bwMode="auto">
            <a:xfrm>
              <a:off x="6278429" y="3380896"/>
              <a:ext cx="2506141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lIns="0" rIns="0" tIns="0" wrap="square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1pPr>
              <a:lvl2pPr defTabSz="1216025" eaLnBrk="0" hangingPunct="0" indent="-285750" marL="74295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2pPr>
              <a:lvl3pPr defTabSz="1216025" eaLnBrk="0" hangingPunct="0" indent="-228600" marL="11430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3pPr>
              <a:lvl4pPr defTabSz="1216025" eaLnBrk="0" hangingPunct="0" indent="-228600" marL="16002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4pPr>
              <a:lvl5pPr defTabSz="1216025" eaLnBrk="0" hangingPunct="0" indent="-228600" marL="20574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5pPr>
              <a:lvl6pPr defTabSz="1216025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6pPr>
              <a:lvl7pPr defTabSz="1216025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7pPr>
              <a:lvl8pPr defTabSz="1216025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8pPr>
              <a:lvl9pPr defTabSz="1216025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9pPr>
            </a:lstStyle>
            <a:p>
              <a:pPr algn="ctr" eaLnBrk="1" fontAlgn="base" hangingPunct="1" lv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en-US" b="1" dirty="0" lang="zh-CN" sz="16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编程中学习</a:t>
              </a:r>
              <a:endParaRPr b="1" baseline="0" cap="none" dirty="0" i="0" kern="1200" kumimoji="0" lang="en-US" noProof="0" normalizeH="0" spc="0" strike="noStrike" sz="1600" u="none">
                <a:ln>
                  <a:noFill/>
                </a:ln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2" name="稻壳儿：耗崽 21-2"/>
            <p:cNvSpPr txBox="1">
              <a:spLocks noChangeArrowheads="1"/>
            </p:cNvSpPr>
            <p:nvPr/>
          </p:nvSpPr>
          <p:spPr bwMode="auto">
            <a:xfrm>
              <a:off x="6361844" y="3776713"/>
              <a:ext cx="2325497" cy="1104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lIns="0" rIns="0" tIns="0" wrap="square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1pPr>
              <a:lvl2pPr defTabSz="1216025" eaLnBrk="0" hangingPunct="0" indent="-285750" marL="74295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2pPr>
              <a:lvl3pPr defTabSz="1216025" eaLnBrk="0" hangingPunct="0" indent="-228600" marL="11430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3pPr>
              <a:lvl4pPr defTabSz="1216025" eaLnBrk="0" hangingPunct="0" indent="-228600" marL="16002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4pPr>
              <a:lvl5pPr defTabSz="1216025" eaLnBrk="0" hangingPunct="0" indent="-228600" marL="20574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5pPr>
              <a:lvl6pPr defTabSz="1216025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6pPr>
              <a:lvl7pPr defTabSz="1216025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7pPr>
              <a:lvl8pPr defTabSz="1216025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8pPr>
              <a:lvl9pPr defTabSz="1216025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9pPr>
            </a:lstStyle>
            <a:p>
              <a:pPr algn="ctr" eaLnBrk="1" fontAlgn="base" hangingPunct="1" lv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/>
              </a:r>
              <a:r>
                <a:rPr altLang="zh-CN" dirty="0" lang="en-US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/>
              </a: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在编程中学习选择排序，运用画图或动画辅助理解，体会排序逻辑，总结算法步骤。</a:t>
              </a:r>
            </a:p>
          </p:txBody>
        </p:sp>
      </p:grpSp>
      <p:grpSp>
        <p:nvGrpSpPr>
          <p:cNvPr id="58" name="稻壳儿：耗崽 22"/>
          <p:cNvGrpSpPr/>
          <p:nvPr/>
        </p:nvGrpSpPr>
        <p:grpSpPr>
          <a:xfrm>
            <a:off x="8887857" y="3678310"/>
            <a:ext cx="2002728" cy="1499965"/>
            <a:chOff x="9085632" y="3380896"/>
            <a:chExt cx="2484557" cy="1499965"/>
          </a:xfrm>
        </p:grpSpPr>
        <p:sp>
          <p:nvSpPr>
            <p:cNvPr id="53" name="稻壳儿：耗崽 22-1"/>
            <p:cNvSpPr txBox="1">
              <a:spLocks noChangeArrowheads="1"/>
            </p:cNvSpPr>
            <p:nvPr/>
          </p:nvSpPr>
          <p:spPr bwMode="auto">
            <a:xfrm>
              <a:off x="9085632" y="3380896"/>
              <a:ext cx="2484557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lIns="0" rIns="0" tIns="0" wrap="square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1pPr>
              <a:lvl2pPr defTabSz="1216025" eaLnBrk="0" hangingPunct="0" indent="-285750" marL="74295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2pPr>
              <a:lvl3pPr defTabSz="1216025" eaLnBrk="0" hangingPunct="0" indent="-228600" marL="11430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3pPr>
              <a:lvl4pPr defTabSz="1216025" eaLnBrk="0" hangingPunct="0" indent="-228600" marL="16002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4pPr>
              <a:lvl5pPr defTabSz="1216025" eaLnBrk="0" hangingPunct="0" indent="-228600" marL="20574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5pPr>
              <a:lvl6pPr defTabSz="1216025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6pPr>
              <a:lvl7pPr defTabSz="1216025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7pPr>
              <a:lvl8pPr defTabSz="1216025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8pPr>
              <a:lvl9pPr defTabSz="1216025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9pPr>
            </a:lstStyle>
            <a:p>
              <a:pPr algn="ctr" eaLnBrk="1" fontAlgn="base" hangingPunct="1" lv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en-US" b="1" dirty="0" lang="zh-CN" sz="16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自主合作探究</a:t>
              </a:r>
              <a:endParaRPr b="1" baseline="0" cap="none" dirty="0" i="0" kern="1200" kumimoji="0" lang="en-US" noProof="0" normalizeH="0" spc="0" strike="noStrike" sz="1600" u="none">
                <a:ln>
                  <a:noFill/>
                </a:ln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4" name="稻壳儿：耗崽 22-2"/>
            <p:cNvSpPr txBox="1">
              <a:spLocks noChangeArrowheads="1"/>
            </p:cNvSpPr>
            <p:nvPr/>
          </p:nvSpPr>
          <p:spPr bwMode="auto">
            <a:xfrm>
              <a:off x="9127376" y="3776713"/>
              <a:ext cx="2395168" cy="1104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lIns="0" rIns="0" tIns="0" wrap="square">
              <a:spAutoFit/>
            </a:bodyPr>
            <a:lstStyle>
              <a:lvl1pPr defTabSz="1216025" eaLnBrk="0" hangingPunct="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1pPr>
              <a:lvl2pPr defTabSz="1216025" eaLnBrk="0" hangingPunct="0" indent="-285750" marL="74295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2pPr>
              <a:lvl3pPr defTabSz="1216025" eaLnBrk="0" hangingPunct="0" indent="-228600" marL="11430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3pPr>
              <a:lvl4pPr defTabSz="1216025" eaLnBrk="0" hangingPunct="0" indent="-228600" marL="16002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4pPr>
              <a:lvl5pPr defTabSz="1216025" eaLnBrk="0" hangingPunct="0" indent="-228600" marL="2057400"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5pPr>
              <a:lvl6pPr defTabSz="1216025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6pPr>
              <a:lvl7pPr defTabSz="1216025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7pPr>
              <a:lvl8pPr defTabSz="1216025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8pPr>
              <a:lvl9pPr defTabSz="1216025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F0502020204030204" pitchFamily="34" typeface="Calibri"/>
                  <a:ea charset="-122" panose="02010600030101010101" pitchFamily="2" typeface="宋体"/>
                </a:defRPr>
              </a:lvl9pPr>
            </a:lstStyle>
            <a:p>
              <a:pPr algn="ctr" eaLnBrk="1" fontAlgn="base" hangingPunct="1" lv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在自主合作编程中分析选择排序与其他排序的差异，掌握算法优化的思想。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3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53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74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5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cxnSp>
          <p:nvCxnSpPr>
            <p:cNvPr id="76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anchor="ctr" bIns="0" lIns="0" rIns="0" rtlCol="0" tIns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zh-CN" b="0" baseline="0" cap="none" dirty="0" i="0" kern="1200" kumimoji="0" lang="en-US" noProof="0" normalizeH="0" spc="0" strike="noStrike" sz="1100" u="none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08</a:t>
              </a:r>
              <a:endParaRPr b="0" baseline="0" cap="none" dirty="0" i="0" kern="1200" kumimoji="0" lang="en-US" noProof="0" normalizeH="0" spc="0" strike="noStrike" sz="1100" u="none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54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65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6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7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8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9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0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1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2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73" name="稻壳儿：耗崽 3-9"/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55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56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7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8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9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0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1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2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3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64" name="稻壳儿：耗崽 4-9"/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14126" r="29972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grpSp>
        <p:nvGrpSpPr>
          <p:cNvPr id="46" name="稻壳儿：耗崽 5"/>
          <p:cNvGrpSpPr/>
          <p:nvPr/>
        </p:nvGrpSpPr>
        <p:grpSpPr>
          <a:xfrm>
            <a:off x="623888" y="454345"/>
            <a:ext cx="10653705" cy="748980"/>
            <a:chOff x="623888" y="454345"/>
            <a:chExt cx="10653705" cy="748980"/>
          </a:xfrm>
        </p:grpSpPr>
        <p:sp>
          <p:nvSpPr>
            <p:cNvPr id="47" name="稻壳儿：耗崽 5-1"/>
            <p:cNvSpPr txBox="1"/>
            <p:nvPr/>
          </p:nvSpPr>
          <p:spPr>
            <a:xfrm>
              <a:off x="623888" y="454345"/>
              <a:ext cx="10653705" cy="615553"/>
            </a:xfrm>
            <a:prstGeom prst="rect">
              <a:avLst/>
            </a:prstGeom>
            <a:noFill/>
          </p:spPr>
          <p:txBody>
            <a:bodyPr bIns="0" lIns="0" rIns="0" rtlCol="0" tIns="0" wrap="square">
              <a:spAutoFit/>
            </a:bodyPr>
            <a:lstStyle/>
            <a:p>
              <a:pPr lvl="0">
                <a:defRPr/>
              </a:pPr>
              <a:r>
                <a:rPr altLang="en-US" b="1" dirty="0" lang="zh-CN" sz="4000">
                  <a:solidFill>
                    <a:srgbClr val="42556C"/>
                  </a:solidFill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rPr>
                <a:t>选择排序教学目标</a:t>
              </a:r>
            </a:p>
          </p:txBody>
        </p:sp>
        <p:grpSp>
          <p:nvGrpSpPr>
            <p:cNvPr id="48" name="Group 55"/>
            <p:cNvGrpSpPr/>
            <p:nvPr/>
          </p:nvGrpSpPr>
          <p:grpSpPr>
            <a:xfrm>
              <a:off x="675898" y="1130300"/>
              <a:ext cx="362272" cy="73025"/>
              <a:chOff x="7340600" y="4686300"/>
              <a:chExt cx="504030" cy="101600"/>
            </a:xfrm>
            <a:solidFill>
              <a:srgbClr val="42556C"/>
            </a:solidFill>
          </p:grpSpPr>
          <p:sp>
            <p:nvSpPr>
              <p:cNvPr id="49" name="稻壳儿：耗崽 5-2"/>
              <p:cNvSpPr/>
              <p:nvPr/>
            </p:nvSpPr>
            <p:spPr>
              <a:xfrm>
                <a:off x="734060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en-ID" noProof="0" normalizeH="0" spc="0" strike="noStrike" sz="18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50" name="稻壳儿：耗崽 5-3"/>
              <p:cNvSpPr/>
              <p:nvPr/>
            </p:nvSpPr>
            <p:spPr>
              <a:xfrm>
                <a:off x="7541815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dirty="0" i="0" kern="1200" kumimoji="0" lang="en-ID" noProof="0" normalizeH="0" spc="0" strike="noStrike" sz="18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51" name="稻壳儿：耗崽 5-4"/>
              <p:cNvSpPr/>
              <p:nvPr/>
            </p:nvSpPr>
            <p:spPr>
              <a:xfrm>
                <a:off x="774303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en-ID" noProof="0" normalizeH="0" spc="0" strike="noStrike" sz="18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</p:grpSp>
      </p:grpSp>
      <p:grpSp>
        <p:nvGrpSpPr>
          <p:cNvPr id="2" name="稻壳儿：耗崽 6"/>
          <p:cNvGrpSpPr/>
          <p:nvPr/>
        </p:nvGrpSpPr>
        <p:grpSpPr>
          <a:xfrm>
            <a:off x="1977316" y="2190243"/>
            <a:ext cx="1681702" cy="1679757"/>
            <a:chOff x="2113799" y="2190243"/>
            <a:chExt cx="1681702" cy="1679757"/>
          </a:xfrm>
        </p:grpSpPr>
        <p:sp>
          <p:nvSpPr>
            <p:cNvPr id="6" name="稻壳儿：耗崽 6-1"/>
            <p:cNvSpPr>
              <a:spLocks noEditPoints="1"/>
            </p:cNvSpPr>
            <p:nvPr/>
          </p:nvSpPr>
          <p:spPr bwMode="auto">
            <a:xfrm rot="2700000">
              <a:off x="2114771" y="2189271"/>
              <a:ext cx="1679757" cy="1681702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11" name="稻壳儿：耗崽 6-2"/>
            <p:cNvSpPr>
              <a:spLocks noChangeArrowheads="1"/>
            </p:cNvSpPr>
            <p:nvPr/>
          </p:nvSpPr>
          <p:spPr bwMode="auto">
            <a:xfrm>
              <a:off x="2244715" y="2319106"/>
              <a:ext cx="1419364" cy="1421732"/>
            </a:xfrm>
            <a:prstGeom prst="ellipse">
              <a:avLst/>
            </a:prstGeom>
            <a:solidFill>
              <a:srgbClr val="FFFDF5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8" name="稻壳儿：耗崽 6-3"/>
            <p:cNvSpPr>
              <a:spLocks noEditPoints="1"/>
            </p:cNvSpPr>
            <p:nvPr/>
          </p:nvSpPr>
          <p:spPr bwMode="auto">
            <a:xfrm>
              <a:off x="2551500" y="2534672"/>
              <a:ext cx="805795" cy="990600"/>
            </a:xfrm>
            <a:custGeom>
              <a:avLst/>
              <a:gdLst>
                <a:gd fmla="*/ 204 w 398" name="T0"/>
                <a:gd fmla="*/ 222 h 490" name="T1"/>
                <a:gd fmla="*/ 181 w 398" name="T2"/>
                <a:gd fmla="*/ 218 h 490" name="T3"/>
                <a:gd fmla="*/ 202 w 398" name="T4"/>
                <a:gd fmla="*/ 195 h 490" name="T5"/>
                <a:gd fmla="*/ 270 w 398" name="T6"/>
                <a:gd fmla="*/ 156 h 490" name="T7"/>
                <a:gd fmla="*/ 138 w 398" name="T8"/>
                <a:gd fmla="*/ 156 h 490" name="T9"/>
                <a:gd fmla="*/ 183 w 398" name="T10"/>
                <a:gd fmla="*/ 194 h 490" name="T11"/>
                <a:gd fmla="*/ 190 w 398" name="T12"/>
                <a:gd fmla="*/ 155 h 490" name="T13"/>
                <a:gd fmla="*/ 160 w 398" name="T14"/>
                <a:gd fmla="*/ 158 h 490" name="T15"/>
                <a:gd fmla="*/ 184 w 398" name="T16"/>
                <a:gd fmla="*/ 118 h 490" name="T17"/>
                <a:gd fmla="*/ 217 w 398" name="T18"/>
                <a:gd fmla="*/ 118 h 490" name="T19"/>
                <a:gd fmla="*/ 224 w 398" name="T20"/>
                <a:gd fmla="*/ 145 h 490" name="T21"/>
                <a:gd fmla="*/ 249 w 398" name="T22"/>
                <a:gd fmla="*/ 148 h 490" name="T23"/>
                <a:gd fmla="*/ 208 w 398" name="T24"/>
                <a:gd fmla="*/ 154 h 490" name="T25"/>
                <a:gd fmla="*/ 235 w 398" name="T26"/>
                <a:gd fmla="*/ 202 h 490" name="T27"/>
                <a:gd fmla="*/ 270 w 398" name="T28"/>
                <a:gd fmla="*/ 156 h 490" name="T29"/>
                <a:gd fmla="*/ 377 w 398" name="T30"/>
                <a:gd fmla="*/ 283 h 490" name="T31"/>
                <a:gd fmla="*/ 373 w 398" name="T32"/>
                <a:gd fmla="*/ 312 h 490" name="T33"/>
                <a:gd fmla="*/ 364 w 398" name="T34"/>
                <a:gd fmla="*/ 325 h 490" name="T35"/>
                <a:gd fmla="*/ 355 w 398" name="T36"/>
                <a:gd fmla="*/ 363 h 490" name="T37"/>
                <a:gd fmla="*/ 303 w 398" name="T38"/>
                <a:gd fmla="*/ 397 h 490" name="T39"/>
                <a:gd fmla="*/ 212 w 398" name="T40"/>
                <a:gd fmla="*/ 490 h 490" name="T41"/>
                <a:gd fmla="*/ 59 w 398" name="T42"/>
                <a:gd fmla="*/ 273 h 490" name="T43"/>
                <a:gd fmla="*/ 57 w 398" name="T44"/>
                <a:gd fmla="*/ 60 h 490" name="T45"/>
                <a:gd fmla="*/ 340 w 398" name="T46"/>
                <a:gd fmla="*/ 52 h 490" name="T47"/>
                <a:gd fmla="*/ 373 w 398" name="T48"/>
                <a:gd fmla="*/ 216 h 490" name="T49"/>
                <a:gd fmla="*/ 315 w 398" name="T50"/>
                <a:gd fmla="*/ 143 h 490" name="T51"/>
                <a:gd fmla="*/ 278 w 398" name="T52"/>
                <a:gd fmla="*/ 101 h 490" name="T53"/>
                <a:gd fmla="*/ 273 w 398" name="T54"/>
                <a:gd fmla="*/ 68 h 490" name="T55"/>
                <a:gd fmla="*/ 217 w 398" name="T56"/>
                <a:gd fmla="*/ 64 h 490" name="T57"/>
                <a:gd fmla="*/ 191 w 398" name="T58"/>
                <a:gd fmla="*/ 45 h 490" name="T59"/>
                <a:gd fmla="*/ 149 w 398" name="T60"/>
                <a:gd fmla="*/ 82 h 490" name="T61"/>
                <a:gd fmla="*/ 116 w 398" name="T62"/>
                <a:gd fmla="*/ 87 h 490" name="T63"/>
                <a:gd fmla="*/ 112 w 398" name="T64"/>
                <a:gd fmla="*/ 143 h 490" name="T65"/>
                <a:gd fmla="*/ 93 w 398" name="T66"/>
                <a:gd fmla="*/ 170 h 490" name="T67"/>
                <a:gd fmla="*/ 130 w 398" name="T68"/>
                <a:gd fmla="*/ 212 h 490" name="T69"/>
                <a:gd fmla="*/ 135 w 398" name="T70"/>
                <a:gd fmla="*/ 244 h 490" name="T71"/>
                <a:gd fmla="*/ 191 w 398" name="T72"/>
                <a:gd fmla="*/ 248 h 490" name="T73"/>
                <a:gd fmla="*/ 217 w 398" name="T74"/>
                <a:gd fmla="*/ 267 h 490" name="T75"/>
                <a:gd fmla="*/ 260 w 398" name="T76"/>
                <a:gd fmla="*/ 231 h 490" name="T77"/>
                <a:gd fmla="*/ 292 w 398" name="T78"/>
                <a:gd fmla="*/ 225 h 490" name="T79"/>
                <a:gd fmla="*/ 296 w 398" name="T80"/>
                <a:gd fmla="*/ 170 h 490" name="T81"/>
                <a:gd fmla="*/ 315 w 398" name="T82"/>
                <a:gd fmla="*/ 143 h 490" name="T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b="b" l="0" r="r" t="0"/>
              <a:pathLst>
                <a:path h="490" w="398">
                  <a:moveTo>
                    <a:pt x="213" y="206"/>
                  </a:moveTo>
                  <a:lnTo>
                    <a:pt x="204" y="222"/>
                  </a:lnTo>
                  <a:cubicBezTo>
                    <a:pt x="204" y="222"/>
                    <a:pt x="204" y="222"/>
                    <a:pt x="204" y="222"/>
                  </a:cubicBezTo>
                  <a:cubicBezTo>
                    <a:pt x="196" y="222"/>
                    <a:pt x="188" y="221"/>
                    <a:pt x="181" y="218"/>
                  </a:cubicBezTo>
                  <a:lnTo>
                    <a:pt x="198" y="205"/>
                  </a:lnTo>
                  <a:lnTo>
                    <a:pt x="202" y="195"/>
                  </a:lnTo>
                  <a:lnTo>
                    <a:pt x="213" y="206"/>
                  </a:lnTo>
                  <a:close/>
                  <a:moveTo>
                    <a:pt x="270" y="156"/>
                  </a:moveTo>
                  <a:cubicBezTo>
                    <a:pt x="270" y="120"/>
                    <a:pt x="241" y="90"/>
                    <a:pt x="204" y="90"/>
                  </a:cubicBezTo>
                  <a:cubicBezTo>
                    <a:pt x="168" y="90"/>
                    <a:pt x="138" y="120"/>
                    <a:pt x="138" y="156"/>
                  </a:cubicBezTo>
                  <a:cubicBezTo>
                    <a:pt x="138" y="178"/>
                    <a:pt x="148" y="197"/>
                    <a:pt x="164" y="209"/>
                  </a:cubicBezTo>
                  <a:lnTo>
                    <a:pt x="183" y="194"/>
                  </a:lnTo>
                  <a:lnTo>
                    <a:pt x="190" y="174"/>
                  </a:lnTo>
                  <a:lnTo>
                    <a:pt x="190" y="155"/>
                  </a:lnTo>
                  <a:lnTo>
                    <a:pt x="171" y="171"/>
                  </a:lnTo>
                  <a:lnTo>
                    <a:pt x="160" y="158"/>
                  </a:lnTo>
                  <a:lnTo>
                    <a:pt x="191" y="132"/>
                  </a:lnTo>
                  <a:cubicBezTo>
                    <a:pt x="187" y="129"/>
                    <a:pt x="184" y="124"/>
                    <a:pt x="184" y="118"/>
                  </a:cubicBezTo>
                  <a:cubicBezTo>
                    <a:pt x="184" y="109"/>
                    <a:pt x="191" y="101"/>
                    <a:pt x="201" y="101"/>
                  </a:cubicBezTo>
                  <a:cubicBezTo>
                    <a:pt x="210" y="101"/>
                    <a:pt x="217" y="109"/>
                    <a:pt x="217" y="118"/>
                  </a:cubicBezTo>
                  <a:cubicBezTo>
                    <a:pt x="217" y="124"/>
                    <a:pt x="214" y="129"/>
                    <a:pt x="210" y="132"/>
                  </a:cubicBezTo>
                  <a:lnTo>
                    <a:pt x="224" y="145"/>
                  </a:lnTo>
                  <a:lnTo>
                    <a:pt x="238" y="134"/>
                  </a:lnTo>
                  <a:lnTo>
                    <a:pt x="249" y="148"/>
                  </a:lnTo>
                  <a:lnTo>
                    <a:pt x="223" y="168"/>
                  </a:lnTo>
                  <a:lnTo>
                    <a:pt x="208" y="154"/>
                  </a:lnTo>
                  <a:lnTo>
                    <a:pt x="208" y="176"/>
                  </a:lnTo>
                  <a:lnTo>
                    <a:pt x="235" y="202"/>
                  </a:lnTo>
                  <a:lnTo>
                    <a:pt x="226" y="218"/>
                  </a:lnTo>
                  <a:cubicBezTo>
                    <a:pt x="252" y="209"/>
                    <a:pt x="270" y="185"/>
                    <a:pt x="270" y="156"/>
                  </a:cubicBezTo>
                  <a:close/>
                  <a:moveTo>
                    <a:pt x="397" y="268"/>
                  </a:moveTo>
                  <a:cubicBezTo>
                    <a:pt x="397" y="268"/>
                    <a:pt x="398" y="282"/>
                    <a:pt x="377" y="283"/>
                  </a:cubicBezTo>
                  <a:cubicBezTo>
                    <a:pt x="377" y="283"/>
                    <a:pt x="371" y="283"/>
                    <a:pt x="373" y="295"/>
                  </a:cubicBezTo>
                  <a:lnTo>
                    <a:pt x="373" y="312"/>
                  </a:lnTo>
                  <a:cubicBezTo>
                    <a:pt x="373" y="312"/>
                    <a:pt x="372" y="317"/>
                    <a:pt x="363" y="320"/>
                  </a:cubicBezTo>
                  <a:cubicBezTo>
                    <a:pt x="363" y="320"/>
                    <a:pt x="361" y="322"/>
                    <a:pt x="364" y="325"/>
                  </a:cubicBezTo>
                  <a:cubicBezTo>
                    <a:pt x="364" y="325"/>
                    <a:pt x="369" y="331"/>
                    <a:pt x="360" y="343"/>
                  </a:cubicBezTo>
                  <a:cubicBezTo>
                    <a:pt x="357" y="347"/>
                    <a:pt x="352" y="352"/>
                    <a:pt x="355" y="363"/>
                  </a:cubicBezTo>
                  <a:cubicBezTo>
                    <a:pt x="355" y="363"/>
                    <a:pt x="359" y="385"/>
                    <a:pt x="351" y="390"/>
                  </a:cubicBezTo>
                  <a:cubicBezTo>
                    <a:pt x="351" y="390"/>
                    <a:pt x="341" y="401"/>
                    <a:pt x="303" y="397"/>
                  </a:cubicBezTo>
                  <a:cubicBezTo>
                    <a:pt x="289" y="395"/>
                    <a:pt x="265" y="388"/>
                    <a:pt x="250" y="407"/>
                  </a:cubicBezTo>
                  <a:cubicBezTo>
                    <a:pt x="250" y="407"/>
                    <a:pt x="214" y="474"/>
                    <a:pt x="212" y="490"/>
                  </a:cubicBezTo>
                  <a:cubicBezTo>
                    <a:pt x="212" y="490"/>
                    <a:pt x="151" y="383"/>
                    <a:pt x="78" y="366"/>
                  </a:cubicBezTo>
                  <a:cubicBezTo>
                    <a:pt x="78" y="366"/>
                    <a:pt x="95" y="326"/>
                    <a:pt x="59" y="273"/>
                  </a:cubicBezTo>
                  <a:cubicBezTo>
                    <a:pt x="59" y="273"/>
                    <a:pt x="13" y="213"/>
                    <a:pt x="12" y="179"/>
                  </a:cubicBezTo>
                  <a:cubicBezTo>
                    <a:pt x="12" y="179"/>
                    <a:pt x="0" y="123"/>
                    <a:pt x="57" y="60"/>
                  </a:cubicBezTo>
                  <a:cubicBezTo>
                    <a:pt x="84" y="29"/>
                    <a:pt x="121" y="1"/>
                    <a:pt x="210" y="0"/>
                  </a:cubicBezTo>
                  <a:cubicBezTo>
                    <a:pt x="245" y="0"/>
                    <a:pt x="299" y="8"/>
                    <a:pt x="340" y="52"/>
                  </a:cubicBezTo>
                  <a:cubicBezTo>
                    <a:pt x="366" y="79"/>
                    <a:pt x="384" y="112"/>
                    <a:pt x="379" y="167"/>
                  </a:cubicBezTo>
                  <a:cubicBezTo>
                    <a:pt x="378" y="179"/>
                    <a:pt x="361" y="193"/>
                    <a:pt x="373" y="216"/>
                  </a:cubicBezTo>
                  <a:cubicBezTo>
                    <a:pt x="373" y="216"/>
                    <a:pt x="398" y="261"/>
                    <a:pt x="397" y="268"/>
                  </a:cubicBezTo>
                  <a:close/>
                  <a:moveTo>
                    <a:pt x="315" y="143"/>
                  </a:moveTo>
                  <a:lnTo>
                    <a:pt x="296" y="143"/>
                  </a:lnTo>
                  <a:cubicBezTo>
                    <a:pt x="294" y="127"/>
                    <a:pt x="288" y="113"/>
                    <a:pt x="278" y="101"/>
                  </a:cubicBezTo>
                  <a:lnTo>
                    <a:pt x="292" y="87"/>
                  </a:lnTo>
                  <a:lnTo>
                    <a:pt x="273" y="68"/>
                  </a:lnTo>
                  <a:lnTo>
                    <a:pt x="260" y="82"/>
                  </a:lnTo>
                  <a:cubicBezTo>
                    <a:pt x="247" y="73"/>
                    <a:pt x="233" y="67"/>
                    <a:pt x="217" y="64"/>
                  </a:cubicBezTo>
                  <a:lnTo>
                    <a:pt x="217" y="45"/>
                  </a:lnTo>
                  <a:lnTo>
                    <a:pt x="191" y="45"/>
                  </a:lnTo>
                  <a:lnTo>
                    <a:pt x="191" y="64"/>
                  </a:lnTo>
                  <a:cubicBezTo>
                    <a:pt x="175" y="67"/>
                    <a:pt x="161" y="73"/>
                    <a:pt x="149" y="82"/>
                  </a:cubicBezTo>
                  <a:lnTo>
                    <a:pt x="135" y="68"/>
                  </a:lnTo>
                  <a:lnTo>
                    <a:pt x="116" y="87"/>
                  </a:lnTo>
                  <a:lnTo>
                    <a:pt x="130" y="101"/>
                  </a:lnTo>
                  <a:cubicBezTo>
                    <a:pt x="121" y="113"/>
                    <a:pt x="115" y="127"/>
                    <a:pt x="112" y="143"/>
                  </a:cubicBezTo>
                  <a:lnTo>
                    <a:pt x="93" y="143"/>
                  </a:lnTo>
                  <a:lnTo>
                    <a:pt x="93" y="170"/>
                  </a:lnTo>
                  <a:lnTo>
                    <a:pt x="112" y="170"/>
                  </a:lnTo>
                  <a:cubicBezTo>
                    <a:pt x="115" y="185"/>
                    <a:pt x="121" y="200"/>
                    <a:pt x="130" y="212"/>
                  </a:cubicBezTo>
                  <a:lnTo>
                    <a:pt x="116" y="225"/>
                  </a:lnTo>
                  <a:lnTo>
                    <a:pt x="135" y="244"/>
                  </a:lnTo>
                  <a:lnTo>
                    <a:pt x="149" y="231"/>
                  </a:lnTo>
                  <a:cubicBezTo>
                    <a:pt x="161" y="240"/>
                    <a:pt x="175" y="246"/>
                    <a:pt x="191" y="248"/>
                  </a:cubicBezTo>
                  <a:lnTo>
                    <a:pt x="191" y="267"/>
                  </a:lnTo>
                  <a:lnTo>
                    <a:pt x="217" y="267"/>
                  </a:lnTo>
                  <a:lnTo>
                    <a:pt x="217" y="248"/>
                  </a:lnTo>
                  <a:cubicBezTo>
                    <a:pt x="233" y="246"/>
                    <a:pt x="248" y="240"/>
                    <a:pt x="260" y="231"/>
                  </a:cubicBezTo>
                  <a:lnTo>
                    <a:pt x="273" y="244"/>
                  </a:lnTo>
                  <a:lnTo>
                    <a:pt x="292" y="225"/>
                  </a:lnTo>
                  <a:lnTo>
                    <a:pt x="278" y="212"/>
                  </a:lnTo>
                  <a:cubicBezTo>
                    <a:pt x="288" y="200"/>
                    <a:pt x="294" y="185"/>
                    <a:pt x="296" y="170"/>
                  </a:cubicBezTo>
                  <a:lnTo>
                    <a:pt x="315" y="170"/>
                  </a:lnTo>
                  <a:lnTo>
                    <a:pt x="315" y="143"/>
                  </a:lnTo>
                  <a:lnTo>
                    <a:pt x="315" y="143"/>
                  </a:lnTo>
                  <a:close/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>
              <a:defPPr>
                <a:defRPr lang="zh-CN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altLang="en-US" dirty="0" lang="zh-CN" sz="2400">
                <a:solidFill>
                  <a:prstClr val="black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3" name="稻壳儿：耗崽 7"/>
          <p:cNvGrpSpPr/>
          <p:nvPr/>
        </p:nvGrpSpPr>
        <p:grpSpPr>
          <a:xfrm>
            <a:off x="5252626" y="2190243"/>
            <a:ext cx="1681702" cy="1679757"/>
            <a:chOff x="5254809" y="2190243"/>
            <a:chExt cx="1681702" cy="1679757"/>
          </a:xfrm>
        </p:grpSpPr>
        <p:sp>
          <p:nvSpPr>
            <p:cNvPr id="5" name="稻壳儿：耗崽 7-1"/>
            <p:cNvSpPr>
              <a:spLocks noEditPoints="1"/>
            </p:cNvSpPr>
            <p:nvPr/>
          </p:nvSpPr>
          <p:spPr bwMode="auto">
            <a:xfrm rot="2700000">
              <a:off x="5255781" y="2189271"/>
              <a:ext cx="1679757" cy="1681702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8" name="稻壳儿：耗崽 7-2"/>
            <p:cNvSpPr>
              <a:spLocks noChangeArrowheads="1"/>
            </p:cNvSpPr>
            <p:nvPr/>
          </p:nvSpPr>
          <p:spPr bwMode="auto">
            <a:xfrm>
              <a:off x="5385977" y="2319256"/>
              <a:ext cx="1419364" cy="1421732"/>
            </a:xfrm>
            <a:prstGeom prst="ellipse">
              <a:avLst/>
            </a:prstGeom>
            <a:solidFill>
              <a:srgbClr val="FFFDF5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9" name="稻壳儿：耗崽 7-3"/>
            <p:cNvSpPr>
              <a:spLocks noEditPoints="1"/>
            </p:cNvSpPr>
            <p:nvPr/>
          </p:nvSpPr>
          <p:spPr bwMode="auto">
            <a:xfrm>
              <a:off x="5618351" y="2714795"/>
              <a:ext cx="954616" cy="630655"/>
            </a:xfrm>
            <a:custGeom>
              <a:avLst/>
              <a:gdLst>
                <a:gd fmla="*/ 4028 w 4244" name="T0"/>
                <a:gd fmla="*/ 274 h 2809" name="T1"/>
                <a:gd fmla="*/ 3748 w 4244" name="T2"/>
                <a:gd fmla="*/ 274 h 2809" name="T3"/>
                <a:gd fmla="*/ 2721 w 4244" name="T4"/>
                <a:gd fmla="*/ 0 h 2809" name="T5"/>
                <a:gd fmla="*/ 2122 w 4244" name="T6"/>
                <a:gd fmla="*/ 273 h 2809" name="T7"/>
                <a:gd fmla="*/ 1524 w 4244" name="T8"/>
                <a:gd fmla="*/ 0 h 2809" name="T9"/>
                <a:gd fmla="*/ 496 w 4244" name="T10"/>
                <a:gd fmla="*/ 274 h 2809" name="T11"/>
                <a:gd fmla="*/ 216 w 4244" name="T12"/>
                <a:gd fmla="*/ 274 h 2809" name="T13"/>
                <a:gd fmla="*/ 0 w 4244" name="T14"/>
                <a:gd fmla="*/ 490 h 2809" name="T15"/>
                <a:gd fmla="*/ 0 w 4244" name="T16"/>
                <a:gd fmla="*/ 2593 h 2809" name="T17"/>
                <a:gd fmla="*/ 216 w 4244" name="T18"/>
                <a:gd fmla="*/ 2809 h 2809" name="T19"/>
                <a:gd fmla="*/ 4028 w 4244" name="T20"/>
                <a:gd fmla="*/ 2809 h 2809" name="T21"/>
                <a:gd fmla="*/ 4244 w 4244" name="T22"/>
                <a:gd fmla="*/ 2593 h 2809" name="T23"/>
                <a:gd fmla="*/ 4244 w 4244" name="T24"/>
                <a:gd fmla="*/ 490 h 2809" name="T25"/>
                <a:gd fmla="*/ 4028 w 4244" name="T26"/>
                <a:gd fmla="*/ 274 h 2809" name="T27"/>
                <a:gd fmla="*/ 2064 w 4244" name="T28"/>
                <a:gd fmla="*/ 406 h 2809" name="T29"/>
                <a:gd fmla="*/ 2063 w 4244" name="T30"/>
                <a:gd fmla="*/ 416 h 2809" name="T31"/>
                <a:gd fmla="*/ 2063 w 4244" name="T32"/>
                <a:gd fmla="*/ 2399 h 2809" name="T33"/>
                <a:gd fmla="*/ 1546 w 4244" name="T34"/>
                <a:gd fmla="*/ 2206 h 2809" name="T35"/>
                <a:gd fmla="*/ 268 w 4244" name="T36"/>
                <a:gd fmla="*/ 2565 h 2809" name="T37"/>
                <a:gd fmla="*/ 268 w 4244" name="T38"/>
                <a:gd fmla="*/ 502 h 2809" name="T39"/>
                <a:gd fmla="*/ 777 w 4244" name="T40"/>
                <a:gd fmla="*/ 274 h 2809" name="T41"/>
                <a:gd fmla="*/ 1523 w 4244" name="T42"/>
                <a:gd fmla="*/ 108 h 2809" name="T43"/>
                <a:gd fmla="*/ 1990 w 4244" name="T44"/>
                <a:gd fmla="*/ 274 h 2809" name="T45"/>
                <a:gd fmla="*/ 2066 w 4244" name="T46"/>
                <a:gd fmla="*/ 397 h 2809" name="T47"/>
                <a:gd fmla="*/ 2064 w 4244" name="T48"/>
                <a:gd fmla="*/ 406 h 2809" name="T49"/>
                <a:gd fmla="*/ 3976 w 4244" name="T50"/>
                <a:gd fmla="*/ 2565 h 2809" name="T51"/>
                <a:gd fmla="*/ 2699 w 4244" name="T52"/>
                <a:gd fmla="*/ 2206 h 2809" name="T53"/>
                <a:gd fmla="*/ 2182 w 4244" name="T54"/>
                <a:gd fmla="*/ 2399 h 2809" name="T55"/>
                <a:gd fmla="*/ 2171 w 4244" name="T56"/>
                <a:gd fmla="*/ 2410 h 2809" name="T57"/>
                <a:gd fmla="*/ 2171 w 4244" name="T58"/>
                <a:gd fmla="*/ 422 h 2809" name="T59"/>
                <a:gd fmla="*/ 2179 w 4244" name="T60"/>
                <a:gd fmla="*/ 397 h 2809" name="T61"/>
                <a:gd fmla="*/ 2256 w 4244" name="T62"/>
                <a:gd fmla="*/ 274 h 2809" name="T63"/>
                <a:gd fmla="*/ 2721 w 4244" name="T64"/>
                <a:gd fmla="*/ 108 h 2809" name="T65"/>
                <a:gd fmla="*/ 3468 w 4244" name="T66"/>
                <a:gd fmla="*/ 274 h 2809" name="T67"/>
                <a:gd fmla="*/ 3976 w 4244" name="T68"/>
                <a:gd fmla="*/ 502 h 2809" name="T69"/>
                <a:gd fmla="*/ 3976 w 4244" name="T70"/>
                <a:gd fmla="*/ 2565 h 2809" name="T71"/>
                <a:gd fmla="*/ 3976 w 4244" name="T72"/>
                <a:gd fmla="*/ 2565 h 2809" name="T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b="b" l="0" r="r" t="0"/>
              <a:pathLst>
                <a:path h="2809" w="4244">
                  <a:moveTo>
                    <a:pt x="4028" y="274"/>
                  </a:moveTo>
                  <a:lnTo>
                    <a:pt x="3748" y="274"/>
                  </a:lnTo>
                  <a:cubicBezTo>
                    <a:pt x="3341" y="93"/>
                    <a:pt x="2996" y="0"/>
                    <a:pt x="2721" y="0"/>
                  </a:cubicBezTo>
                  <a:cubicBezTo>
                    <a:pt x="2365" y="0"/>
                    <a:pt x="2198" y="155"/>
                    <a:pt x="2122" y="273"/>
                  </a:cubicBezTo>
                  <a:cubicBezTo>
                    <a:pt x="2047" y="155"/>
                    <a:pt x="1880" y="0"/>
                    <a:pt x="1524" y="0"/>
                  </a:cubicBezTo>
                  <a:cubicBezTo>
                    <a:pt x="1248" y="0"/>
                    <a:pt x="903" y="93"/>
                    <a:pt x="496" y="274"/>
                  </a:cubicBezTo>
                  <a:lnTo>
                    <a:pt x="216" y="274"/>
                  </a:lnTo>
                  <a:cubicBezTo>
                    <a:pt x="97" y="274"/>
                    <a:pt x="0" y="371"/>
                    <a:pt x="0" y="490"/>
                  </a:cubicBezTo>
                  <a:lnTo>
                    <a:pt x="0" y="2593"/>
                  </a:lnTo>
                  <a:cubicBezTo>
                    <a:pt x="0" y="2712"/>
                    <a:pt x="97" y="2809"/>
                    <a:pt x="216" y="2809"/>
                  </a:cubicBezTo>
                  <a:lnTo>
                    <a:pt x="4028" y="2809"/>
                  </a:lnTo>
                  <a:cubicBezTo>
                    <a:pt x="4148" y="2809"/>
                    <a:pt x="4244" y="2712"/>
                    <a:pt x="4244" y="2593"/>
                  </a:cubicBezTo>
                  <a:lnTo>
                    <a:pt x="4244" y="490"/>
                  </a:lnTo>
                  <a:cubicBezTo>
                    <a:pt x="4244" y="371"/>
                    <a:pt x="4148" y="274"/>
                    <a:pt x="4028" y="274"/>
                  </a:cubicBezTo>
                  <a:close/>
                  <a:moveTo>
                    <a:pt x="2064" y="406"/>
                  </a:moveTo>
                  <a:cubicBezTo>
                    <a:pt x="2063" y="409"/>
                    <a:pt x="2063" y="412"/>
                    <a:pt x="2063" y="416"/>
                  </a:cubicBezTo>
                  <a:lnTo>
                    <a:pt x="2063" y="2399"/>
                  </a:lnTo>
                  <a:cubicBezTo>
                    <a:pt x="1968" y="2289"/>
                    <a:pt x="1810" y="2206"/>
                    <a:pt x="1546" y="2206"/>
                  </a:cubicBezTo>
                  <a:cubicBezTo>
                    <a:pt x="1073" y="2206"/>
                    <a:pt x="480" y="2465"/>
                    <a:pt x="268" y="2565"/>
                  </a:cubicBezTo>
                  <a:lnTo>
                    <a:pt x="268" y="502"/>
                  </a:lnTo>
                  <a:cubicBezTo>
                    <a:pt x="449" y="410"/>
                    <a:pt x="619" y="335"/>
                    <a:pt x="777" y="274"/>
                  </a:cubicBezTo>
                  <a:cubicBezTo>
                    <a:pt x="1067" y="164"/>
                    <a:pt x="1317" y="108"/>
                    <a:pt x="1523" y="108"/>
                  </a:cubicBezTo>
                  <a:cubicBezTo>
                    <a:pt x="1777" y="108"/>
                    <a:pt x="1915" y="192"/>
                    <a:pt x="1990" y="274"/>
                  </a:cubicBezTo>
                  <a:cubicBezTo>
                    <a:pt x="2033" y="322"/>
                    <a:pt x="2055" y="368"/>
                    <a:pt x="2066" y="397"/>
                  </a:cubicBezTo>
                  <a:cubicBezTo>
                    <a:pt x="2065" y="402"/>
                    <a:pt x="2064" y="405"/>
                    <a:pt x="2064" y="406"/>
                  </a:cubicBezTo>
                  <a:close/>
                  <a:moveTo>
                    <a:pt x="3976" y="2565"/>
                  </a:moveTo>
                  <a:cubicBezTo>
                    <a:pt x="3765" y="2465"/>
                    <a:pt x="3172" y="2206"/>
                    <a:pt x="2699" y="2206"/>
                  </a:cubicBezTo>
                  <a:cubicBezTo>
                    <a:pt x="2434" y="2206"/>
                    <a:pt x="2276" y="2289"/>
                    <a:pt x="2182" y="2399"/>
                  </a:cubicBezTo>
                  <a:cubicBezTo>
                    <a:pt x="2178" y="2403"/>
                    <a:pt x="2174" y="2406"/>
                    <a:pt x="2171" y="2410"/>
                  </a:cubicBezTo>
                  <a:lnTo>
                    <a:pt x="2171" y="422"/>
                  </a:lnTo>
                  <a:cubicBezTo>
                    <a:pt x="2172" y="417"/>
                    <a:pt x="2174" y="409"/>
                    <a:pt x="2179" y="397"/>
                  </a:cubicBezTo>
                  <a:cubicBezTo>
                    <a:pt x="2189" y="369"/>
                    <a:pt x="2212" y="322"/>
                    <a:pt x="2256" y="274"/>
                  </a:cubicBezTo>
                  <a:cubicBezTo>
                    <a:pt x="2331" y="192"/>
                    <a:pt x="2469" y="108"/>
                    <a:pt x="2721" y="108"/>
                  </a:cubicBezTo>
                  <a:cubicBezTo>
                    <a:pt x="2927" y="108"/>
                    <a:pt x="3178" y="164"/>
                    <a:pt x="3468" y="274"/>
                  </a:cubicBezTo>
                  <a:cubicBezTo>
                    <a:pt x="3626" y="335"/>
                    <a:pt x="3795" y="410"/>
                    <a:pt x="3976" y="502"/>
                  </a:cubicBezTo>
                  <a:lnTo>
                    <a:pt x="3976" y="2565"/>
                  </a:lnTo>
                  <a:lnTo>
                    <a:pt x="3976" y="2565"/>
                  </a:lnTo>
                  <a:close/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>
              <a:defPPr>
                <a:defRPr lang="zh-CN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altLang="en-US" dirty="0" lang="zh-CN" sz="2400">
                <a:solidFill>
                  <a:prstClr val="black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4" name="稻壳儿：耗崽 8"/>
          <p:cNvGrpSpPr/>
          <p:nvPr/>
        </p:nvGrpSpPr>
        <p:grpSpPr>
          <a:xfrm>
            <a:off x="8496806" y="2189682"/>
            <a:ext cx="1681703" cy="1680730"/>
            <a:chOff x="8396335" y="2189682"/>
            <a:chExt cx="1681703" cy="1680730"/>
          </a:xfrm>
        </p:grpSpPr>
        <p:sp>
          <p:nvSpPr>
            <p:cNvPr id="7" name="稻壳儿：耗崽 8-1"/>
            <p:cNvSpPr>
              <a:spLocks noEditPoints="1"/>
            </p:cNvSpPr>
            <p:nvPr/>
          </p:nvSpPr>
          <p:spPr bwMode="auto">
            <a:xfrm rot="2700000">
              <a:off x="8396822" y="2189195"/>
              <a:ext cx="1680730" cy="1681703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9" name="稻壳儿：耗崽 8-2"/>
            <p:cNvSpPr>
              <a:spLocks noChangeArrowheads="1"/>
            </p:cNvSpPr>
            <p:nvPr/>
          </p:nvSpPr>
          <p:spPr bwMode="auto">
            <a:xfrm>
              <a:off x="8527505" y="2319180"/>
              <a:ext cx="1419364" cy="1421732"/>
            </a:xfrm>
            <a:prstGeom prst="ellipse">
              <a:avLst/>
            </a:prstGeom>
            <a:solidFill>
              <a:srgbClr val="FFFDF5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30" name="稻壳儿：耗崽 8-3"/>
            <p:cNvSpPr>
              <a:spLocks noEditPoints="1"/>
            </p:cNvSpPr>
            <p:nvPr/>
          </p:nvSpPr>
          <p:spPr bwMode="auto">
            <a:xfrm>
              <a:off x="8773637" y="2650259"/>
              <a:ext cx="927101" cy="759574"/>
            </a:xfrm>
            <a:custGeom>
              <a:avLst/>
              <a:gdLst>
                <a:gd fmla="*/ 153600 w 559798" name="connsiteX0"/>
                <a:gd fmla="*/ 212212 h 458643" name="connsiteY0"/>
                <a:gd fmla="*/ 143537 w 559798" name="connsiteX1"/>
                <a:gd fmla="*/ 245174 h 458643" name="connsiteY1"/>
                <a:gd fmla="*/ 163663 w 559798" name="connsiteX2"/>
                <a:gd fmla="*/ 245174 h 458643" name="connsiteY2"/>
                <a:gd fmla="*/ 421972 w 559798" name="connsiteX3"/>
                <a:gd fmla="*/ 182078 h 458643" name="connsiteY3"/>
                <a:gd fmla="*/ 456419 w 559798" name="connsiteX4"/>
                <a:gd fmla="*/ 193550 h 458643" name="connsiteY4"/>
                <a:gd fmla="*/ 472207 w 559798" name="connsiteX5"/>
                <a:gd fmla="*/ 225097 h 458643" name="connsiteY5"/>
                <a:gd fmla="*/ 439195 w 559798" name="connsiteX6"/>
                <a:gd fmla="*/ 225097 h 458643" name="connsiteY6"/>
                <a:gd fmla="*/ 437760 w 559798" name="connsiteX7"/>
                <a:gd fmla="*/ 220796 h 458643" name="connsiteY7"/>
                <a:gd fmla="*/ 434889 w 559798" name="connsiteX8"/>
                <a:gd fmla="*/ 216494 h 458643" name="connsiteY8"/>
                <a:gd fmla="*/ 429148 w 559798" name="connsiteX9"/>
                <a:gd fmla="*/ 212192 h 458643" name="connsiteY9"/>
                <a:gd fmla="*/ 420536 w 559798" name="connsiteX10"/>
                <a:gd fmla="*/ 209324 h 458643" name="connsiteY10"/>
                <a:gd fmla="*/ 410489 w 559798" name="connsiteX11"/>
                <a:gd fmla="*/ 212192 h 458643" name="connsiteY11"/>
                <a:gd fmla="*/ 404748 w 559798" name="connsiteX12"/>
                <a:gd fmla="*/ 219362 h 458643" name="connsiteY12"/>
                <a:gd fmla="*/ 400442 w 559798" name="connsiteX13"/>
                <a:gd fmla="*/ 229399 h 458643" name="connsiteY13"/>
                <a:gd fmla="*/ 400442 w 559798" name="connsiteX14"/>
                <a:gd fmla="*/ 239437 h 458643" name="connsiteY14"/>
                <a:gd fmla="*/ 400442 w 559798" name="connsiteX15"/>
                <a:gd fmla="*/ 250909 h 458643" name="connsiteY15"/>
                <a:gd fmla="*/ 404748 w 559798" name="connsiteX16"/>
                <a:gd fmla="*/ 260947 h 458643" name="connsiteY16"/>
                <a:gd fmla="*/ 410489 w 559798" name="connsiteX17"/>
                <a:gd fmla="*/ 266683 h 458643" name="connsiteY17"/>
                <a:gd fmla="*/ 420536 w 559798" name="connsiteX18"/>
                <a:gd fmla="*/ 269551 h 458643" name="connsiteY18"/>
                <a:gd fmla="*/ 427713 w 559798" name="connsiteX19"/>
                <a:gd fmla="*/ 268117 h 458643" name="connsiteY19"/>
                <a:gd fmla="*/ 433454 w 559798" name="connsiteX20"/>
                <a:gd fmla="*/ 265249 h 458643" name="connsiteY20"/>
                <a:gd fmla="*/ 436325 w 559798" name="connsiteX21"/>
                <a:gd fmla="*/ 259513 h 458643" name="connsiteY21"/>
                <a:gd fmla="*/ 439195 w 559798" name="connsiteX22"/>
                <a:gd fmla="*/ 250909 h 458643" name="connsiteY22"/>
                <a:gd fmla="*/ 472207 w 559798" name="connsiteX23"/>
                <a:gd fmla="*/ 250909 h 458643" name="connsiteY23"/>
                <a:gd fmla="*/ 469336 w 559798" name="connsiteX24"/>
                <a:gd fmla="*/ 268117 h 458643" name="connsiteY24"/>
                <a:gd fmla="*/ 459289 w 559798" name="connsiteX25"/>
                <a:gd fmla="*/ 282456 h 458643" name="connsiteY25"/>
                <a:gd fmla="*/ 443501 w 559798" name="connsiteX26"/>
                <a:gd fmla="*/ 293928 h 458643" name="connsiteY26"/>
                <a:gd fmla="*/ 421972 w 559798" name="connsiteX27"/>
                <a:gd fmla="*/ 296796 h 458643" name="connsiteY27"/>
                <a:gd fmla="*/ 397572 w 559798" name="connsiteX28"/>
                <a:gd fmla="*/ 292494 h 458643" name="connsiteY28"/>
                <a:gd fmla="*/ 380348 w 559798" name="connsiteX29"/>
                <a:gd fmla="*/ 281023 h 458643" name="connsiteY29"/>
                <a:gd fmla="*/ 370301 w 559798" name="connsiteX30"/>
                <a:gd fmla="*/ 262381 h 458643" name="connsiteY30"/>
                <a:gd fmla="*/ 365995 w 559798" name="connsiteX31"/>
                <a:gd fmla="*/ 239437 h 458643" name="connsiteY31"/>
                <a:gd fmla="*/ 370301 w 559798" name="connsiteX32"/>
                <a:gd fmla="*/ 216494 h 458643" name="connsiteY32"/>
                <a:gd fmla="*/ 381783 w 559798" name="connsiteX33"/>
                <a:gd fmla="*/ 197852 h 458643" name="connsiteY33"/>
                <a:gd fmla="*/ 399007 w 559798" name="connsiteX34"/>
                <a:gd fmla="*/ 186380 h 458643" name="connsiteY34"/>
                <a:gd fmla="*/ 421972 w 559798" name="connsiteX35"/>
                <a:gd fmla="*/ 182078 h 458643" name="connsiteY35"/>
                <a:gd fmla="*/ 136349 w 559798" name="connsiteX36"/>
                <a:gd fmla="*/ 174951 h 458643" name="connsiteY36"/>
                <a:gd fmla="*/ 170851 w 559798" name="connsiteX37"/>
                <a:gd fmla="*/ 174951 h 458643" name="connsiteY37"/>
                <a:gd fmla="*/ 209666 w 559798" name="connsiteX38"/>
                <a:gd fmla="*/ 285301 h 458643" name="connsiteY38"/>
                <a:gd fmla="*/ 175164 w 559798" name="connsiteX39"/>
                <a:gd fmla="*/ 285301 h 458643" name="connsiteY39"/>
                <a:gd fmla="*/ 170851 w 559798" name="connsiteX40"/>
                <a:gd fmla="*/ 269537 h 458643" name="connsiteY40"/>
                <a:gd fmla="*/ 134912 w 559798" name="connsiteX41"/>
                <a:gd fmla="*/ 269537 h 458643" name="connsiteY41"/>
                <a:gd fmla="*/ 130599 w 559798" name="connsiteX42"/>
                <a:gd fmla="*/ 285301 h 458643" name="connsiteY42"/>
                <a:gd fmla="*/ 96097 w 559798" name="connsiteX43"/>
                <a:gd fmla="*/ 285301 h 458643" name="connsiteY43"/>
                <a:gd fmla="*/ 278444 w 559798" name="connsiteX44"/>
                <a:gd fmla="*/ 152027 h 458643" name="connsiteY44"/>
                <a:gd fmla="*/ 278444 w 559798" name="connsiteX45"/>
                <a:gd fmla="*/ 172091 h 458643" name="connsiteY45"/>
                <a:gd fmla="*/ 297144 w 559798" name="connsiteX46"/>
                <a:gd fmla="*/ 172091 h 458643" name="connsiteY46"/>
                <a:gd fmla="*/ 302898 w 559798" name="connsiteX47"/>
                <a:gd fmla="*/ 172091 h 458643" name="connsiteY47"/>
                <a:gd fmla="*/ 307214 w 559798" name="connsiteX48"/>
                <a:gd fmla="*/ 170657 h 458643" name="connsiteY48"/>
                <a:gd fmla="*/ 310091 w 559798" name="connsiteX49"/>
                <a:gd fmla="*/ 167791 h 458643" name="connsiteY49"/>
                <a:gd fmla="*/ 311530 w 559798" name="connsiteX50"/>
                <a:gd fmla="*/ 162059 h 458643" name="connsiteY50"/>
                <a:gd fmla="*/ 298583 w 559798" name="connsiteX51"/>
                <a:gd fmla="*/ 152027 h 458643" name="connsiteY51"/>
                <a:gd fmla="*/ 278444 w 559798" name="connsiteX52"/>
                <a:gd fmla="*/ 114766 h 458643" name="connsiteY52"/>
                <a:gd fmla="*/ 278444 w 559798" name="connsiteX53"/>
                <a:gd fmla="*/ 131963 h 458643" name="connsiteY53"/>
                <a:gd fmla="*/ 295706 w 559798" name="connsiteX54"/>
                <a:gd fmla="*/ 131963 h 458643" name="connsiteY54"/>
                <a:gd fmla="*/ 304337 w 559798" name="connsiteX55"/>
                <a:gd fmla="*/ 129097 h 458643" name="connsiteY55"/>
                <a:gd fmla="*/ 307214 w 559798" name="connsiteX56"/>
                <a:gd fmla="*/ 121931 h 458643" name="connsiteY56"/>
                <a:gd fmla="*/ 304337 w 559798" name="connsiteX57"/>
                <a:gd fmla="*/ 116199 h 458643" name="connsiteY57"/>
                <a:gd fmla="*/ 295706 w 559798" name="connsiteX58"/>
                <a:gd fmla="*/ 114766 h 458643" name="connsiteY58"/>
                <a:gd fmla="*/ 243920 w 559798" name="connsiteX59"/>
                <a:gd fmla="*/ 88970 h 458643" name="connsiteY59"/>
                <a:gd fmla="*/ 304337 w 559798" name="connsiteX60"/>
                <a:gd fmla="*/ 88970 h 458643" name="connsiteY60"/>
                <a:gd fmla="*/ 321599 w 559798" name="connsiteX61"/>
                <a:gd fmla="*/ 91836 h 458643" name="connsiteY61"/>
                <a:gd fmla="*/ 333107 w 559798" name="connsiteX62"/>
                <a:gd fmla="*/ 99002 h 458643" name="connsiteY62"/>
                <a:gd fmla="*/ 337422 w 559798" name="connsiteX63"/>
                <a:gd fmla="*/ 107600 h 458643" name="connsiteY63"/>
                <a:gd fmla="*/ 338861 w 559798" name="connsiteX64"/>
                <a:gd fmla="*/ 116199 h 458643" name="connsiteY64"/>
                <a:gd fmla="*/ 335984 w 559798" name="connsiteX65"/>
                <a:gd fmla="*/ 129097 h 458643" name="connsiteY65"/>
                <a:gd fmla="*/ 325914 w 559798" name="connsiteX66"/>
                <a:gd fmla="*/ 137696 h 458643" name="connsiteY66"/>
                <a:gd fmla="*/ 333107 w 559798" name="connsiteX67"/>
                <a:gd fmla="*/ 140562 h 458643" name="connsiteY67"/>
                <a:gd fmla="*/ 338861 w 559798" name="connsiteX68"/>
                <a:gd fmla="*/ 146294 h 458643" name="connsiteY68"/>
                <a:gd fmla="*/ 343176 w 559798" name="connsiteX69"/>
                <a:gd fmla="*/ 154893 h 458643" name="connsiteY69"/>
                <a:gd fmla="*/ 344615 w 559798" name="connsiteX70"/>
                <a:gd fmla="*/ 164925 h 458643" name="connsiteY70"/>
                <a:gd fmla="*/ 341738 w 559798" name="connsiteX71"/>
                <a:gd fmla="*/ 179256 h 458643" name="connsiteY71"/>
                <a:gd fmla="*/ 333107 w 559798" name="connsiteX72"/>
                <a:gd fmla="*/ 190722 h 458643" name="connsiteY72"/>
                <a:gd fmla="*/ 320160 w 559798" name="connsiteX73"/>
                <a:gd fmla="*/ 196454 h 458643" name="connsiteY73"/>
                <a:gd fmla="*/ 305776 w 559798" name="connsiteX74"/>
                <a:gd fmla="*/ 199320 h 458643" name="connsiteY74"/>
                <a:gd fmla="*/ 243920 w 559798" name="connsiteX75"/>
                <a:gd fmla="*/ 199320 h 458643" name="connsiteY75"/>
                <a:gd fmla="*/ 44497 w 559798" name="connsiteX76"/>
                <a:gd fmla="*/ 55897 h 458643" name="connsiteY76"/>
                <a:gd fmla="*/ 44497 w 559798" name="connsiteX77"/>
                <a:gd fmla="*/ 341116 h 458643" name="connsiteY77"/>
                <a:gd fmla="*/ 516737 w 559798" name="connsiteX78"/>
                <a:gd fmla="*/ 341116 h 458643" name="connsiteY78"/>
                <a:gd fmla="*/ 516737 w 559798" name="connsiteX79"/>
                <a:gd fmla="*/ 55897 h 458643" name="connsiteY79"/>
                <a:gd fmla="*/ 0 w 559798" name="connsiteX80"/>
                <a:gd fmla="*/ 0 h 458643" name="connsiteY80"/>
                <a:gd fmla="*/ 559798 w 559798" name="connsiteX81"/>
                <a:gd fmla="*/ 0 h 458643" name="connsiteY81"/>
                <a:gd fmla="*/ 559798 w 559798" name="connsiteX82"/>
                <a:gd fmla="*/ 408479 h 458643" name="connsiteY82"/>
                <a:gd fmla="*/ 351668 w 559798" name="connsiteX83"/>
                <a:gd fmla="*/ 408479 h 458643" name="connsiteY83"/>
                <a:gd fmla="*/ 432049 w 559798" name="connsiteX84"/>
                <a:gd fmla="*/ 441444 h 458643" name="connsiteY84"/>
                <a:gd fmla="*/ 432049 w 559798" name="connsiteX85"/>
                <a:gd fmla="*/ 458643 h 458643" name="connsiteY85"/>
                <a:gd fmla="*/ 122007 w 559798" name="connsiteX86"/>
                <a:gd fmla="*/ 458643 h 458643" name="connsiteY86"/>
                <a:gd fmla="*/ 122007 w 559798" name="connsiteX87"/>
                <a:gd fmla="*/ 441444 h 458643" name="connsiteY87"/>
                <a:gd fmla="*/ 200953 w 559798" name="connsiteX88"/>
                <a:gd fmla="*/ 408479 h 458643" name="connsiteY88"/>
                <a:gd fmla="*/ 0 w 559798" name="connsiteX89"/>
                <a:gd fmla="*/ 408479 h 458643" name="connsiteY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b="b" l="l" r="r" t="t"/>
              <a:pathLst>
                <a:path h="458643" w="559798">
                  <a:moveTo>
                    <a:pt x="153600" y="212212"/>
                  </a:moveTo>
                  <a:lnTo>
                    <a:pt x="143537" y="245174"/>
                  </a:lnTo>
                  <a:lnTo>
                    <a:pt x="163663" y="245174"/>
                  </a:lnTo>
                  <a:close/>
                  <a:moveTo>
                    <a:pt x="421972" y="182078"/>
                  </a:moveTo>
                  <a:cubicBezTo>
                    <a:pt x="436325" y="182078"/>
                    <a:pt x="449242" y="186380"/>
                    <a:pt x="456419" y="193550"/>
                  </a:cubicBezTo>
                  <a:cubicBezTo>
                    <a:pt x="465031" y="200720"/>
                    <a:pt x="470772" y="212192"/>
                    <a:pt x="472207" y="225097"/>
                  </a:cubicBezTo>
                  <a:lnTo>
                    <a:pt x="439195" y="225097"/>
                  </a:lnTo>
                  <a:cubicBezTo>
                    <a:pt x="437760" y="225097"/>
                    <a:pt x="437760" y="223664"/>
                    <a:pt x="437760" y="220796"/>
                  </a:cubicBezTo>
                  <a:cubicBezTo>
                    <a:pt x="436325" y="219362"/>
                    <a:pt x="436325" y="217928"/>
                    <a:pt x="434889" y="216494"/>
                  </a:cubicBezTo>
                  <a:cubicBezTo>
                    <a:pt x="433454" y="215060"/>
                    <a:pt x="432019" y="212192"/>
                    <a:pt x="429148" y="212192"/>
                  </a:cubicBezTo>
                  <a:cubicBezTo>
                    <a:pt x="427713" y="210758"/>
                    <a:pt x="424842" y="209324"/>
                    <a:pt x="420536" y="209324"/>
                  </a:cubicBezTo>
                  <a:cubicBezTo>
                    <a:pt x="416230" y="209324"/>
                    <a:pt x="413360" y="210758"/>
                    <a:pt x="410489" y="212192"/>
                  </a:cubicBezTo>
                  <a:cubicBezTo>
                    <a:pt x="407619" y="213626"/>
                    <a:pt x="406183" y="216494"/>
                    <a:pt x="404748" y="219362"/>
                  </a:cubicBezTo>
                  <a:cubicBezTo>
                    <a:pt x="403313" y="222230"/>
                    <a:pt x="401877" y="225097"/>
                    <a:pt x="400442" y="229399"/>
                  </a:cubicBezTo>
                  <a:cubicBezTo>
                    <a:pt x="400442" y="232267"/>
                    <a:pt x="400442" y="236569"/>
                    <a:pt x="400442" y="239437"/>
                  </a:cubicBezTo>
                  <a:cubicBezTo>
                    <a:pt x="400442" y="243739"/>
                    <a:pt x="400442" y="246607"/>
                    <a:pt x="400442" y="250909"/>
                  </a:cubicBezTo>
                  <a:cubicBezTo>
                    <a:pt x="401877" y="253777"/>
                    <a:pt x="403313" y="258079"/>
                    <a:pt x="404748" y="260947"/>
                  </a:cubicBezTo>
                  <a:cubicBezTo>
                    <a:pt x="406183" y="263815"/>
                    <a:pt x="407619" y="265249"/>
                    <a:pt x="410489" y="266683"/>
                  </a:cubicBezTo>
                  <a:cubicBezTo>
                    <a:pt x="413360" y="269551"/>
                    <a:pt x="416230" y="269551"/>
                    <a:pt x="420536" y="269551"/>
                  </a:cubicBezTo>
                  <a:cubicBezTo>
                    <a:pt x="423407" y="269551"/>
                    <a:pt x="426277" y="269551"/>
                    <a:pt x="427713" y="268117"/>
                  </a:cubicBezTo>
                  <a:cubicBezTo>
                    <a:pt x="430583" y="268117"/>
                    <a:pt x="432019" y="266683"/>
                    <a:pt x="433454" y="265249"/>
                  </a:cubicBezTo>
                  <a:cubicBezTo>
                    <a:pt x="434889" y="262381"/>
                    <a:pt x="436325" y="260947"/>
                    <a:pt x="436325" y="259513"/>
                  </a:cubicBezTo>
                  <a:cubicBezTo>
                    <a:pt x="437760" y="256645"/>
                    <a:pt x="437760" y="253777"/>
                    <a:pt x="439195" y="250909"/>
                  </a:cubicBezTo>
                  <a:lnTo>
                    <a:pt x="472207" y="250909"/>
                  </a:lnTo>
                  <a:cubicBezTo>
                    <a:pt x="472207" y="256645"/>
                    <a:pt x="470772" y="262381"/>
                    <a:pt x="469336" y="268117"/>
                  </a:cubicBezTo>
                  <a:cubicBezTo>
                    <a:pt x="466466" y="273853"/>
                    <a:pt x="463595" y="278155"/>
                    <a:pt x="459289" y="282456"/>
                  </a:cubicBezTo>
                  <a:cubicBezTo>
                    <a:pt x="454983" y="286758"/>
                    <a:pt x="449242" y="291060"/>
                    <a:pt x="443501" y="293928"/>
                  </a:cubicBezTo>
                  <a:cubicBezTo>
                    <a:pt x="436325" y="295362"/>
                    <a:pt x="429148" y="296796"/>
                    <a:pt x="421972" y="296796"/>
                  </a:cubicBezTo>
                  <a:cubicBezTo>
                    <a:pt x="413360" y="296796"/>
                    <a:pt x="404748" y="295362"/>
                    <a:pt x="397572" y="292494"/>
                  </a:cubicBezTo>
                  <a:cubicBezTo>
                    <a:pt x="391830" y="289626"/>
                    <a:pt x="384654" y="285324"/>
                    <a:pt x="380348" y="281023"/>
                  </a:cubicBezTo>
                  <a:cubicBezTo>
                    <a:pt x="376042" y="275287"/>
                    <a:pt x="371736" y="269551"/>
                    <a:pt x="370301" y="262381"/>
                  </a:cubicBezTo>
                  <a:cubicBezTo>
                    <a:pt x="367430" y="255211"/>
                    <a:pt x="365995" y="248041"/>
                    <a:pt x="365995" y="239437"/>
                  </a:cubicBezTo>
                  <a:cubicBezTo>
                    <a:pt x="365995" y="230833"/>
                    <a:pt x="367430" y="223664"/>
                    <a:pt x="370301" y="216494"/>
                  </a:cubicBezTo>
                  <a:cubicBezTo>
                    <a:pt x="373171" y="209324"/>
                    <a:pt x="376042" y="203588"/>
                    <a:pt x="381783" y="197852"/>
                  </a:cubicBezTo>
                  <a:cubicBezTo>
                    <a:pt x="386089" y="193550"/>
                    <a:pt x="391830" y="189248"/>
                    <a:pt x="399007" y="186380"/>
                  </a:cubicBezTo>
                  <a:cubicBezTo>
                    <a:pt x="406183" y="183512"/>
                    <a:pt x="413360" y="182078"/>
                    <a:pt x="421972" y="182078"/>
                  </a:cubicBezTo>
                  <a:close/>
                  <a:moveTo>
                    <a:pt x="136349" y="174951"/>
                  </a:moveTo>
                  <a:lnTo>
                    <a:pt x="170851" y="174951"/>
                  </a:lnTo>
                  <a:lnTo>
                    <a:pt x="209666" y="285301"/>
                  </a:lnTo>
                  <a:lnTo>
                    <a:pt x="175164" y="285301"/>
                  </a:lnTo>
                  <a:lnTo>
                    <a:pt x="170851" y="269537"/>
                  </a:lnTo>
                  <a:lnTo>
                    <a:pt x="134912" y="269537"/>
                  </a:lnTo>
                  <a:lnTo>
                    <a:pt x="130599" y="285301"/>
                  </a:lnTo>
                  <a:lnTo>
                    <a:pt x="96097" y="285301"/>
                  </a:lnTo>
                  <a:close/>
                  <a:moveTo>
                    <a:pt x="278444" y="152027"/>
                  </a:moveTo>
                  <a:lnTo>
                    <a:pt x="278444" y="172091"/>
                  </a:lnTo>
                  <a:lnTo>
                    <a:pt x="297144" y="172091"/>
                  </a:lnTo>
                  <a:cubicBezTo>
                    <a:pt x="300022" y="172091"/>
                    <a:pt x="301460" y="172091"/>
                    <a:pt x="302898" y="172091"/>
                  </a:cubicBezTo>
                  <a:cubicBezTo>
                    <a:pt x="304337" y="172091"/>
                    <a:pt x="305776" y="170657"/>
                    <a:pt x="307214" y="170657"/>
                  </a:cubicBezTo>
                  <a:cubicBezTo>
                    <a:pt x="308652" y="169224"/>
                    <a:pt x="308652" y="169224"/>
                    <a:pt x="310091" y="167791"/>
                  </a:cubicBezTo>
                  <a:cubicBezTo>
                    <a:pt x="310091" y="166358"/>
                    <a:pt x="311530" y="163492"/>
                    <a:pt x="311530" y="162059"/>
                  </a:cubicBezTo>
                  <a:cubicBezTo>
                    <a:pt x="311530" y="154893"/>
                    <a:pt x="307214" y="152027"/>
                    <a:pt x="298583" y="152027"/>
                  </a:cubicBezTo>
                  <a:close/>
                  <a:moveTo>
                    <a:pt x="278444" y="114766"/>
                  </a:moveTo>
                  <a:lnTo>
                    <a:pt x="278444" y="131963"/>
                  </a:lnTo>
                  <a:lnTo>
                    <a:pt x="295706" y="131963"/>
                  </a:lnTo>
                  <a:cubicBezTo>
                    <a:pt x="300022" y="131963"/>
                    <a:pt x="302898" y="130530"/>
                    <a:pt x="304337" y="129097"/>
                  </a:cubicBezTo>
                  <a:cubicBezTo>
                    <a:pt x="305776" y="129097"/>
                    <a:pt x="307214" y="126231"/>
                    <a:pt x="307214" y="121931"/>
                  </a:cubicBezTo>
                  <a:cubicBezTo>
                    <a:pt x="307214" y="119065"/>
                    <a:pt x="305776" y="117632"/>
                    <a:pt x="304337" y="116199"/>
                  </a:cubicBezTo>
                  <a:cubicBezTo>
                    <a:pt x="301460" y="116199"/>
                    <a:pt x="298583" y="114766"/>
                    <a:pt x="295706" y="114766"/>
                  </a:cubicBezTo>
                  <a:close/>
                  <a:moveTo>
                    <a:pt x="243920" y="88970"/>
                  </a:moveTo>
                  <a:lnTo>
                    <a:pt x="304337" y="88970"/>
                  </a:lnTo>
                  <a:cubicBezTo>
                    <a:pt x="311530" y="88970"/>
                    <a:pt x="317284" y="90403"/>
                    <a:pt x="321599" y="91836"/>
                  </a:cubicBezTo>
                  <a:cubicBezTo>
                    <a:pt x="325914" y="93269"/>
                    <a:pt x="330230" y="96135"/>
                    <a:pt x="333107" y="99002"/>
                  </a:cubicBezTo>
                  <a:cubicBezTo>
                    <a:pt x="335984" y="100435"/>
                    <a:pt x="337422" y="104734"/>
                    <a:pt x="337422" y="107600"/>
                  </a:cubicBezTo>
                  <a:cubicBezTo>
                    <a:pt x="338861" y="110467"/>
                    <a:pt x="338861" y="113333"/>
                    <a:pt x="338861" y="116199"/>
                  </a:cubicBezTo>
                  <a:cubicBezTo>
                    <a:pt x="338861" y="121931"/>
                    <a:pt x="338861" y="126231"/>
                    <a:pt x="335984" y="129097"/>
                  </a:cubicBezTo>
                  <a:cubicBezTo>
                    <a:pt x="333107" y="133396"/>
                    <a:pt x="330230" y="136263"/>
                    <a:pt x="325914" y="137696"/>
                  </a:cubicBezTo>
                  <a:cubicBezTo>
                    <a:pt x="328792" y="139129"/>
                    <a:pt x="330230" y="139129"/>
                    <a:pt x="333107" y="140562"/>
                  </a:cubicBezTo>
                  <a:cubicBezTo>
                    <a:pt x="335984" y="143428"/>
                    <a:pt x="337422" y="144861"/>
                    <a:pt x="338861" y="146294"/>
                  </a:cubicBezTo>
                  <a:cubicBezTo>
                    <a:pt x="340300" y="149161"/>
                    <a:pt x="341738" y="152027"/>
                    <a:pt x="343176" y="154893"/>
                  </a:cubicBezTo>
                  <a:cubicBezTo>
                    <a:pt x="344615" y="157759"/>
                    <a:pt x="344615" y="160626"/>
                    <a:pt x="344615" y="164925"/>
                  </a:cubicBezTo>
                  <a:cubicBezTo>
                    <a:pt x="344615" y="170657"/>
                    <a:pt x="344615" y="174957"/>
                    <a:pt x="341738" y="179256"/>
                  </a:cubicBezTo>
                  <a:cubicBezTo>
                    <a:pt x="338861" y="183556"/>
                    <a:pt x="335984" y="187855"/>
                    <a:pt x="333107" y="190722"/>
                  </a:cubicBezTo>
                  <a:cubicBezTo>
                    <a:pt x="328792" y="193588"/>
                    <a:pt x="325914" y="195021"/>
                    <a:pt x="320160" y="196454"/>
                  </a:cubicBezTo>
                  <a:cubicBezTo>
                    <a:pt x="315845" y="197887"/>
                    <a:pt x="311530" y="199320"/>
                    <a:pt x="305776" y="199320"/>
                  </a:cubicBezTo>
                  <a:lnTo>
                    <a:pt x="243920" y="199320"/>
                  </a:lnTo>
                  <a:close/>
                  <a:moveTo>
                    <a:pt x="44497" y="55897"/>
                  </a:moveTo>
                  <a:lnTo>
                    <a:pt x="44497" y="341116"/>
                  </a:lnTo>
                  <a:lnTo>
                    <a:pt x="516737" y="341116"/>
                  </a:lnTo>
                  <a:lnTo>
                    <a:pt x="516737" y="55897"/>
                  </a:lnTo>
                  <a:close/>
                  <a:moveTo>
                    <a:pt x="0" y="0"/>
                  </a:moveTo>
                  <a:lnTo>
                    <a:pt x="559798" y="0"/>
                  </a:lnTo>
                  <a:lnTo>
                    <a:pt x="559798" y="408479"/>
                  </a:lnTo>
                  <a:lnTo>
                    <a:pt x="351668" y="408479"/>
                  </a:lnTo>
                  <a:lnTo>
                    <a:pt x="432049" y="441444"/>
                  </a:lnTo>
                  <a:lnTo>
                    <a:pt x="432049" y="458643"/>
                  </a:lnTo>
                  <a:lnTo>
                    <a:pt x="122007" y="458643"/>
                  </a:lnTo>
                  <a:lnTo>
                    <a:pt x="122007" y="441444"/>
                  </a:lnTo>
                  <a:lnTo>
                    <a:pt x="200953" y="408479"/>
                  </a:lnTo>
                  <a:lnTo>
                    <a:pt x="0" y="408479"/>
                  </a:lnTo>
                  <a:close/>
                </a:path>
              </a:pathLst>
            </a:custGeom>
            <a:solidFill>
              <a:srgbClr val="0F4061"/>
            </a:solidFill>
            <a:ln>
              <a:noFill/>
            </a:ln>
          </p:spPr>
          <p:txBody>
            <a:bodyPr anchor="t" anchorCtr="0" bIns="60960" compatLnSpc="1" lIns="121920" numCol="1" rIns="121920" tIns="60960" vert="horz" wrap="square"/>
            <a:lstStyle>
              <a:defPPr>
                <a:defRPr lang="zh-CN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altLang="en-US" dirty="0" lang="zh-CN" sz="2400">
                <a:solidFill>
                  <a:prstClr val="black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10" name="稻壳儿：耗崽 9"/>
          <p:cNvGrpSpPr/>
          <p:nvPr/>
        </p:nvGrpSpPr>
        <p:grpSpPr>
          <a:xfrm>
            <a:off x="1478550" y="4379208"/>
            <a:ext cx="2679235" cy="1105506"/>
            <a:chOff x="1507578" y="4350181"/>
            <a:chExt cx="2679235" cy="1105506"/>
          </a:xfrm>
        </p:grpSpPr>
        <p:sp>
          <p:nvSpPr>
            <p:cNvPr id="31" name="稻壳儿：耗崽 9-1"/>
            <p:cNvSpPr/>
            <p:nvPr/>
          </p:nvSpPr>
          <p:spPr>
            <a:xfrm>
              <a:off x="2070734" y="4350181"/>
              <a:ext cx="146706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altLang="en-US" dirty="0" lang="zh-CN" sz="20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排序算法</a:t>
              </a:r>
            </a:p>
          </p:txBody>
        </p:sp>
        <p:sp>
          <p:nvSpPr>
            <p:cNvPr id="34" name="稻壳儿：耗崽 9-2"/>
            <p:cNvSpPr/>
            <p:nvPr/>
          </p:nvSpPr>
          <p:spPr>
            <a:xfrm>
              <a:off x="1507578" y="4819359"/>
              <a:ext cx="2679235" cy="636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rPr>
                <a:t>理解选择排序的基本思想，掌握其C语言实现方法。</a:t>
              </a:r>
            </a:p>
          </p:txBody>
        </p:sp>
      </p:grpSp>
      <p:grpSp>
        <p:nvGrpSpPr>
          <p:cNvPr id="12" name="稻壳儿：耗崽 10"/>
          <p:cNvGrpSpPr/>
          <p:nvPr/>
        </p:nvGrpSpPr>
        <p:grpSpPr>
          <a:xfrm>
            <a:off x="4752809" y="4350181"/>
            <a:ext cx="2679235" cy="1134533"/>
            <a:chOff x="4855458" y="4350181"/>
            <a:chExt cx="2679235" cy="1134533"/>
          </a:xfrm>
        </p:grpSpPr>
        <p:sp>
          <p:nvSpPr>
            <p:cNvPr id="32" name="稻壳儿：耗崽 10-1"/>
            <p:cNvSpPr/>
            <p:nvPr/>
          </p:nvSpPr>
          <p:spPr>
            <a:xfrm>
              <a:off x="5394078" y="4350181"/>
              <a:ext cx="1467068" cy="40011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altLang="en-US" dirty="0" lang="zh-CN" sz="20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算法思想</a:t>
              </a:r>
            </a:p>
          </p:txBody>
        </p:sp>
        <p:sp>
          <p:nvSpPr>
            <p:cNvPr id="35" name="稻壳儿：耗崽 10-2"/>
            <p:cNvSpPr/>
            <p:nvPr/>
          </p:nvSpPr>
          <p:spPr>
            <a:xfrm>
              <a:off x="4855458" y="4848386"/>
              <a:ext cx="2679235" cy="636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rPr>
                <a:t>通过排序过程理解数据交换与比较，培养逻辑思维能力。</a:t>
              </a:r>
            </a:p>
          </p:txBody>
        </p:sp>
      </p:grpSp>
      <p:grpSp>
        <p:nvGrpSpPr>
          <p:cNvPr id="13" name="稻壳儿：耗崽 11"/>
          <p:cNvGrpSpPr/>
          <p:nvPr/>
        </p:nvGrpSpPr>
        <p:grpSpPr>
          <a:xfrm>
            <a:off x="8027068" y="4361731"/>
            <a:ext cx="2679235" cy="1122983"/>
            <a:chOff x="8056096" y="4350181"/>
            <a:chExt cx="2679235" cy="1122983"/>
          </a:xfrm>
        </p:grpSpPr>
        <p:sp>
          <p:nvSpPr>
            <p:cNvPr id="33" name="稻壳儿：耗崽 11-1"/>
            <p:cNvSpPr/>
            <p:nvPr/>
          </p:nvSpPr>
          <p:spPr>
            <a:xfrm>
              <a:off x="8598879" y="4350181"/>
              <a:ext cx="1467068" cy="40011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altLang="en-US" dirty="0" lang="zh-CN" sz="2000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算法思想</a:t>
              </a:r>
            </a:p>
          </p:txBody>
        </p:sp>
        <p:sp>
          <p:nvSpPr>
            <p:cNvPr id="36" name="稻壳儿：耗崽 11-2"/>
            <p:cNvSpPr/>
            <p:nvPr/>
          </p:nvSpPr>
          <p:spPr>
            <a:xfrm>
              <a:off x="8056096" y="4836836"/>
              <a:ext cx="2679235" cy="636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altLang="en-US" dirty="0" lang="zh-CN" sz="1400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rPr>
                <a:t>通过编写选择排序代码，提升编程实践能力。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50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altLang="zh-CN" b="1" dirty="0" lang="en-US" sz="23900">
                <a:solidFill>
                  <a:srgbClr val="E3BC9D">
                    <a:alpha val="13000"/>
                  </a:srgbClr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03</a:t>
            </a:r>
            <a:endParaRPr altLang="en-US" b="1" dirty="0" lang="zh-CN" sz="23900">
              <a:solidFill>
                <a:srgbClr val="E3BC9D">
                  <a:alpha val="13000"/>
                </a:srgbClr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2" name="组合 1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7" name="图形 4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" name="图形 4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" name="图形 4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0" name="图形 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1" name="图形 4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2" name="图形 4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3" name="图形 4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4" name="图形 4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文本框 30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48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选择排序重难点</a:t>
              </a: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9pPr>
            </a:lstStyle>
            <a:p>
              <a:pPr algn="dist" defTabSz="914400" eaLnBrk="1" fontAlgn="base" hangingPunct="1" indent="0" latinLnBrk="0" lvl="0" marL="0" marR="0" rt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altLang="zh-CN" b="1" baseline="0" cap="none" dirty="0" i="0" kern="1200" kumimoji="0" lang="en-US" noProof="0" normalizeH="0" spc="0" strike="noStrike" sz="14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KEY POINTS AND DIFFICULTIES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21" name="图形 18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2" name="图形 18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3" name="图形 18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4" name="图形 18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5" name="图形 18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6" name="图形 18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7" name="图形 18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8" name="图形 1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9" name="任意多边形 9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fmla="*/ 0 w 12192000" name="connsiteX0"/>
              <a:gd fmla="*/ 0 h 2662795" name="connsiteY0"/>
              <a:gd fmla="*/ 500336 w 12192000" name="connsiteX1"/>
              <a:gd fmla="*/ 219312 h 2662795" name="connsiteY1"/>
              <a:gd fmla="*/ 1899137 w 12192000" name="connsiteX2"/>
              <a:gd fmla="*/ 689315 h 2662795" name="connsiteY2"/>
              <a:gd fmla="*/ 3362177 w 12192000" name="connsiteX3"/>
              <a:gd fmla="*/ 576774 h 2662795" name="connsiteY3"/>
              <a:gd fmla="*/ 4501660 w 12192000" name="connsiteX4"/>
              <a:gd fmla="*/ 450165 h 2662795" name="connsiteY4"/>
              <a:gd fmla="*/ 6091309 w 12192000" name="connsiteX5"/>
              <a:gd fmla="*/ 520503 h 2662795" name="connsiteY5"/>
              <a:gd fmla="*/ 7849771 w 12192000" name="connsiteX6"/>
              <a:gd fmla="*/ 787789 h 2662795" name="connsiteY6"/>
              <a:gd fmla="*/ 9411285 w 12192000" name="connsiteX7"/>
              <a:gd fmla="*/ 801857 h 2662795" name="connsiteY7"/>
              <a:gd fmla="*/ 10944663 w 12192000" name="connsiteX8"/>
              <a:gd fmla="*/ 844060 h 2662795" name="connsiteY8"/>
              <a:gd fmla="*/ 12175491 w 12192000" name="connsiteX9"/>
              <a:gd fmla="*/ 424008 h 2662795" name="connsiteY9"/>
              <a:gd fmla="*/ 12183035 w 12192000" name="connsiteX10"/>
              <a:gd fmla="*/ 420587 h 2662795" name="connsiteY10"/>
              <a:gd fmla="*/ 12192000 w 12192000" name="connsiteX11"/>
              <a:gd fmla="*/ 420896 h 2662795" name="connsiteY11"/>
              <a:gd fmla="*/ 12192000 w 12192000" name="connsiteX12"/>
              <a:gd fmla="*/ 2662795 h 2662795" name="connsiteY12"/>
              <a:gd fmla="*/ 0 w 12192000" name="connsiteX13"/>
              <a:gd fmla="*/ 2662795 h 2662795" name="connsiteY13"/>
              <a:gd fmla="*/ 0 w 12192000" name="connsiteX14"/>
              <a:gd fmla="*/ 0 h 2662795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2662795" w="12192000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稻壳儿：耗崽 1"/>
          <p:cNvGrpSpPr/>
          <p:nvPr/>
        </p:nvGrpSpPr>
        <p:grpSpPr>
          <a:xfrm>
            <a:off x="-73888" y="-45273"/>
            <a:ext cx="12349012" cy="6957221"/>
            <a:chOff x="-73888" y="-45273"/>
            <a:chExt cx="12349012" cy="6957221"/>
          </a:xfrm>
        </p:grpSpPr>
        <p:grpSp>
          <p:nvGrpSpPr>
            <p:cNvPr id="26" name="组合 25"/>
            <p:cNvGrpSpPr/>
            <p:nvPr/>
          </p:nvGrpSpPr>
          <p:grpSpPr>
            <a:xfrm>
              <a:off x="-73888" y="-45273"/>
              <a:ext cx="12349012" cy="6957221"/>
              <a:chOff x="-73888" y="-45273"/>
              <a:chExt cx="12349012" cy="6957221"/>
            </a:xfrm>
          </p:grpSpPr>
          <p:sp>
            <p:nvSpPr>
              <p:cNvPr id="46" name="稻壳儿：耗崽 1-1"/>
              <p:cNvSpPr/>
              <p:nvPr/>
            </p:nvSpPr>
            <p:spPr>
              <a:xfrm>
                <a:off x="0" y="0"/>
                <a:ext cx="12192000" cy="6858000"/>
              </a:xfrm>
              <a:prstGeom prst="roundRect">
                <a:avLst>
                  <a:gd fmla="val 0" name="adj"/>
                </a:avLst>
              </a:prstGeom>
              <a:solidFill>
                <a:srgbClr val="FFFAE1">
                  <a:alpha val="35000"/>
                </a:srgbClr>
              </a:solidFill>
              <a:ln algn="ctr" cap="flat" cmpd="sng" w="12700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endParaRPr altLang="en-US" lang="zh-CN"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11568113" y="581025"/>
                <a:ext cx="343998" cy="6062214"/>
                <a:chOff x="11568113" y="581025"/>
                <a:chExt cx="343998" cy="6062214"/>
              </a:xfrm>
            </p:grpSpPr>
            <p:sp>
              <p:nvSpPr>
                <p:cNvPr id="68" name="稻壳儿：耗崽 1-2"/>
                <p:cNvSpPr/>
                <p:nvPr/>
              </p:nvSpPr>
              <p:spPr>
                <a:xfrm flipV="1">
                  <a:off x="11650622" y="6381750"/>
                  <a:ext cx="261489" cy="261489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9" name="稻壳儿：耗崽 1-3"/>
                <p:cNvSpPr/>
                <p:nvPr/>
              </p:nvSpPr>
              <p:spPr>
                <a:xfrm flipV="1">
                  <a:off x="11568113" y="6381750"/>
                  <a:ext cx="261489" cy="261489"/>
                </a:xfrm>
                <a:prstGeom prst="ellipse">
                  <a:avLst/>
                </a:prstGeom>
                <a:solidFill>
                  <a:srgbClr val="0F40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cxnSp>
              <p:nvCxnSpPr>
                <p:cNvPr id="70" name="稻壳儿：耗崽 1-4"/>
                <p:cNvCxnSpPr/>
                <p:nvPr/>
              </p:nvCxnSpPr>
              <p:spPr>
                <a:xfrm flipV="1">
                  <a:off x="11698858" y="581025"/>
                  <a:ext cx="0" cy="5695950"/>
                </a:xfrm>
                <a:prstGeom prst="line">
                  <a:avLst/>
                </a:prstGeom>
                <a:ln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稻壳儿：耗崽 1-5"/>
                <p:cNvSpPr txBox="1"/>
                <p:nvPr/>
              </p:nvSpPr>
              <p:spPr>
                <a:xfrm>
                  <a:off x="11608642" y="6433238"/>
                  <a:ext cx="197504" cy="169277"/>
                </a:xfrm>
                <a:prstGeom prst="rect">
                  <a:avLst/>
                </a:prstGeom>
                <a:noFill/>
              </p:spPr>
              <p:txBody>
                <a:bodyPr anchor="ctr" bIns="0" lIns="0" rIns="0" rtlCol="0" tIns="0" wrap="square">
                  <a:spAutoFit/>
                </a:bodyPr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altLang="zh-CN" b="0" baseline="0" cap="none" dirty="0" i="0" kern="1200" kumimoji="0" lang="en-US" noProof="0" normalizeH="0" spc="0" strike="noStrike" sz="1100" u="none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charset="-122" panose="00020600040101010101" pitchFamily="18" typeface="汉仪中黑S"/>
                      <a:ea charset="-122" panose="00020600040101010101" pitchFamily="18" typeface="汉仪文黑-55简"/>
                      <a:cs typeface="+mn-ea"/>
                      <a:sym charset="-122" panose="00020600040101010101" pitchFamily="18" typeface="汉仪中黑S"/>
                    </a:rPr>
                    <a:t>10</a:t>
                  </a:r>
                  <a:endParaRPr b="0" baseline="0" cap="none" dirty="0" i="0" kern="1200" kumimoji="0" lang="en-US" noProof="0" normalizeH="0" spc="0" strike="noStrike" sz="1100" u="none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 flipH="1">
                <a:off x="9985364" y="-45273"/>
                <a:ext cx="2289760" cy="1747073"/>
                <a:chOff x="-150136" y="-82855"/>
                <a:chExt cx="4802470" cy="3664255"/>
              </a:xfrm>
            </p:grpSpPr>
            <p:sp>
              <p:nvSpPr>
                <p:cNvPr id="59" name="稻壳儿：耗崽 1-6"/>
                <p:cNvSpPr/>
                <p:nvPr/>
              </p:nvSpPr>
              <p:spPr>
                <a:xfrm>
                  <a:off x="-3775" y="-8988"/>
                  <a:ext cx="4650343" cy="2401921"/>
                </a:xfrm>
                <a:custGeom>
                  <a:avLst/>
                  <a:gdLst>
                    <a:gd fmla="*/ 0 w 1613058" name="connsiteX0"/>
                    <a:gd fmla="*/ 833152 h 833151" name="connsiteY0"/>
                    <a:gd fmla="*/ 722567 w 1613058" name="connsiteX1"/>
                    <a:gd fmla="*/ 439388 h 833151" name="connsiteY1"/>
                    <a:gd fmla="*/ 1613059 w 1613058" name="connsiteX2"/>
                    <a:gd fmla="*/ 0 h 833151" name="connsiteY2"/>
                    <a:gd fmla="*/ 0 w 1613058" name="connsiteX3"/>
                    <a:gd fmla="*/ 0 h 833151" name="connsiteY3"/>
                    <a:gd fmla="*/ 0 w 1613058" name="connsiteX4"/>
                    <a:gd fmla="*/ 833152 h 833151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833151" w="1613058">
                      <a:moveTo>
                        <a:pt x="0" y="833152"/>
                      </a:moveTo>
                      <a:cubicBezTo>
                        <a:pt x="0" y="833152"/>
                        <a:pt x="422624" y="821722"/>
                        <a:pt x="722567" y="439388"/>
                      </a:cubicBezTo>
                      <a:cubicBezTo>
                        <a:pt x="1034891" y="41148"/>
                        <a:pt x="1318260" y="493014"/>
                        <a:pt x="1613059" y="0"/>
                      </a:cubicBezTo>
                      <a:lnTo>
                        <a:pt x="0" y="0"/>
                      </a:lnTo>
                      <a:lnTo>
                        <a:pt x="0" y="833152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0" name="稻壳儿：耗崽 1-7"/>
                <p:cNvSpPr/>
                <p:nvPr/>
              </p:nvSpPr>
              <p:spPr>
                <a:xfrm>
                  <a:off x="2325378" y="-82855"/>
                  <a:ext cx="2156704" cy="965216"/>
                </a:xfrm>
                <a:custGeom>
                  <a:avLst/>
                  <a:gdLst>
                    <a:gd fmla="*/ 0 w 748093" name="connsiteX0"/>
                    <a:gd fmla="*/ 334804 h 334803" name="connsiteY0"/>
                    <a:gd fmla="*/ 18859 w 748093" name="connsiteX1"/>
                    <a:gd fmla="*/ 314897 h 334803" name="connsiteY1"/>
                    <a:gd fmla="*/ 24003 w 748093" name="connsiteX2"/>
                    <a:gd fmla="*/ 310420 h 334803" name="connsiteY2"/>
                    <a:gd fmla="*/ 29432 w 748093" name="connsiteX3"/>
                    <a:gd fmla="*/ 306229 h 334803" name="connsiteY3"/>
                    <a:gd fmla="*/ 34861 w 748093" name="connsiteX4"/>
                    <a:gd fmla="*/ 302038 h 334803" name="connsiteY4"/>
                    <a:gd fmla="*/ 40481 w 748093" name="connsiteX5"/>
                    <a:gd fmla="*/ 298133 h 334803" name="connsiteY5"/>
                    <a:gd fmla="*/ 63817 w 748093" name="connsiteX6"/>
                    <a:gd fmla="*/ 283559 h 334803" name="connsiteY6"/>
                    <a:gd fmla="*/ 76105 w 748093" name="connsiteX7"/>
                    <a:gd fmla="*/ 277368 h 334803" name="connsiteY7"/>
                    <a:gd fmla="*/ 82296 w 748093" name="connsiteX8"/>
                    <a:gd fmla="*/ 274320 h 334803" name="connsiteY8"/>
                    <a:gd fmla="*/ 88582 w 748093" name="connsiteX9"/>
                    <a:gd fmla="*/ 271653 h 334803" name="connsiteY9"/>
                    <a:gd fmla="*/ 194596 w 748093" name="connsiteX10"/>
                    <a:gd fmla="*/ 243459 h 334803" name="connsiteY10"/>
                    <a:gd fmla="*/ 208217 w 748093" name="connsiteX11"/>
                    <a:gd fmla="*/ 241840 h 334803" name="connsiteY11"/>
                    <a:gd fmla="*/ 215075 w 748093" name="connsiteX12"/>
                    <a:gd fmla="*/ 240983 h 334803" name="connsiteY12"/>
                    <a:gd fmla="*/ 221932 w 748093" name="connsiteX13"/>
                    <a:gd fmla="*/ 240506 h 334803" name="connsiteY13"/>
                    <a:gd fmla="*/ 249460 w 748093" name="connsiteX14"/>
                    <a:gd fmla="*/ 239078 h 334803" name="connsiteY14"/>
                    <a:gd fmla="*/ 276987 w 748093" name="connsiteX15"/>
                    <a:gd fmla="*/ 239268 h 334803" name="connsiteY15"/>
                    <a:gd fmla="*/ 290703 w 748093" name="connsiteX16"/>
                    <a:gd fmla="*/ 239459 h 334803" name="connsiteY16"/>
                    <a:gd fmla="*/ 304324 w 748093" name="connsiteX17"/>
                    <a:gd fmla="*/ 239935 h 334803" name="connsiteY17"/>
                    <a:gd fmla="*/ 358902 w 748093" name="connsiteX18"/>
                    <a:gd fmla="*/ 240411 h 334803" name="connsiteY18"/>
                    <a:gd fmla="*/ 413385 w 748093" name="connsiteX19"/>
                    <a:gd fmla="*/ 237649 h 334803" name="connsiteY19"/>
                    <a:gd fmla="*/ 467392 w 748093" name="connsiteX20"/>
                    <a:gd fmla="*/ 230791 h 334803" name="connsiteY20"/>
                    <a:gd fmla="*/ 520256 w 748093" name="connsiteX21"/>
                    <a:gd fmla="*/ 218218 h 334803" name="connsiteY21"/>
                    <a:gd fmla="*/ 617696 w 748093" name="connsiteX22"/>
                    <a:gd fmla="*/ 171355 h 334803" name="connsiteY22"/>
                    <a:gd fmla="*/ 659320 w 748093" name="connsiteX23"/>
                    <a:gd fmla="*/ 136493 h 334803" name="connsiteY23"/>
                    <a:gd fmla="*/ 694658 w 748093" name="connsiteX24"/>
                    <a:gd fmla="*/ 95060 h 334803" name="connsiteY24"/>
                    <a:gd fmla="*/ 748094 w 748093" name="connsiteX25"/>
                    <a:gd fmla="*/ 0 h 334803" name="connsiteY25"/>
                    <a:gd fmla="*/ 697325 w 748093" name="connsiteX26"/>
                    <a:gd fmla="*/ 97060 h 334803" name="connsiteY26"/>
                    <a:gd fmla="*/ 662369 w 748093" name="connsiteX27"/>
                    <a:gd fmla="*/ 139541 h 334803" name="connsiteY27"/>
                    <a:gd fmla="*/ 620744 w 748093" name="connsiteX28"/>
                    <a:gd fmla="*/ 175546 h 334803" name="connsiteY28"/>
                    <a:gd fmla="*/ 522065 w 748093" name="connsiteX29"/>
                    <a:gd fmla="*/ 224028 h 334803" name="connsiteY29"/>
                    <a:gd fmla="*/ 468535 w 748093" name="connsiteX30"/>
                    <a:gd fmla="*/ 237077 h 334803" name="connsiteY30"/>
                    <a:gd fmla="*/ 413957 w 748093" name="connsiteX31"/>
                    <a:gd fmla="*/ 244316 h 334803" name="connsiteY31"/>
                    <a:gd fmla="*/ 358997 w 748093" name="connsiteX32"/>
                    <a:gd fmla="*/ 246793 h 334803" name="connsiteY32"/>
                    <a:gd fmla="*/ 304133 w 748093" name="connsiteX33"/>
                    <a:gd fmla="*/ 246031 h 334803" name="connsiteY33"/>
                    <a:gd fmla="*/ 290417 w 748093" name="connsiteX34"/>
                    <a:gd fmla="*/ 245459 h 334803" name="connsiteY34"/>
                    <a:gd fmla="*/ 276796 w 748093" name="connsiteX35"/>
                    <a:gd fmla="*/ 245174 h 334803" name="connsiteY35"/>
                    <a:gd fmla="*/ 249555 w 748093" name="connsiteX36"/>
                    <a:gd fmla="*/ 244792 h 334803" name="connsiteY36"/>
                    <a:gd fmla="*/ 222313 w 748093" name="connsiteX37"/>
                    <a:gd fmla="*/ 245936 h 334803" name="connsiteY37"/>
                    <a:gd fmla="*/ 215551 w 748093" name="connsiteX38"/>
                    <a:gd fmla="*/ 246221 h 334803" name="connsiteY38"/>
                    <a:gd fmla="*/ 208788 w 748093" name="connsiteX39"/>
                    <a:gd fmla="*/ 246888 h 334803" name="connsiteY39"/>
                    <a:gd fmla="*/ 195263 w 748093" name="connsiteX40"/>
                    <a:gd fmla="*/ 248317 h 334803" name="connsiteY40"/>
                    <a:gd fmla="*/ 89916 w 748093" name="connsiteX41"/>
                    <a:gd fmla="*/ 274415 h 334803" name="connsiteY41"/>
                    <a:gd fmla="*/ 83534 w 748093" name="connsiteX42"/>
                    <a:gd fmla="*/ 276892 h 334803" name="connsiteY42"/>
                    <a:gd fmla="*/ 77343 w 748093" name="connsiteX43"/>
                    <a:gd fmla="*/ 279749 h 334803" name="connsiteY43"/>
                    <a:gd fmla="*/ 65056 w 748093" name="connsiteX44"/>
                    <a:gd fmla="*/ 285560 h 334803" name="connsiteY44"/>
                    <a:gd fmla="*/ 41529 w 748093" name="connsiteX45"/>
                    <a:gd fmla="*/ 299371 h 334803" name="connsiteY45"/>
                    <a:gd fmla="*/ 35814 w 748093" name="connsiteX46"/>
                    <a:gd fmla="*/ 303086 h 334803" name="connsiteY46"/>
                    <a:gd fmla="*/ 30290 w 748093" name="connsiteX47"/>
                    <a:gd fmla="*/ 307086 h 334803" name="connsiteY47"/>
                    <a:gd fmla="*/ 24765 w 748093" name="connsiteX48"/>
                    <a:gd fmla="*/ 311182 h 334803" name="connsiteY48"/>
                    <a:gd fmla="*/ 19526 w 748093" name="connsiteX49"/>
                    <a:gd fmla="*/ 315563 h 334803" name="connsiteY49"/>
                    <a:gd fmla="*/ 0 w 748093" name="connsiteX50"/>
                    <a:gd fmla="*/ 334804 h 334803" name="connsiteY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b="b" l="l" r="r" t="t"/>
                  <a:pathLst>
                    <a:path h="334803" w="748093">
                      <a:moveTo>
                        <a:pt x="0" y="334804"/>
                      </a:moveTo>
                      <a:cubicBezTo>
                        <a:pt x="5525" y="327565"/>
                        <a:pt x="12002" y="320993"/>
                        <a:pt x="18859" y="314897"/>
                      </a:cubicBezTo>
                      <a:cubicBezTo>
                        <a:pt x="20574" y="313373"/>
                        <a:pt x="22288" y="311849"/>
                        <a:pt x="24003" y="310420"/>
                      </a:cubicBezTo>
                      <a:lnTo>
                        <a:pt x="29432" y="306229"/>
                      </a:lnTo>
                      <a:cubicBezTo>
                        <a:pt x="31242" y="304800"/>
                        <a:pt x="33052" y="303371"/>
                        <a:pt x="34861" y="302038"/>
                      </a:cubicBezTo>
                      <a:lnTo>
                        <a:pt x="40481" y="298133"/>
                      </a:lnTo>
                      <a:cubicBezTo>
                        <a:pt x="47911" y="292703"/>
                        <a:pt x="55912" y="288322"/>
                        <a:pt x="63817" y="283559"/>
                      </a:cubicBezTo>
                      <a:lnTo>
                        <a:pt x="76105" y="277368"/>
                      </a:lnTo>
                      <a:lnTo>
                        <a:pt x="82296" y="274320"/>
                      </a:lnTo>
                      <a:lnTo>
                        <a:pt x="88582" y="271653"/>
                      </a:lnTo>
                      <a:cubicBezTo>
                        <a:pt x="122301" y="257080"/>
                        <a:pt x="158210" y="248222"/>
                        <a:pt x="194596" y="243459"/>
                      </a:cubicBezTo>
                      <a:lnTo>
                        <a:pt x="208217" y="241840"/>
                      </a:lnTo>
                      <a:lnTo>
                        <a:pt x="215075" y="240983"/>
                      </a:lnTo>
                      <a:cubicBezTo>
                        <a:pt x="217361" y="240697"/>
                        <a:pt x="219646" y="240697"/>
                        <a:pt x="221932" y="240506"/>
                      </a:cubicBezTo>
                      <a:lnTo>
                        <a:pt x="249460" y="239078"/>
                      </a:lnTo>
                      <a:cubicBezTo>
                        <a:pt x="258604" y="238887"/>
                        <a:pt x="267748" y="239268"/>
                        <a:pt x="276987" y="239268"/>
                      </a:cubicBezTo>
                      <a:lnTo>
                        <a:pt x="290703" y="239459"/>
                      </a:lnTo>
                      <a:lnTo>
                        <a:pt x="304324" y="239935"/>
                      </a:lnTo>
                      <a:cubicBezTo>
                        <a:pt x="322517" y="240602"/>
                        <a:pt x="340709" y="240792"/>
                        <a:pt x="358902" y="240411"/>
                      </a:cubicBezTo>
                      <a:cubicBezTo>
                        <a:pt x="377095" y="240125"/>
                        <a:pt x="395287" y="239173"/>
                        <a:pt x="413385" y="237649"/>
                      </a:cubicBezTo>
                      <a:cubicBezTo>
                        <a:pt x="431482" y="236220"/>
                        <a:pt x="449485" y="233934"/>
                        <a:pt x="467392" y="230791"/>
                      </a:cubicBezTo>
                      <a:cubicBezTo>
                        <a:pt x="485203" y="227552"/>
                        <a:pt x="503015" y="223647"/>
                        <a:pt x="520256" y="218218"/>
                      </a:cubicBezTo>
                      <a:cubicBezTo>
                        <a:pt x="554831" y="207645"/>
                        <a:pt x="588074" y="192215"/>
                        <a:pt x="617696" y="171355"/>
                      </a:cubicBezTo>
                      <a:cubicBezTo>
                        <a:pt x="632555" y="160973"/>
                        <a:pt x="646462" y="149257"/>
                        <a:pt x="659320" y="136493"/>
                      </a:cubicBezTo>
                      <a:cubicBezTo>
                        <a:pt x="672179" y="123730"/>
                        <a:pt x="683800" y="109728"/>
                        <a:pt x="694658" y="95060"/>
                      </a:cubicBezTo>
                      <a:cubicBezTo>
                        <a:pt x="716375" y="65818"/>
                        <a:pt x="733425" y="33338"/>
                        <a:pt x="748094" y="0"/>
                      </a:cubicBezTo>
                      <a:cubicBezTo>
                        <a:pt x="734854" y="34004"/>
                        <a:pt x="718376" y="66961"/>
                        <a:pt x="697325" y="97060"/>
                      </a:cubicBezTo>
                      <a:cubicBezTo>
                        <a:pt x="686753" y="112014"/>
                        <a:pt x="675132" y="126302"/>
                        <a:pt x="662369" y="139541"/>
                      </a:cubicBezTo>
                      <a:cubicBezTo>
                        <a:pt x="649510" y="152686"/>
                        <a:pt x="635603" y="164783"/>
                        <a:pt x="620744" y="175546"/>
                      </a:cubicBezTo>
                      <a:cubicBezTo>
                        <a:pt x="591122" y="197453"/>
                        <a:pt x="557117" y="212979"/>
                        <a:pt x="522065" y="224028"/>
                      </a:cubicBezTo>
                      <a:cubicBezTo>
                        <a:pt x="504539" y="229648"/>
                        <a:pt x="486632" y="233744"/>
                        <a:pt x="468535" y="237077"/>
                      </a:cubicBezTo>
                      <a:cubicBezTo>
                        <a:pt x="450437" y="240411"/>
                        <a:pt x="432244" y="242792"/>
                        <a:pt x="413957" y="244316"/>
                      </a:cubicBezTo>
                      <a:cubicBezTo>
                        <a:pt x="395669" y="245840"/>
                        <a:pt x="377381" y="246698"/>
                        <a:pt x="358997" y="246793"/>
                      </a:cubicBezTo>
                      <a:cubicBezTo>
                        <a:pt x="340709" y="247079"/>
                        <a:pt x="322326" y="246698"/>
                        <a:pt x="304133" y="246031"/>
                      </a:cubicBezTo>
                      <a:lnTo>
                        <a:pt x="290417" y="245459"/>
                      </a:lnTo>
                      <a:lnTo>
                        <a:pt x="276796" y="245174"/>
                      </a:lnTo>
                      <a:cubicBezTo>
                        <a:pt x="267748" y="245078"/>
                        <a:pt x="258604" y="244697"/>
                        <a:pt x="249555" y="244792"/>
                      </a:cubicBezTo>
                      <a:lnTo>
                        <a:pt x="222313" y="245936"/>
                      </a:lnTo>
                      <a:cubicBezTo>
                        <a:pt x="220027" y="246031"/>
                        <a:pt x="217742" y="246031"/>
                        <a:pt x="215551" y="246221"/>
                      </a:cubicBezTo>
                      <a:lnTo>
                        <a:pt x="208788" y="246888"/>
                      </a:lnTo>
                      <a:lnTo>
                        <a:pt x="195263" y="248317"/>
                      </a:lnTo>
                      <a:cubicBezTo>
                        <a:pt x="159258" y="252508"/>
                        <a:pt x="123539" y="260699"/>
                        <a:pt x="89916" y="274415"/>
                      </a:cubicBezTo>
                      <a:lnTo>
                        <a:pt x="83534" y="276892"/>
                      </a:lnTo>
                      <a:lnTo>
                        <a:pt x="77343" y="279749"/>
                      </a:lnTo>
                      <a:lnTo>
                        <a:pt x="65056" y="285560"/>
                      </a:lnTo>
                      <a:cubicBezTo>
                        <a:pt x="57150" y="290036"/>
                        <a:pt x="49054" y="294132"/>
                        <a:pt x="41529" y="299371"/>
                      </a:cubicBezTo>
                      <a:lnTo>
                        <a:pt x="35814" y="303086"/>
                      </a:lnTo>
                      <a:cubicBezTo>
                        <a:pt x="33909" y="304419"/>
                        <a:pt x="32194" y="305753"/>
                        <a:pt x="30290" y="307086"/>
                      </a:cubicBezTo>
                      <a:lnTo>
                        <a:pt x="24765" y="311182"/>
                      </a:lnTo>
                      <a:cubicBezTo>
                        <a:pt x="22955" y="312611"/>
                        <a:pt x="21241" y="314135"/>
                        <a:pt x="19526" y="315563"/>
                      </a:cubicBezTo>
                      <a:cubicBezTo>
                        <a:pt x="12382" y="321469"/>
                        <a:pt x="5715" y="327755"/>
                        <a:pt x="0" y="334804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1" name="稻壳儿：耗崽 1-8"/>
                <p:cNvSpPr/>
                <p:nvPr/>
              </p:nvSpPr>
              <p:spPr>
                <a:xfrm>
                  <a:off x="-2129" y="6115"/>
                  <a:ext cx="4654463" cy="2409062"/>
                </a:xfrm>
                <a:custGeom>
                  <a:avLst/>
                  <a:gdLst>
                    <a:gd fmla="*/ 95 w 1614487" name="connsiteX0"/>
                    <a:gd fmla="*/ 835628 h 835628" name="connsiteY0"/>
                    <a:gd fmla="*/ 0 w 1614487" name="connsiteX1"/>
                    <a:gd fmla="*/ 832295 h 835628" name="connsiteY1"/>
                    <a:gd fmla="*/ 248412 w 1614487" name="connsiteX2"/>
                    <a:gd fmla="*/ 778859 h 835628" name="connsiteY2"/>
                    <a:gd fmla="*/ 721233 w 1614487" name="connsiteX3"/>
                    <a:gd fmla="*/ 439198 h 835628" name="connsiteY3"/>
                    <a:gd fmla="*/ 1151192 w 1614487" name="connsiteX4"/>
                    <a:gd fmla="*/ 254127 h 835628" name="connsiteY4"/>
                    <a:gd fmla="*/ 1611630 w 1614487" name="connsiteX5"/>
                    <a:gd fmla="*/ 0 h 835628" name="connsiteY5"/>
                    <a:gd fmla="*/ 1614488 w 1614487" name="connsiteX6"/>
                    <a:gd fmla="*/ 1715 h 835628" name="connsiteY6"/>
                    <a:gd fmla="*/ 1382554 w 1614487" name="connsiteX7"/>
                    <a:gd fmla="*/ 228029 h 835628" name="connsiteY7"/>
                    <a:gd fmla="*/ 1151096 w 1614487" name="connsiteX8"/>
                    <a:gd fmla="*/ 257461 h 835628" name="connsiteY8"/>
                    <a:gd fmla="*/ 723805 w 1614487" name="connsiteX9"/>
                    <a:gd fmla="*/ 441293 h 835628" name="connsiteY9"/>
                    <a:gd fmla="*/ 249460 w 1614487" name="connsiteX10"/>
                    <a:gd fmla="*/ 782003 h 835628" name="connsiteY10"/>
                    <a:gd fmla="*/ 95 w 1614487" name="connsiteX11"/>
                    <a:gd fmla="*/ 835628 h 835628" name="connsiteY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b="b" l="l" r="r" t="t"/>
                  <a:pathLst>
                    <a:path h="835628" w="1614487">
                      <a:moveTo>
                        <a:pt x="95" y="835628"/>
                      </a:moveTo>
                      <a:lnTo>
                        <a:pt x="0" y="832295"/>
                      </a:lnTo>
                      <a:cubicBezTo>
                        <a:pt x="1048" y="832295"/>
                        <a:pt x="107156" y="828865"/>
                        <a:pt x="248412" y="778859"/>
                      </a:cubicBezTo>
                      <a:cubicBezTo>
                        <a:pt x="378809" y="732663"/>
                        <a:pt x="566642" y="636270"/>
                        <a:pt x="721233" y="439198"/>
                      </a:cubicBezTo>
                      <a:cubicBezTo>
                        <a:pt x="869728" y="249936"/>
                        <a:pt x="1012793" y="252031"/>
                        <a:pt x="1151192" y="254127"/>
                      </a:cubicBezTo>
                      <a:cubicBezTo>
                        <a:pt x="1308449" y="256413"/>
                        <a:pt x="1456944" y="258699"/>
                        <a:pt x="1611630" y="0"/>
                      </a:cubicBezTo>
                      <a:lnTo>
                        <a:pt x="1614488" y="1715"/>
                      </a:lnTo>
                      <a:cubicBezTo>
                        <a:pt x="1544669" y="118491"/>
                        <a:pt x="1468755" y="192500"/>
                        <a:pt x="1382554" y="228029"/>
                      </a:cubicBezTo>
                      <a:cubicBezTo>
                        <a:pt x="1305497" y="259747"/>
                        <a:pt x="1227011" y="258604"/>
                        <a:pt x="1151096" y="257461"/>
                      </a:cubicBezTo>
                      <a:cubicBezTo>
                        <a:pt x="1013460" y="255365"/>
                        <a:pt x="871252" y="253270"/>
                        <a:pt x="723805" y="441293"/>
                      </a:cubicBezTo>
                      <a:cubicBezTo>
                        <a:pt x="568738" y="639032"/>
                        <a:pt x="380238" y="735711"/>
                        <a:pt x="249460" y="782003"/>
                      </a:cubicBezTo>
                      <a:cubicBezTo>
                        <a:pt x="107633" y="832199"/>
                        <a:pt x="1143" y="835628"/>
                        <a:pt x="95" y="835628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2" name="稻壳儿：耗崽 1-9"/>
                <p:cNvSpPr/>
                <p:nvPr/>
              </p:nvSpPr>
              <p:spPr>
                <a:xfrm>
                  <a:off x="-3775" y="-8988"/>
                  <a:ext cx="2932448" cy="3587644"/>
                </a:xfrm>
                <a:custGeom>
                  <a:avLst/>
                  <a:gdLst>
                    <a:gd fmla="*/ 0 w 1017174" name="connsiteX0"/>
                    <a:gd fmla="*/ 1244441 h 1244441" name="connsiteY0"/>
                    <a:gd fmla="*/ 601123 w 1017174" name="connsiteX1"/>
                    <a:gd fmla="*/ 713899 h 1244441" name="connsiteY1"/>
                    <a:gd fmla="*/ 1017175 w 1017174" name="connsiteX2"/>
                    <a:gd fmla="*/ 0 h 1244441" name="connsiteY2"/>
                    <a:gd fmla="*/ 0 w 1017174" name="connsiteX3"/>
                    <a:gd fmla="*/ 0 h 1244441" name="connsiteY3"/>
                    <a:gd fmla="*/ 0 w 1017174" name="connsiteX4"/>
                    <a:gd fmla="*/ 1244441 h 1244441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1244441" w="1017174">
                      <a:moveTo>
                        <a:pt x="0" y="1244441"/>
                      </a:moveTo>
                      <a:cubicBezTo>
                        <a:pt x="0" y="1244441"/>
                        <a:pt x="39529" y="1025366"/>
                        <a:pt x="601123" y="713899"/>
                      </a:cubicBezTo>
                      <a:cubicBezTo>
                        <a:pt x="947261" y="521875"/>
                        <a:pt x="813435" y="52768"/>
                        <a:pt x="1017175" y="0"/>
                      </a:cubicBezTo>
                      <a:lnTo>
                        <a:pt x="0" y="0"/>
                      </a:lnTo>
                      <a:lnTo>
                        <a:pt x="0" y="1244441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3" name="稻壳儿：耗崽 1-10"/>
                <p:cNvSpPr/>
                <p:nvPr/>
              </p:nvSpPr>
              <p:spPr>
                <a:xfrm>
                  <a:off x="-150136" y="-47158"/>
                  <a:ext cx="2695194" cy="3047506"/>
                </a:xfrm>
                <a:custGeom>
                  <a:avLst/>
                  <a:gdLst>
                    <a:gd fmla="*/ 0 w 934878" name="connsiteX0"/>
                    <a:gd fmla="*/ 1057085 h 1057084" name="connsiteY0"/>
                    <a:gd fmla="*/ 28385 w 934878" name="connsiteX1"/>
                    <a:gd fmla="*/ 969645 h 1057084" name="connsiteY1"/>
                    <a:gd fmla="*/ 64198 w 934878" name="connsiteX2"/>
                    <a:gd fmla="*/ 884873 h 1057084" name="connsiteY2"/>
                    <a:gd fmla="*/ 155448 w 934878" name="connsiteX3"/>
                    <a:gd fmla="*/ 724757 h 1057084" name="connsiteY3"/>
                    <a:gd fmla="*/ 273368 w 934878" name="connsiteX4"/>
                    <a:gd fmla="*/ 582740 h 1057084" name="connsiteY4"/>
                    <a:gd fmla="*/ 418433 w 934878" name="connsiteX5"/>
                    <a:gd fmla="*/ 468249 h 1057084" name="connsiteY5"/>
                    <a:gd fmla="*/ 438436 w 934878" name="connsiteX6"/>
                    <a:gd fmla="*/ 456533 h 1057084" name="connsiteY6"/>
                    <a:gd fmla="*/ 458629 w 934878" name="connsiteX7"/>
                    <a:gd fmla="*/ 445199 h 1057084" name="connsiteY7"/>
                    <a:gd fmla="*/ 499396 w 934878" name="connsiteX8"/>
                    <a:gd fmla="*/ 423863 h 1057084" name="connsiteY8"/>
                    <a:gd fmla="*/ 581692 w 934878" name="connsiteX9"/>
                    <a:gd fmla="*/ 382619 h 1057084" name="connsiteY9"/>
                    <a:gd fmla="*/ 743998 w 934878" name="connsiteX10"/>
                    <a:gd fmla="*/ 297847 h 1057084" name="connsiteY10"/>
                    <a:gd fmla="*/ 781526 w 934878" name="connsiteX11"/>
                    <a:gd fmla="*/ 272225 h 1057084" name="connsiteY11"/>
                    <a:gd fmla="*/ 799148 w 934878" name="connsiteX12"/>
                    <a:gd fmla="*/ 257937 h 1057084" name="connsiteY12"/>
                    <a:gd fmla="*/ 807720 w 934878" name="connsiteX13"/>
                    <a:gd fmla="*/ 250508 h 1057084" name="connsiteY13"/>
                    <a:gd fmla="*/ 816007 w 934878" name="connsiteX14"/>
                    <a:gd fmla="*/ 242697 h 1057084" name="connsiteY14"/>
                    <a:gd fmla="*/ 871728 w 934878" name="connsiteX15"/>
                    <a:gd fmla="*/ 171260 h 1057084" name="connsiteY15"/>
                    <a:gd fmla="*/ 909352 w 934878" name="connsiteX16"/>
                    <a:gd fmla="*/ 88106 h 1057084" name="connsiteY16"/>
                    <a:gd fmla="*/ 916591 w 934878" name="connsiteX17"/>
                    <a:gd fmla="*/ 66389 h 1057084" name="connsiteY17"/>
                    <a:gd fmla="*/ 923163 w 934878" name="connsiteX18"/>
                    <a:gd fmla="*/ 44387 h 1057084" name="connsiteY18"/>
                    <a:gd fmla="*/ 929259 w 934878" name="connsiteX19"/>
                    <a:gd fmla="*/ 22289 h 1057084" name="connsiteY19"/>
                    <a:gd fmla="*/ 934879 w 934878" name="connsiteX20"/>
                    <a:gd fmla="*/ 0 h 1057084" name="connsiteY20"/>
                    <a:gd fmla="*/ 930212 w 934878" name="connsiteX21"/>
                    <a:gd fmla="*/ 22479 h 1057084" name="connsiteY21"/>
                    <a:gd fmla="*/ 925068 w 934878" name="connsiteX22"/>
                    <a:gd fmla="*/ 44863 h 1057084" name="connsiteY22"/>
                    <a:gd fmla="*/ 919258 w 934878" name="connsiteX23"/>
                    <a:gd fmla="*/ 67151 h 1057084" name="connsiteY23"/>
                    <a:gd fmla="*/ 912686 w 934878" name="connsiteX24"/>
                    <a:gd fmla="*/ 89249 h 1057084" name="connsiteY24"/>
                    <a:gd fmla="*/ 877348 w 934878" name="connsiteX25"/>
                    <a:gd fmla="*/ 174498 h 1057084" name="connsiteY25"/>
                    <a:gd fmla="*/ 822103 w 934878" name="connsiteX26"/>
                    <a:gd fmla="*/ 248888 h 1057084" name="connsiteY26"/>
                    <a:gd fmla="*/ 749522 w 934878" name="connsiteX27"/>
                    <a:gd fmla="*/ 306610 h 1057084" name="connsiteY27"/>
                    <a:gd fmla="*/ 669322 w 934878" name="connsiteX28"/>
                    <a:gd fmla="*/ 352425 h 1057084" name="connsiteY28"/>
                    <a:gd fmla="*/ 587216 w 934878" name="connsiteX29"/>
                    <a:gd fmla="*/ 393859 h 1057084" name="connsiteY29"/>
                    <a:gd fmla="*/ 505301 w 934878" name="connsiteX30"/>
                    <a:gd fmla="*/ 435293 h 1057084" name="connsiteY30"/>
                    <a:gd fmla="*/ 464725 w 934878" name="connsiteX31"/>
                    <a:gd fmla="*/ 456629 h 1057084" name="connsiteY31"/>
                    <a:gd fmla="*/ 444913 w 934878" name="connsiteX32"/>
                    <a:gd fmla="*/ 467868 h 1057084" name="connsiteY32"/>
                    <a:gd fmla="*/ 425291 w 934878" name="connsiteX33"/>
                    <a:gd fmla="*/ 479393 h 1057084" name="connsiteY33"/>
                    <a:gd fmla="*/ 282131 w 934878" name="connsiteX34"/>
                    <a:gd fmla="*/ 591693 h 1057084" name="connsiteY34"/>
                    <a:gd fmla="*/ 219837 w 934878" name="connsiteX35"/>
                    <a:gd fmla="*/ 658368 h 1057084" name="connsiteY35"/>
                    <a:gd fmla="*/ 205264 w 934878" name="connsiteX36"/>
                    <a:gd fmla="*/ 675989 h 1057084" name="connsiteY36"/>
                    <a:gd fmla="*/ 191167 w 934878" name="connsiteX37"/>
                    <a:gd fmla="*/ 693992 h 1057084" name="connsiteY37"/>
                    <a:gd fmla="*/ 184118 w 934878" name="connsiteX38"/>
                    <a:gd fmla="*/ 703040 h 1057084" name="connsiteY38"/>
                    <a:gd fmla="*/ 177356 w 934878" name="connsiteX39"/>
                    <a:gd fmla="*/ 712279 h 1057084" name="connsiteY39"/>
                    <a:gd fmla="*/ 163925 w 934878" name="connsiteX40"/>
                    <a:gd fmla="*/ 730758 h 1057084" name="connsiteY40"/>
                    <a:gd fmla="*/ 70104 w 934878" name="connsiteX41"/>
                    <a:gd fmla="*/ 887825 h 1057084" name="connsiteY41"/>
                    <a:gd fmla="*/ 0 w 934878" name="connsiteX42"/>
                    <a:gd fmla="*/ 1057085 h 1057084" name="connsiteY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b="b" l="l" r="r" t="t"/>
                  <a:pathLst>
                    <a:path h="1057084" w="934878">
                      <a:moveTo>
                        <a:pt x="0" y="1057085"/>
                      </a:moveTo>
                      <a:cubicBezTo>
                        <a:pt x="7715" y="1027462"/>
                        <a:pt x="17526" y="998315"/>
                        <a:pt x="28385" y="969645"/>
                      </a:cubicBezTo>
                      <a:cubicBezTo>
                        <a:pt x="39243" y="940975"/>
                        <a:pt x="51245" y="912686"/>
                        <a:pt x="64198" y="884873"/>
                      </a:cubicBezTo>
                      <a:cubicBezTo>
                        <a:pt x="90297" y="829247"/>
                        <a:pt x="120777" y="775621"/>
                        <a:pt x="155448" y="724757"/>
                      </a:cubicBezTo>
                      <a:cubicBezTo>
                        <a:pt x="190214" y="673989"/>
                        <a:pt x="229457" y="626078"/>
                        <a:pt x="273368" y="582740"/>
                      </a:cubicBezTo>
                      <a:cubicBezTo>
                        <a:pt x="316992" y="539115"/>
                        <a:pt x="365950" y="500825"/>
                        <a:pt x="418433" y="468249"/>
                      </a:cubicBezTo>
                      <a:cubicBezTo>
                        <a:pt x="424910" y="463963"/>
                        <a:pt x="431768" y="460439"/>
                        <a:pt x="438436" y="456533"/>
                      </a:cubicBezTo>
                      <a:cubicBezTo>
                        <a:pt x="445199" y="452723"/>
                        <a:pt x="451866" y="448818"/>
                        <a:pt x="458629" y="445199"/>
                      </a:cubicBezTo>
                      <a:cubicBezTo>
                        <a:pt x="472250" y="438055"/>
                        <a:pt x="485775" y="430816"/>
                        <a:pt x="499396" y="423863"/>
                      </a:cubicBezTo>
                      <a:cubicBezTo>
                        <a:pt x="526733" y="409861"/>
                        <a:pt x="554165" y="396145"/>
                        <a:pt x="581692" y="382619"/>
                      </a:cubicBezTo>
                      <a:cubicBezTo>
                        <a:pt x="636651" y="355664"/>
                        <a:pt x="692277" y="329756"/>
                        <a:pt x="743998" y="297847"/>
                      </a:cubicBezTo>
                      <a:cubicBezTo>
                        <a:pt x="756952" y="289846"/>
                        <a:pt x="769430" y="281273"/>
                        <a:pt x="781526" y="272225"/>
                      </a:cubicBezTo>
                      <a:cubicBezTo>
                        <a:pt x="787432" y="267557"/>
                        <a:pt x="793528" y="262985"/>
                        <a:pt x="799148" y="257937"/>
                      </a:cubicBezTo>
                      <a:cubicBezTo>
                        <a:pt x="802005" y="255461"/>
                        <a:pt x="804958" y="253079"/>
                        <a:pt x="807720" y="250508"/>
                      </a:cubicBezTo>
                      <a:lnTo>
                        <a:pt x="816007" y="242697"/>
                      </a:lnTo>
                      <a:cubicBezTo>
                        <a:pt x="837819" y="221742"/>
                        <a:pt x="856202" y="197358"/>
                        <a:pt x="871728" y="171260"/>
                      </a:cubicBezTo>
                      <a:cubicBezTo>
                        <a:pt x="887063" y="145066"/>
                        <a:pt x="899255" y="116967"/>
                        <a:pt x="909352" y="88106"/>
                      </a:cubicBezTo>
                      <a:cubicBezTo>
                        <a:pt x="911828" y="80867"/>
                        <a:pt x="914400" y="73724"/>
                        <a:pt x="916591" y="66389"/>
                      </a:cubicBezTo>
                      <a:cubicBezTo>
                        <a:pt x="918782" y="59055"/>
                        <a:pt x="921258" y="51816"/>
                        <a:pt x="923163" y="44387"/>
                      </a:cubicBezTo>
                      <a:cubicBezTo>
                        <a:pt x="925163" y="37052"/>
                        <a:pt x="927449" y="29718"/>
                        <a:pt x="929259" y="22289"/>
                      </a:cubicBezTo>
                      <a:lnTo>
                        <a:pt x="934879" y="0"/>
                      </a:lnTo>
                      <a:lnTo>
                        <a:pt x="930212" y="22479"/>
                      </a:lnTo>
                      <a:cubicBezTo>
                        <a:pt x="928688" y="30004"/>
                        <a:pt x="926783" y="37433"/>
                        <a:pt x="925068" y="44863"/>
                      </a:cubicBezTo>
                      <a:cubicBezTo>
                        <a:pt x="923354" y="52388"/>
                        <a:pt x="921163" y="59722"/>
                        <a:pt x="919258" y="67151"/>
                      </a:cubicBezTo>
                      <a:cubicBezTo>
                        <a:pt x="917353" y="74581"/>
                        <a:pt x="914972" y="81915"/>
                        <a:pt x="912686" y="89249"/>
                      </a:cubicBezTo>
                      <a:cubicBezTo>
                        <a:pt x="903446" y="118491"/>
                        <a:pt x="892112" y="147257"/>
                        <a:pt x="877348" y="174498"/>
                      </a:cubicBezTo>
                      <a:cubicBezTo>
                        <a:pt x="862298" y="201454"/>
                        <a:pt x="844010" y="226886"/>
                        <a:pt x="822103" y="248888"/>
                      </a:cubicBezTo>
                      <a:cubicBezTo>
                        <a:pt x="800290" y="270986"/>
                        <a:pt x="775526" y="289941"/>
                        <a:pt x="749522" y="306610"/>
                      </a:cubicBezTo>
                      <a:cubicBezTo>
                        <a:pt x="723614" y="323374"/>
                        <a:pt x="696563" y="338233"/>
                        <a:pt x="669322" y="352425"/>
                      </a:cubicBezTo>
                      <a:cubicBezTo>
                        <a:pt x="642080" y="366617"/>
                        <a:pt x="614553" y="380143"/>
                        <a:pt x="587216" y="393859"/>
                      </a:cubicBezTo>
                      <a:cubicBezTo>
                        <a:pt x="559784" y="407575"/>
                        <a:pt x="532448" y="421196"/>
                        <a:pt x="505301" y="435293"/>
                      </a:cubicBezTo>
                      <a:cubicBezTo>
                        <a:pt x="491681" y="442341"/>
                        <a:pt x="478250" y="449485"/>
                        <a:pt x="464725" y="456629"/>
                      </a:cubicBezTo>
                      <a:cubicBezTo>
                        <a:pt x="458057" y="460248"/>
                        <a:pt x="451485" y="464153"/>
                        <a:pt x="444913" y="467868"/>
                      </a:cubicBezTo>
                      <a:cubicBezTo>
                        <a:pt x="438341" y="471678"/>
                        <a:pt x="431578" y="475202"/>
                        <a:pt x="425291" y="479393"/>
                      </a:cubicBezTo>
                      <a:cubicBezTo>
                        <a:pt x="373666" y="511397"/>
                        <a:pt x="325469" y="549021"/>
                        <a:pt x="282131" y="591693"/>
                      </a:cubicBezTo>
                      <a:cubicBezTo>
                        <a:pt x="260128" y="612648"/>
                        <a:pt x="239649" y="635318"/>
                        <a:pt x="219837" y="658368"/>
                      </a:cubicBezTo>
                      <a:lnTo>
                        <a:pt x="205264" y="675989"/>
                      </a:lnTo>
                      <a:cubicBezTo>
                        <a:pt x="200406" y="681895"/>
                        <a:pt x="195929" y="687991"/>
                        <a:pt x="191167" y="693992"/>
                      </a:cubicBezTo>
                      <a:lnTo>
                        <a:pt x="184118" y="703040"/>
                      </a:lnTo>
                      <a:lnTo>
                        <a:pt x="177356" y="712279"/>
                      </a:lnTo>
                      <a:cubicBezTo>
                        <a:pt x="172879" y="718471"/>
                        <a:pt x="168307" y="724472"/>
                        <a:pt x="163925" y="730758"/>
                      </a:cubicBezTo>
                      <a:cubicBezTo>
                        <a:pt x="128873" y="780669"/>
                        <a:pt x="97346" y="833152"/>
                        <a:pt x="70104" y="887825"/>
                      </a:cubicBezTo>
                      <a:cubicBezTo>
                        <a:pt x="42482" y="942213"/>
                        <a:pt x="18574" y="998696"/>
                        <a:pt x="0" y="1057085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4" name="稻壳儿：耗崽 1-11"/>
                <p:cNvSpPr/>
                <p:nvPr/>
              </p:nvSpPr>
              <p:spPr>
                <a:xfrm>
                  <a:off x="-6523" y="-11736"/>
                  <a:ext cx="2938216" cy="3593136"/>
                </a:xfrm>
                <a:custGeom>
                  <a:avLst/>
                  <a:gdLst>
                    <a:gd fmla="*/ 3239 w 1019175" name="connsiteX0"/>
                    <a:gd fmla="*/ 1246346 h 1246346" name="connsiteY0"/>
                    <a:gd fmla="*/ 0 w 1019175" name="connsiteX1"/>
                    <a:gd fmla="*/ 1245775 h 1246346" name="connsiteY1"/>
                    <a:gd fmla="*/ 90297 w 1019175" name="connsiteX2"/>
                    <a:gd fmla="*/ 1096518 h 1246346" name="connsiteY2"/>
                    <a:gd fmla="*/ 601885 w 1019175" name="connsiteX3"/>
                    <a:gd fmla="*/ 713994 h 1246346" name="connsiteY3"/>
                    <a:gd fmla="*/ 873919 w 1019175" name="connsiteX4"/>
                    <a:gd fmla="*/ 256508 h 1246346" name="connsiteY4"/>
                    <a:gd fmla="*/ 1018318 w 1019175" name="connsiteX5"/>
                    <a:gd fmla="*/ 0 h 1246346" name="connsiteY5"/>
                    <a:gd fmla="*/ 1019175 w 1019175" name="connsiteX6"/>
                    <a:gd fmla="*/ 3239 h 1246346" name="connsiteY6"/>
                    <a:gd fmla="*/ 877157 w 1019175" name="connsiteX7"/>
                    <a:gd fmla="*/ 257270 h 1246346" name="connsiteY7"/>
                    <a:gd fmla="*/ 603504 w 1019175" name="connsiteX8"/>
                    <a:gd fmla="*/ 716947 h 1246346" name="connsiteY8"/>
                    <a:gd fmla="*/ 93155 w 1019175" name="connsiteX9"/>
                    <a:gd fmla="*/ 1098328 h 1246346" name="connsiteY9"/>
                    <a:gd fmla="*/ 3239 w 1019175" name="connsiteX10"/>
                    <a:gd fmla="*/ 1246346 h 1246346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246346" w="1019175">
                      <a:moveTo>
                        <a:pt x="3239" y="1246346"/>
                      </a:moveTo>
                      <a:lnTo>
                        <a:pt x="0" y="1245775"/>
                      </a:lnTo>
                      <a:cubicBezTo>
                        <a:pt x="95" y="1245203"/>
                        <a:pt x="10858" y="1189482"/>
                        <a:pt x="90297" y="1096518"/>
                      </a:cubicBezTo>
                      <a:cubicBezTo>
                        <a:pt x="163449" y="1010888"/>
                        <a:pt x="311563" y="875062"/>
                        <a:pt x="601885" y="713994"/>
                      </a:cubicBezTo>
                      <a:cubicBezTo>
                        <a:pt x="793909" y="607505"/>
                        <a:pt x="838295" y="412909"/>
                        <a:pt x="873919" y="256508"/>
                      </a:cubicBezTo>
                      <a:cubicBezTo>
                        <a:pt x="902399" y="131540"/>
                        <a:pt x="926973" y="23622"/>
                        <a:pt x="1018318" y="0"/>
                      </a:cubicBezTo>
                      <a:lnTo>
                        <a:pt x="1019175" y="3239"/>
                      </a:lnTo>
                      <a:cubicBezTo>
                        <a:pt x="929831" y="26384"/>
                        <a:pt x="905447" y="133350"/>
                        <a:pt x="877157" y="257270"/>
                      </a:cubicBezTo>
                      <a:cubicBezTo>
                        <a:pt x="841343" y="414338"/>
                        <a:pt x="796766" y="609695"/>
                        <a:pt x="603504" y="716947"/>
                      </a:cubicBezTo>
                      <a:cubicBezTo>
                        <a:pt x="313944" y="877538"/>
                        <a:pt x="166116" y="1012984"/>
                        <a:pt x="93155" y="1098328"/>
                      </a:cubicBezTo>
                      <a:cubicBezTo>
                        <a:pt x="14097" y="1190720"/>
                        <a:pt x="3334" y="1245775"/>
                        <a:pt x="3239" y="1246346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5" name="稻壳儿：耗崽 1-12"/>
                <p:cNvSpPr/>
                <p:nvPr/>
              </p:nvSpPr>
              <p:spPr>
                <a:xfrm>
                  <a:off x="-3775" y="-8988"/>
                  <a:ext cx="2502700" cy="2169516"/>
                </a:xfrm>
                <a:custGeom>
                  <a:avLst/>
                  <a:gdLst>
                    <a:gd fmla="*/ 0 w 868108" name="connsiteX0"/>
                    <a:gd fmla="*/ 752189 h 752537" name="connsiteY0"/>
                    <a:gd fmla="*/ 406527 w 868108" name="connsiteX1"/>
                    <a:gd fmla="*/ 448437 h 752537" name="connsiteY1"/>
                    <a:gd fmla="*/ 868109 w 868108" name="connsiteX2"/>
                    <a:gd fmla="*/ 0 h 752537" name="connsiteY2"/>
                    <a:gd fmla="*/ 0 w 868108" name="connsiteX3"/>
                    <a:gd fmla="*/ 0 h 752537" name="connsiteY3"/>
                    <a:gd fmla="*/ 0 w 868108" name="connsiteX4"/>
                    <a:gd fmla="*/ 752189 h 752537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752537" w="868108">
                      <a:moveTo>
                        <a:pt x="0" y="752189"/>
                      </a:moveTo>
                      <a:cubicBezTo>
                        <a:pt x="0" y="752189"/>
                        <a:pt x="383572" y="775145"/>
                        <a:pt x="406527" y="448437"/>
                      </a:cubicBezTo>
                      <a:cubicBezTo>
                        <a:pt x="425672" y="176784"/>
                        <a:pt x="709517" y="265367"/>
                        <a:pt x="868109" y="0"/>
                      </a:cubicBezTo>
                      <a:lnTo>
                        <a:pt x="0" y="0"/>
                      </a:lnTo>
                      <a:lnTo>
                        <a:pt x="0" y="752189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66" name="稻壳儿：耗崽 1-13"/>
                <p:cNvSpPr/>
                <p:nvPr/>
              </p:nvSpPr>
              <p:spPr>
                <a:xfrm>
                  <a:off x="-4049" y="-10361"/>
                  <a:ext cx="2507367" cy="2176475"/>
                </a:xfrm>
                <a:custGeom>
                  <a:avLst/>
                  <a:gdLst>
                    <a:gd fmla="*/ 15430 w 869727" name="connsiteX0"/>
                    <a:gd fmla="*/ 754952 h 754951" name="connsiteY0"/>
                    <a:gd fmla="*/ 0 w 869727" name="connsiteX1"/>
                    <a:gd fmla="*/ 754666 h 754951" name="connsiteY1"/>
                    <a:gd fmla="*/ 190 w 869727" name="connsiteX2"/>
                    <a:gd fmla="*/ 751332 h 754951" name="connsiteY2"/>
                    <a:gd fmla="*/ 194310 w 869727" name="connsiteX3"/>
                    <a:gd fmla="*/ 721995 h 754951" name="connsiteY3"/>
                    <a:gd fmla="*/ 405003 w 869727" name="connsiteX4"/>
                    <a:gd fmla="*/ 449104 h 754951" name="connsiteY4"/>
                    <a:gd fmla="*/ 607314 w 869727" name="connsiteX5"/>
                    <a:gd fmla="*/ 210217 h 754951" name="connsiteY5"/>
                    <a:gd fmla="*/ 866870 w 869727" name="connsiteX6"/>
                    <a:gd fmla="*/ 0 h 754951" name="connsiteY6"/>
                    <a:gd fmla="*/ 869728 w 869727" name="connsiteX7"/>
                    <a:gd fmla="*/ 1714 h 754951" name="connsiteY7"/>
                    <a:gd fmla="*/ 608743 w 869727" name="connsiteX8"/>
                    <a:gd fmla="*/ 213265 h 754951" name="connsiteY8"/>
                    <a:gd fmla="*/ 408337 w 869727" name="connsiteX9"/>
                    <a:gd fmla="*/ 449390 h 754951" name="connsiteY9"/>
                    <a:gd fmla="*/ 334709 w 869727" name="connsiteX10"/>
                    <a:gd fmla="*/ 635699 h 754951" name="connsiteY10"/>
                    <a:gd fmla="*/ 195358 w 869727" name="connsiteX11"/>
                    <a:gd fmla="*/ 725234 h 754951" name="connsiteY11"/>
                    <a:gd fmla="*/ 15430 w 869727" name="connsiteX12"/>
                    <a:gd fmla="*/ 754952 h 754951" name="connsiteY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b="b" l="l" r="r" t="t"/>
                  <a:pathLst>
                    <a:path h="754951" w="869727">
                      <a:moveTo>
                        <a:pt x="15430" y="754952"/>
                      </a:moveTo>
                      <a:cubicBezTo>
                        <a:pt x="5715" y="754952"/>
                        <a:pt x="190" y="754666"/>
                        <a:pt x="0" y="754666"/>
                      </a:cubicBezTo>
                      <a:lnTo>
                        <a:pt x="190" y="751332"/>
                      </a:lnTo>
                      <a:cubicBezTo>
                        <a:pt x="1143" y="751427"/>
                        <a:pt x="96965" y="756666"/>
                        <a:pt x="194310" y="721995"/>
                      </a:cubicBezTo>
                      <a:cubicBezTo>
                        <a:pt x="283940" y="690086"/>
                        <a:pt x="393192" y="616934"/>
                        <a:pt x="405003" y="449104"/>
                      </a:cubicBezTo>
                      <a:cubicBezTo>
                        <a:pt x="415385" y="301276"/>
                        <a:pt x="504349" y="259080"/>
                        <a:pt x="607314" y="210217"/>
                      </a:cubicBezTo>
                      <a:cubicBezTo>
                        <a:pt x="694944" y="168593"/>
                        <a:pt x="794195" y="121539"/>
                        <a:pt x="866870" y="0"/>
                      </a:cubicBezTo>
                      <a:lnTo>
                        <a:pt x="869728" y="1714"/>
                      </a:lnTo>
                      <a:cubicBezTo>
                        <a:pt x="796576" y="124111"/>
                        <a:pt x="696754" y="171450"/>
                        <a:pt x="608743" y="213265"/>
                      </a:cubicBezTo>
                      <a:cubicBezTo>
                        <a:pt x="506730" y="261747"/>
                        <a:pt x="418624" y="303562"/>
                        <a:pt x="408337" y="449390"/>
                      </a:cubicBezTo>
                      <a:cubicBezTo>
                        <a:pt x="403098" y="524256"/>
                        <a:pt x="378333" y="587026"/>
                        <a:pt x="334709" y="635699"/>
                      </a:cubicBezTo>
                      <a:cubicBezTo>
                        <a:pt x="299847" y="674656"/>
                        <a:pt x="252984" y="704755"/>
                        <a:pt x="195358" y="725234"/>
                      </a:cubicBezTo>
                      <a:cubicBezTo>
                        <a:pt x="120491" y="751713"/>
                        <a:pt x="46673" y="754952"/>
                        <a:pt x="15430" y="754952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pic>
              <p:nvPicPr>
                <p:cNvPr id="67" name="稻壳儿：耗崽 1-14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29933" t="18883"/>
                <a:stretch>
                  <a:fillRect/>
                </a:stretch>
              </p:blipFill>
              <p:spPr>
                <a:xfrm>
                  <a:off x="-1" y="0"/>
                  <a:ext cx="2498925" cy="2035086"/>
                </a:xfrm>
                <a:prstGeom prst="rect">
                  <a:avLst/>
                </a:prstGeom>
              </p:spPr>
            </p:pic>
          </p:grpSp>
          <p:grpSp>
            <p:nvGrpSpPr>
              <p:cNvPr id="49" name="组合 48"/>
              <p:cNvGrpSpPr/>
              <p:nvPr/>
            </p:nvGrpSpPr>
            <p:grpSpPr>
              <a:xfrm flipH="1">
                <a:off x="-73888" y="5232399"/>
                <a:ext cx="2195236" cy="1679549"/>
                <a:chOff x="8067960" y="3681039"/>
                <a:chExt cx="4257390" cy="3257278"/>
              </a:xfrm>
            </p:grpSpPr>
            <p:sp>
              <p:nvSpPr>
                <p:cNvPr id="50" name="稻壳儿：耗崽 1-15"/>
                <p:cNvSpPr/>
                <p:nvPr/>
              </p:nvSpPr>
              <p:spPr>
                <a:xfrm>
                  <a:off x="8071370" y="4736034"/>
                  <a:ext cx="4118500" cy="2127233"/>
                </a:xfrm>
                <a:custGeom>
                  <a:avLst/>
                  <a:gdLst>
                    <a:gd fmla="*/ 1609916 w 1609915" name="connsiteX0"/>
                    <a:gd fmla="*/ 0 h 831532" name="connsiteY0"/>
                    <a:gd fmla="*/ 888778 w 1609915" name="connsiteX1"/>
                    <a:gd fmla="*/ 393002 h 831532" name="connsiteY1"/>
                    <a:gd fmla="*/ 0 w 1609915" name="connsiteX2"/>
                    <a:gd fmla="*/ 831533 h 831532" name="connsiteY2"/>
                    <a:gd fmla="*/ 1609916 w 1609915" name="connsiteX3"/>
                    <a:gd fmla="*/ 831533 h 831532" name="connsiteY3"/>
                    <a:gd fmla="*/ 1609916 w 1609915" name="connsiteX4"/>
                    <a:gd fmla="*/ 0 h 831532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831532" w="1609915">
                      <a:moveTo>
                        <a:pt x="1609916" y="0"/>
                      </a:moveTo>
                      <a:cubicBezTo>
                        <a:pt x="1609916" y="0"/>
                        <a:pt x="1188149" y="11430"/>
                        <a:pt x="888778" y="393002"/>
                      </a:cubicBezTo>
                      <a:cubicBezTo>
                        <a:pt x="577025" y="790385"/>
                        <a:pt x="294227" y="339471"/>
                        <a:pt x="0" y="831533"/>
                      </a:cubicBezTo>
                      <a:lnTo>
                        <a:pt x="1609916" y="831533"/>
                      </a:lnTo>
                      <a:lnTo>
                        <a:pt x="1609916" y="0"/>
                      </a:lnTo>
                      <a:close/>
                    </a:path>
                  </a:pathLst>
                </a:custGeom>
                <a:solidFill>
                  <a:srgbClr val="E3B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dirty="0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1" name="稻壳儿：耗崽 1-16"/>
                <p:cNvSpPr/>
                <p:nvPr/>
              </p:nvSpPr>
              <p:spPr>
                <a:xfrm>
                  <a:off x="8192230" y="6083525"/>
                  <a:ext cx="1909148" cy="854792"/>
                </a:xfrm>
                <a:custGeom>
                  <a:avLst/>
                  <a:gdLst>
                    <a:gd fmla="*/ 746284 w 746283" name="connsiteX0"/>
                    <a:gd fmla="*/ 0 h 334137" name="connsiteY0"/>
                    <a:gd fmla="*/ 727520 w 746283" name="connsiteX1"/>
                    <a:gd fmla="*/ 19812 h 334137" name="connsiteY1"/>
                    <a:gd fmla="*/ 722376 w 746283" name="connsiteX2"/>
                    <a:gd fmla="*/ 24289 h 334137" name="connsiteY2"/>
                    <a:gd fmla="*/ 716947 w 746283" name="connsiteX3"/>
                    <a:gd fmla="*/ 28480 h 334137" name="connsiteY3"/>
                    <a:gd fmla="*/ 711518 w 746283" name="connsiteX4"/>
                    <a:gd fmla="*/ 32671 h 334137" name="connsiteY4"/>
                    <a:gd fmla="*/ 705898 w 746283" name="connsiteX5"/>
                    <a:gd fmla="*/ 36576 h 334137" name="connsiteY5"/>
                    <a:gd fmla="*/ 682657 w 746283" name="connsiteX6"/>
                    <a:gd fmla="*/ 51054 h 334137" name="connsiteY6"/>
                    <a:gd fmla="*/ 670465 w 746283" name="connsiteX7"/>
                    <a:gd fmla="*/ 57245 h 334137" name="connsiteY7"/>
                    <a:gd fmla="*/ 664369 w 746283" name="connsiteX8"/>
                    <a:gd fmla="*/ 60293 h 334137" name="connsiteY8"/>
                    <a:gd fmla="*/ 658082 w 746283" name="connsiteX9"/>
                    <a:gd fmla="*/ 62960 h 334137" name="connsiteY9"/>
                    <a:gd fmla="*/ 552260 w 746283" name="connsiteX10"/>
                    <a:gd fmla="*/ 91154 h 334137" name="connsiteY10"/>
                    <a:gd fmla="*/ 538639 w 746283" name="connsiteX11"/>
                    <a:gd fmla="*/ 92773 h 334137" name="connsiteY11"/>
                    <a:gd fmla="*/ 531781 w 746283" name="connsiteX12"/>
                    <a:gd fmla="*/ 93631 h 334137" name="connsiteY12"/>
                    <a:gd fmla="*/ 524923 w 746283" name="connsiteX13"/>
                    <a:gd fmla="*/ 94107 h 334137" name="connsiteY13"/>
                    <a:gd fmla="*/ 497491 w 746283" name="connsiteX14"/>
                    <a:gd fmla="*/ 95536 h 334137" name="connsiteY14"/>
                    <a:gd fmla="*/ 470059 w 746283" name="connsiteX15"/>
                    <a:gd fmla="*/ 95345 h 334137" name="connsiteY15"/>
                    <a:gd fmla="*/ 456343 w 746283" name="connsiteX16"/>
                    <a:gd fmla="*/ 95155 h 334137" name="connsiteY16"/>
                    <a:gd fmla="*/ 442722 w 746283" name="connsiteX17"/>
                    <a:gd fmla="*/ 94678 h 334137" name="connsiteY17"/>
                    <a:gd fmla="*/ 388239 w 746283" name="connsiteX18"/>
                    <a:gd fmla="*/ 94202 h 334137" name="connsiteY18"/>
                    <a:gd fmla="*/ 333947 w 746283" name="connsiteX19"/>
                    <a:gd fmla="*/ 96965 h 334137" name="connsiteY19"/>
                    <a:gd fmla="*/ 280035 w 746283" name="connsiteX20"/>
                    <a:gd fmla="*/ 103822 h 334137" name="connsiteY20"/>
                    <a:gd fmla="*/ 227267 w 746283" name="connsiteX21"/>
                    <a:gd fmla="*/ 116396 h 334137" name="connsiteY21"/>
                    <a:gd fmla="*/ 130016 w 746283" name="connsiteX22"/>
                    <a:gd fmla="*/ 163163 h 334137" name="connsiteY22"/>
                    <a:gd fmla="*/ 88487 w 746283" name="connsiteX23"/>
                    <a:gd fmla="*/ 197929 h 334137" name="connsiteY23"/>
                    <a:gd fmla="*/ 53245 w 746283" name="connsiteX24"/>
                    <a:gd fmla="*/ 239268 h 334137" name="connsiteY24"/>
                    <a:gd fmla="*/ 0 w 746283" name="connsiteX25"/>
                    <a:gd fmla="*/ 334137 h 334137" name="connsiteY25"/>
                    <a:gd fmla="*/ 50673 w 746283" name="connsiteX26"/>
                    <a:gd fmla="*/ 237363 h 334137" name="connsiteY26"/>
                    <a:gd fmla="*/ 85535 w 746283" name="connsiteX27"/>
                    <a:gd fmla="*/ 194977 h 334137" name="connsiteY27"/>
                    <a:gd fmla="*/ 127063 w 746283" name="connsiteX28"/>
                    <a:gd fmla="*/ 158972 h 334137" name="connsiteY28"/>
                    <a:gd fmla="*/ 225457 w 746283" name="connsiteX29"/>
                    <a:gd fmla="*/ 110585 h 334137" name="connsiteY29"/>
                    <a:gd fmla="*/ 278892 w 746283" name="connsiteX30"/>
                    <a:gd fmla="*/ 97536 h 334137" name="connsiteY30"/>
                    <a:gd fmla="*/ 333375 w 746283" name="connsiteX31"/>
                    <a:gd fmla="*/ 90297 h 334137" name="connsiteY31"/>
                    <a:gd fmla="*/ 388144 w 746283" name="connsiteX32"/>
                    <a:gd fmla="*/ 87821 h 334137" name="connsiteY32"/>
                    <a:gd fmla="*/ 442913 w 746283" name="connsiteX33"/>
                    <a:gd fmla="*/ 88582 h 334137" name="connsiteY33"/>
                    <a:gd fmla="*/ 456629 w 746283" name="connsiteX34"/>
                    <a:gd fmla="*/ 89154 h 334137" name="connsiteY34"/>
                    <a:gd fmla="*/ 470249 w 746283" name="connsiteX35"/>
                    <a:gd fmla="*/ 89440 h 334137" name="connsiteY35"/>
                    <a:gd fmla="*/ 497396 w 746283" name="connsiteX36"/>
                    <a:gd fmla="*/ 89821 h 334137" name="connsiteY36"/>
                    <a:gd fmla="*/ 524542 w 746283" name="connsiteX37"/>
                    <a:gd fmla="*/ 88678 h 334137" name="connsiteY37"/>
                    <a:gd fmla="*/ 531305 w 746283" name="connsiteX38"/>
                    <a:gd fmla="*/ 88392 h 334137" name="connsiteY38"/>
                    <a:gd fmla="*/ 538067 w 746283" name="connsiteX39"/>
                    <a:gd fmla="*/ 87725 h 334137" name="connsiteY39"/>
                    <a:gd fmla="*/ 551593 w 746283" name="connsiteX40"/>
                    <a:gd fmla="*/ 86296 h 334137" name="connsiteY40"/>
                    <a:gd fmla="*/ 656749 w 746283" name="connsiteX41"/>
                    <a:gd fmla="*/ 60198 h 334137" name="connsiteY41"/>
                    <a:gd fmla="*/ 663035 w 746283" name="connsiteX42"/>
                    <a:gd fmla="*/ 57721 h 334137" name="connsiteY42"/>
                    <a:gd fmla="*/ 669227 w 746283" name="connsiteX43"/>
                    <a:gd fmla="*/ 54864 h 334137" name="connsiteY43"/>
                    <a:gd fmla="*/ 681514 w 746283" name="connsiteX44"/>
                    <a:gd fmla="*/ 49054 h 334137" name="connsiteY44"/>
                    <a:gd fmla="*/ 704945 w 746283" name="connsiteX45"/>
                    <a:gd fmla="*/ 35338 h 334137" name="connsiteY45"/>
                    <a:gd fmla="*/ 710660 w 746283" name="connsiteX46"/>
                    <a:gd fmla="*/ 31623 h 334137" name="connsiteY46"/>
                    <a:gd fmla="*/ 716185 w 746283" name="connsiteX47"/>
                    <a:gd fmla="*/ 27622 h 334137" name="connsiteY47"/>
                    <a:gd fmla="*/ 721614 w 746283" name="connsiteX48"/>
                    <a:gd fmla="*/ 23527 h 334137" name="connsiteY48"/>
                    <a:gd fmla="*/ 726853 w 746283" name="connsiteX49"/>
                    <a:gd fmla="*/ 19145 h 334137" name="connsiteY49"/>
                    <a:gd fmla="*/ 746284 w 746283" name="connsiteX50"/>
                    <a:gd fmla="*/ 0 h 334137" name="connsiteY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b="b" l="l" r="r" t="t"/>
                  <a:pathLst>
                    <a:path h="334137" w="746283">
                      <a:moveTo>
                        <a:pt x="746284" y="0"/>
                      </a:moveTo>
                      <a:cubicBezTo>
                        <a:pt x="740759" y="7239"/>
                        <a:pt x="734378" y="13811"/>
                        <a:pt x="727520" y="19812"/>
                      </a:cubicBezTo>
                      <a:cubicBezTo>
                        <a:pt x="725805" y="21336"/>
                        <a:pt x="724091" y="22860"/>
                        <a:pt x="722376" y="24289"/>
                      </a:cubicBezTo>
                      <a:lnTo>
                        <a:pt x="716947" y="28480"/>
                      </a:lnTo>
                      <a:cubicBezTo>
                        <a:pt x="715137" y="29908"/>
                        <a:pt x="713327" y="31337"/>
                        <a:pt x="711518" y="32671"/>
                      </a:cubicBezTo>
                      <a:lnTo>
                        <a:pt x="705898" y="36576"/>
                      </a:lnTo>
                      <a:cubicBezTo>
                        <a:pt x="698468" y="42005"/>
                        <a:pt x="690467" y="46387"/>
                        <a:pt x="682657" y="51054"/>
                      </a:cubicBezTo>
                      <a:lnTo>
                        <a:pt x="670465" y="57245"/>
                      </a:lnTo>
                      <a:lnTo>
                        <a:pt x="664369" y="60293"/>
                      </a:lnTo>
                      <a:lnTo>
                        <a:pt x="658082" y="62960"/>
                      </a:lnTo>
                      <a:cubicBezTo>
                        <a:pt x="624459" y="77438"/>
                        <a:pt x="588550" y="86296"/>
                        <a:pt x="552260" y="91154"/>
                      </a:cubicBezTo>
                      <a:lnTo>
                        <a:pt x="538639" y="92773"/>
                      </a:lnTo>
                      <a:lnTo>
                        <a:pt x="531781" y="93631"/>
                      </a:lnTo>
                      <a:cubicBezTo>
                        <a:pt x="529495" y="93917"/>
                        <a:pt x="527209" y="93917"/>
                        <a:pt x="524923" y="94107"/>
                      </a:cubicBezTo>
                      <a:lnTo>
                        <a:pt x="497491" y="95536"/>
                      </a:lnTo>
                      <a:cubicBezTo>
                        <a:pt x="488347" y="95726"/>
                        <a:pt x="479203" y="95345"/>
                        <a:pt x="470059" y="95345"/>
                      </a:cubicBezTo>
                      <a:lnTo>
                        <a:pt x="456343" y="95155"/>
                      </a:lnTo>
                      <a:lnTo>
                        <a:pt x="442722" y="94678"/>
                      </a:lnTo>
                      <a:cubicBezTo>
                        <a:pt x="424529" y="94012"/>
                        <a:pt x="406432" y="93821"/>
                        <a:pt x="388239" y="94202"/>
                      </a:cubicBezTo>
                      <a:cubicBezTo>
                        <a:pt x="370046" y="94488"/>
                        <a:pt x="351949" y="95440"/>
                        <a:pt x="333947" y="96965"/>
                      </a:cubicBezTo>
                      <a:cubicBezTo>
                        <a:pt x="315849" y="98393"/>
                        <a:pt x="297847" y="100679"/>
                        <a:pt x="280035" y="103822"/>
                      </a:cubicBezTo>
                      <a:cubicBezTo>
                        <a:pt x="262223" y="106966"/>
                        <a:pt x="244507" y="110966"/>
                        <a:pt x="227267" y="116396"/>
                      </a:cubicBezTo>
                      <a:cubicBezTo>
                        <a:pt x="192691" y="126968"/>
                        <a:pt x="159544" y="142399"/>
                        <a:pt x="130016" y="163163"/>
                      </a:cubicBezTo>
                      <a:cubicBezTo>
                        <a:pt x="115252" y="173546"/>
                        <a:pt x="101346" y="185166"/>
                        <a:pt x="88487" y="197929"/>
                      </a:cubicBezTo>
                      <a:cubicBezTo>
                        <a:pt x="75628" y="210693"/>
                        <a:pt x="64008" y="224695"/>
                        <a:pt x="53245" y="239268"/>
                      </a:cubicBezTo>
                      <a:cubicBezTo>
                        <a:pt x="31528" y="268415"/>
                        <a:pt x="14573" y="300800"/>
                        <a:pt x="0" y="334137"/>
                      </a:cubicBezTo>
                      <a:cubicBezTo>
                        <a:pt x="13240" y="300228"/>
                        <a:pt x="29718" y="267367"/>
                        <a:pt x="50673" y="237363"/>
                      </a:cubicBezTo>
                      <a:cubicBezTo>
                        <a:pt x="61246" y="222409"/>
                        <a:pt x="72771" y="208217"/>
                        <a:pt x="85535" y="194977"/>
                      </a:cubicBezTo>
                      <a:cubicBezTo>
                        <a:pt x="98393" y="181832"/>
                        <a:pt x="112300" y="169831"/>
                        <a:pt x="127063" y="158972"/>
                      </a:cubicBezTo>
                      <a:cubicBezTo>
                        <a:pt x="156686" y="137065"/>
                        <a:pt x="190595" y="121539"/>
                        <a:pt x="225457" y="110585"/>
                      </a:cubicBezTo>
                      <a:cubicBezTo>
                        <a:pt x="242983" y="105061"/>
                        <a:pt x="260890" y="100870"/>
                        <a:pt x="278892" y="97536"/>
                      </a:cubicBezTo>
                      <a:cubicBezTo>
                        <a:pt x="296894" y="94202"/>
                        <a:pt x="315087" y="91821"/>
                        <a:pt x="333375" y="90297"/>
                      </a:cubicBezTo>
                      <a:cubicBezTo>
                        <a:pt x="351663" y="88773"/>
                        <a:pt x="369856" y="87916"/>
                        <a:pt x="388144" y="87821"/>
                      </a:cubicBezTo>
                      <a:cubicBezTo>
                        <a:pt x="406432" y="87535"/>
                        <a:pt x="424720" y="87916"/>
                        <a:pt x="442913" y="88582"/>
                      </a:cubicBezTo>
                      <a:lnTo>
                        <a:pt x="456629" y="89154"/>
                      </a:lnTo>
                      <a:lnTo>
                        <a:pt x="470249" y="89440"/>
                      </a:lnTo>
                      <a:cubicBezTo>
                        <a:pt x="479298" y="89535"/>
                        <a:pt x="488347" y="89916"/>
                        <a:pt x="497396" y="89821"/>
                      </a:cubicBezTo>
                      <a:lnTo>
                        <a:pt x="524542" y="88678"/>
                      </a:lnTo>
                      <a:cubicBezTo>
                        <a:pt x="526828" y="88582"/>
                        <a:pt x="529114" y="88582"/>
                        <a:pt x="531305" y="88392"/>
                      </a:cubicBezTo>
                      <a:lnTo>
                        <a:pt x="538067" y="87725"/>
                      </a:lnTo>
                      <a:lnTo>
                        <a:pt x="551593" y="86296"/>
                      </a:lnTo>
                      <a:cubicBezTo>
                        <a:pt x="587597" y="82105"/>
                        <a:pt x="623221" y="73914"/>
                        <a:pt x="656749" y="60198"/>
                      </a:cubicBezTo>
                      <a:lnTo>
                        <a:pt x="663035" y="57721"/>
                      </a:lnTo>
                      <a:lnTo>
                        <a:pt x="669227" y="54864"/>
                      </a:lnTo>
                      <a:lnTo>
                        <a:pt x="681514" y="49054"/>
                      </a:lnTo>
                      <a:cubicBezTo>
                        <a:pt x="689420" y="44577"/>
                        <a:pt x="697516" y="40481"/>
                        <a:pt x="704945" y="35338"/>
                      </a:cubicBezTo>
                      <a:lnTo>
                        <a:pt x="710660" y="31623"/>
                      </a:lnTo>
                      <a:cubicBezTo>
                        <a:pt x="712565" y="30290"/>
                        <a:pt x="714280" y="28956"/>
                        <a:pt x="716185" y="27622"/>
                      </a:cubicBezTo>
                      <a:lnTo>
                        <a:pt x="721614" y="23527"/>
                      </a:lnTo>
                      <a:cubicBezTo>
                        <a:pt x="723424" y="22098"/>
                        <a:pt x="725138" y="20669"/>
                        <a:pt x="726853" y="19145"/>
                      </a:cubicBezTo>
                      <a:cubicBezTo>
                        <a:pt x="733806" y="13335"/>
                        <a:pt x="740474" y="7048"/>
                        <a:pt x="746284" y="0"/>
                      </a:cubicBezTo>
                      <a:close/>
                    </a:path>
                  </a:pathLst>
                </a:custGeom>
                <a:solidFill>
                  <a:schemeClr val="bg1">
                    <a:alpha val="50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2" name="稻壳儿：耗崽 1-17"/>
                <p:cNvSpPr/>
                <p:nvPr/>
              </p:nvSpPr>
              <p:spPr>
                <a:xfrm>
                  <a:off x="8067960" y="4723849"/>
                  <a:ext cx="4122155" cy="2133324"/>
                </a:xfrm>
                <a:custGeom>
                  <a:avLst/>
                  <a:gdLst>
                    <a:gd fmla="*/ 1611249 w 1611344" name="connsiteX0"/>
                    <a:gd fmla="*/ 0 h 833913" name="connsiteY0"/>
                    <a:gd fmla="*/ 1611344 w 1611344" name="connsiteX1"/>
                    <a:gd fmla="*/ 3334 h 833913" name="connsiteY1"/>
                    <a:gd fmla="*/ 1363409 w 1611344" name="connsiteX2"/>
                    <a:gd fmla="*/ 56674 h 833913" name="connsiteY2"/>
                    <a:gd fmla="*/ 891445 w 1611344" name="connsiteX3"/>
                    <a:gd fmla="*/ 395669 h 833913" name="connsiteY3"/>
                    <a:gd fmla="*/ 462344 w 1611344" name="connsiteX4"/>
                    <a:gd fmla="*/ 580358 h 833913" name="connsiteY4"/>
                    <a:gd fmla="*/ 2857 w 1611344" name="connsiteX5"/>
                    <a:gd fmla="*/ 833914 h 833913" name="connsiteY5"/>
                    <a:gd fmla="*/ 0 w 1611344" name="connsiteX6"/>
                    <a:gd fmla="*/ 832199 h 833913" name="connsiteY6"/>
                    <a:gd fmla="*/ 231458 w 1611344" name="connsiteX7"/>
                    <a:gd fmla="*/ 606362 h 833913" name="connsiteY7"/>
                    <a:gd fmla="*/ 462439 w 1611344" name="connsiteX8"/>
                    <a:gd fmla="*/ 577025 h 833913" name="connsiteY8"/>
                    <a:gd fmla="*/ 888873 w 1611344" name="connsiteX9"/>
                    <a:gd fmla="*/ 393573 h 833913" name="connsiteY9"/>
                    <a:gd fmla="*/ 1362456 w 1611344" name="connsiteX10"/>
                    <a:gd fmla="*/ 53435 h 833913" name="connsiteY10"/>
                    <a:gd fmla="*/ 1611249 w 1611344" name="connsiteX11"/>
                    <a:gd fmla="*/ 0 h 833913" name="connsiteY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b="b" l="l" r="r" t="t"/>
                  <a:pathLst>
                    <a:path h="833913" w="1611344">
                      <a:moveTo>
                        <a:pt x="1611249" y="0"/>
                      </a:moveTo>
                      <a:lnTo>
                        <a:pt x="1611344" y="3334"/>
                      </a:lnTo>
                      <a:cubicBezTo>
                        <a:pt x="1610297" y="3334"/>
                        <a:pt x="1504474" y="6763"/>
                        <a:pt x="1363409" y="56674"/>
                      </a:cubicBezTo>
                      <a:cubicBezTo>
                        <a:pt x="1233297" y="102775"/>
                        <a:pt x="1045845" y="198977"/>
                        <a:pt x="891445" y="395669"/>
                      </a:cubicBezTo>
                      <a:cubicBezTo>
                        <a:pt x="743236" y="584549"/>
                        <a:pt x="600456" y="582454"/>
                        <a:pt x="462344" y="580358"/>
                      </a:cubicBezTo>
                      <a:cubicBezTo>
                        <a:pt x="305467" y="578072"/>
                        <a:pt x="157163" y="575786"/>
                        <a:pt x="2857" y="833914"/>
                      </a:cubicBezTo>
                      <a:lnTo>
                        <a:pt x="0" y="832199"/>
                      </a:lnTo>
                      <a:cubicBezTo>
                        <a:pt x="69723" y="715613"/>
                        <a:pt x="145447" y="641795"/>
                        <a:pt x="231458" y="606362"/>
                      </a:cubicBezTo>
                      <a:cubicBezTo>
                        <a:pt x="308324" y="574739"/>
                        <a:pt x="386715" y="575882"/>
                        <a:pt x="462439" y="577025"/>
                      </a:cubicBezTo>
                      <a:cubicBezTo>
                        <a:pt x="599789" y="579120"/>
                        <a:pt x="741712" y="581216"/>
                        <a:pt x="888873" y="393573"/>
                      </a:cubicBezTo>
                      <a:cubicBezTo>
                        <a:pt x="1043750" y="196120"/>
                        <a:pt x="1231868" y="99631"/>
                        <a:pt x="1362456" y="53435"/>
                      </a:cubicBezTo>
                      <a:cubicBezTo>
                        <a:pt x="1503902" y="3429"/>
                        <a:pt x="1610201" y="0"/>
                        <a:pt x="1611249" y="0"/>
                      </a:cubicBezTo>
                      <a:close/>
                    </a:path>
                  </a:pathLst>
                </a:custGeom>
                <a:solidFill>
                  <a:srgbClr val="BCBCBC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3" name="稻壳儿：耗崽 1-18"/>
                <p:cNvSpPr/>
                <p:nvPr/>
              </p:nvSpPr>
              <p:spPr>
                <a:xfrm>
                  <a:off x="9594972" y="3681039"/>
                  <a:ext cx="2597028" cy="3176961"/>
                </a:xfrm>
                <a:custGeom>
                  <a:avLst/>
                  <a:gdLst>
                    <a:gd fmla="*/ 1015079 w 1015174" name="connsiteX0"/>
                    <a:gd fmla="*/ 0 h 1241869" name="connsiteY0"/>
                    <a:gd fmla="*/ 415195 w 1015174" name="connsiteX1"/>
                    <a:gd fmla="*/ 529495 h 1241869" name="connsiteY1"/>
                    <a:gd fmla="*/ 0 w 1015174" name="connsiteX2"/>
                    <a:gd fmla="*/ 1241870 h 1241869" name="connsiteY2"/>
                    <a:gd fmla="*/ 1015175 w 1015174" name="connsiteX3"/>
                    <a:gd fmla="*/ 1241870 h 1241869" name="connsiteY3"/>
                    <a:gd fmla="*/ 1015175 w 1015174" name="connsiteX4"/>
                    <a:gd fmla="*/ 0 h 1241869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1241869" w="1015174">
                      <a:moveTo>
                        <a:pt x="1015079" y="0"/>
                      </a:moveTo>
                      <a:cubicBezTo>
                        <a:pt x="1015079" y="0"/>
                        <a:pt x="975646" y="218694"/>
                        <a:pt x="415195" y="529495"/>
                      </a:cubicBezTo>
                      <a:cubicBezTo>
                        <a:pt x="69818" y="721043"/>
                        <a:pt x="203359" y="1189292"/>
                        <a:pt x="0" y="1241870"/>
                      </a:cubicBezTo>
                      <a:lnTo>
                        <a:pt x="1015175" y="1241870"/>
                      </a:lnTo>
                      <a:lnTo>
                        <a:pt x="1015175" y="0"/>
                      </a:lnTo>
                      <a:close/>
                    </a:path>
                  </a:pathLst>
                </a:custGeom>
                <a:solidFill>
                  <a:srgbClr val="4E7C9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4" name="稻壳儿：耗崽 1-19"/>
                <p:cNvSpPr/>
                <p:nvPr/>
              </p:nvSpPr>
              <p:spPr>
                <a:xfrm>
                  <a:off x="9938853" y="4174131"/>
                  <a:ext cx="2386497" cy="2698880"/>
                </a:xfrm>
                <a:custGeom>
                  <a:avLst/>
                  <a:gdLst>
                    <a:gd fmla="*/ 932879 w 932878" name="connsiteX0"/>
                    <a:gd fmla="*/ 0 h 1054988" name="connsiteY0"/>
                    <a:gd fmla="*/ 904589 w 932878" name="connsiteX1"/>
                    <a:gd fmla="*/ 87249 h 1054988" name="connsiteY1"/>
                    <a:gd fmla="*/ 868871 w 932878" name="connsiteX2"/>
                    <a:gd fmla="*/ 171926 h 1054988" name="connsiteY2"/>
                    <a:gd fmla="*/ 777812 w 932878" name="connsiteX3"/>
                    <a:gd fmla="*/ 331756 h 1054988" name="connsiteY3"/>
                    <a:gd fmla="*/ 660178 w 932878" name="connsiteX4"/>
                    <a:gd fmla="*/ 473488 h 1054988" name="connsiteY4"/>
                    <a:gd fmla="*/ 515398 w 932878" name="connsiteX5"/>
                    <a:gd fmla="*/ 587788 h 1054988" name="connsiteY5"/>
                    <a:gd fmla="*/ 495491 w 932878" name="connsiteX6"/>
                    <a:gd fmla="*/ 599504 h 1054988" name="connsiteY6"/>
                    <a:gd fmla="*/ 475298 w 932878" name="connsiteX7"/>
                    <a:gd fmla="*/ 610838 h 1054988" name="connsiteY7"/>
                    <a:gd fmla="*/ 434531 w 932878" name="connsiteX8"/>
                    <a:gd fmla="*/ 632079 h 1054988" name="connsiteY8"/>
                    <a:gd fmla="*/ 352425 w 932878" name="connsiteX9"/>
                    <a:gd fmla="*/ 673227 h 1054988" name="connsiteY9"/>
                    <a:gd fmla="*/ 190405 w 932878" name="connsiteX10"/>
                    <a:gd fmla="*/ 757809 h 1054988" name="connsiteY10"/>
                    <a:gd fmla="*/ 152972 w 932878" name="connsiteX11"/>
                    <a:gd fmla="*/ 783431 h 1054988" name="connsiteY11"/>
                    <a:gd fmla="*/ 135350 w 932878" name="connsiteX12"/>
                    <a:gd fmla="*/ 797719 h 1054988" name="connsiteY12"/>
                    <a:gd fmla="*/ 126778 w 932878" name="connsiteX13"/>
                    <a:gd fmla="*/ 805148 h 1054988" name="connsiteY13"/>
                    <a:gd fmla="*/ 118586 w 932878" name="connsiteX14"/>
                    <a:gd fmla="*/ 812864 h 1054988" name="connsiteY14"/>
                    <a:gd fmla="*/ 63056 w 932878" name="connsiteX15"/>
                    <a:gd fmla="*/ 884111 h 1054988" name="connsiteY15"/>
                    <a:gd fmla="*/ 25527 w 932878" name="connsiteX16"/>
                    <a:gd fmla="*/ 967073 h 1054988" name="connsiteY16"/>
                    <a:gd fmla="*/ 18288 w 932878" name="connsiteX17"/>
                    <a:gd fmla="*/ 988790 h 1054988" name="connsiteY17"/>
                    <a:gd fmla="*/ 11716 w 932878" name="connsiteX18"/>
                    <a:gd fmla="*/ 1010698 h 1054988" name="connsiteY18"/>
                    <a:gd fmla="*/ 5620 w 932878" name="connsiteX19"/>
                    <a:gd fmla="*/ 1032796 h 1054988" name="connsiteY19"/>
                    <a:gd fmla="*/ 0 w 932878" name="connsiteX20"/>
                    <a:gd fmla="*/ 1054989 h 1054988" name="connsiteY20"/>
                    <a:gd fmla="*/ 4667 w 932878" name="connsiteX21"/>
                    <a:gd fmla="*/ 1032510 h 1054988" name="connsiteY21"/>
                    <a:gd fmla="*/ 9811 w 932878" name="connsiteX22"/>
                    <a:gd fmla="*/ 1010126 h 1054988" name="connsiteY22"/>
                    <a:gd fmla="*/ 15621 w 932878" name="connsiteX23"/>
                    <a:gd fmla="*/ 987933 h 1054988" name="connsiteY23"/>
                    <a:gd fmla="*/ 22193 w 932878" name="connsiteX24"/>
                    <a:gd fmla="*/ 965930 h 1054988" name="connsiteY24"/>
                    <a:gd fmla="*/ 57436 w 932878" name="connsiteX25"/>
                    <a:gd fmla="*/ 880872 h 1054988" name="connsiteY25"/>
                    <a:gd fmla="*/ 112490 w 932878" name="connsiteX26"/>
                    <a:gd fmla="*/ 806672 h 1054988" name="connsiteY26"/>
                    <a:gd fmla="*/ 184880 w 932878" name="connsiteX27"/>
                    <a:gd fmla="*/ 749046 h 1054988" name="connsiteY27"/>
                    <a:gd fmla="*/ 264890 w 932878" name="connsiteX28"/>
                    <a:gd fmla="*/ 703326 h 1054988" name="connsiteY28"/>
                    <a:gd fmla="*/ 346805 w 932878" name="connsiteX29"/>
                    <a:gd fmla="*/ 661892 h 1054988" name="connsiteY29"/>
                    <a:gd fmla="*/ 428530 w 932878" name="connsiteX30"/>
                    <a:gd fmla="*/ 620554 h 1054988" name="connsiteY30"/>
                    <a:gd fmla="*/ 469011 w 932878" name="connsiteX31"/>
                    <a:gd fmla="*/ 599218 h 1054988" name="connsiteY31"/>
                    <a:gd fmla="*/ 488823 w 932878" name="connsiteX32"/>
                    <a:gd fmla="*/ 587978 h 1054988" name="connsiteY32"/>
                    <a:gd fmla="*/ 508349 w 932878" name="connsiteX33"/>
                    <a:gd fmla="*/ 576453 h 1054988" name="connsiteY33"/>
                    <a:gd fmla="*/ 651320 w 932878" name="connsiteX34"/>
                    <a:gd fmla="*/ 464534 h 1054988" name="connsiteY34"/>
                    <a:gd fmla="*/ 713423 w 932878" name="connsiteX35"/>
                    <a:gd fmla="*/ 397955 h 1054988" name="connsiteY35"/>
                    <a:gd fmla="*/ 727996 w 932878" name="connsiteX36"/>
                    <a:gd fmla="*/ 380429 h 1054988" name="connsiteY36"/>
                    <a:gd fmla="*/ 742093 w 932878" name="connsiteX37"/>
                    <a:gd fmla="*/ 362522 h 1054988" name="connsiteY37"/>
                    <a:gd fmla="*/ 749141 w 932878" name="connsiteX38"/>
                    <a:gd fmla="*/ 353568 h 1054988" name="connsiteY38"/>
                    <a:gd fmla="*/ 755904 w 932878" name="connsiteX39"/>
                    <a:gd fmla="*/ 344424 h 1054988" name="connsiteY39"/>
                    <a:gd fmla="*/ 769334 w 932878" name="connsiteX40"/>
                    <a:gd fmla="*/ 325946 h 1054988" name="connsiteY40"/>
                    <a:gd fmla="*/ 862965 w 932878" name="connsiteX41"/>
                    <a:gd fmla="*/ 169259 h 1054988" name="connsiteY41"/>
                    <a:gd fmla="*/ 932879 w 932878" name="connsiteX42"/>
                    <a:gd fmla="*/ 0 h 1054988" name="connsiteY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b="b" l="l" r="r" t="t"/>
                  <a:pathLst>
                    <a:path h="1054988" w="932878">
                      <a:moveTo>
                        <a:pt x="932879" y="0"/>
                      </a:moveTo>
                      <a:cubicBezTo>
                        <a:pt x="925163" y="29623"/>
                        <a:pt x="915353" y="58674"/>
                        <a:pt x="904589" y="87249"/>
                      </a:cubicBezTo>
                      <a:cubicBezTo>
                        <a:pt x="893731" y="115919"/>
                        <a:pt x="881825" y="144113"/>
                        <a:pt x="868871" y="171926"/>
                      </a:cubicBezTo>
                      <a:cubicBezTo>
                        <a:pt x="842867" y="227457"/>
                        <a:pt x="812483" y="280988"/>
                        <a:pt x="777812" y="331756"/>
                      </a:cubicBezTo>
                      <a:cubicBezTo>
                        <a:pt x="743045" y="382429"/>
                        <a:pt x="703993" y="430244"/>
                        <a:pt x="660178" y="473488"/>
                      </a:cubicBezTo>
                      <a:cubicBezTo>
                        <a:pt x="616649" y="517017"/>
                        <a:pt x="567785" y="555212"/>
                        <a:pt x="515398" y="587788"/>
                      </a:cubicBezTo>
                      <a:cubicBezTo>
                        <a:pt x="509016" y="592074"/>
                        <a:pt x="502158" y="595598"/>
                        <a:pt x="495491" y="599504"/>
                      </a:cubicBezTo>
                      <a:cubicBezTo>
                        <a:pt x="488728" y="603314"/>
                        <a:pt x="482060" y="607124"/>
                        <a:pt x="475298" y="610838"/>
                      </a:cubicBezTo>
                      <a:cubicBezTo>
                        <a:pt x="461772" y="617982"/>
                        <a:pt x="448246" y="625126"/>
                        <a:pt x="434531" y="632079"/>
                      </a:cubicBezTo>
                      <a:cubicBezTo>
                        <a:pt x="407289" y="646081"/>
                        <a:pt x="379952" y="659797"/>
                        <a:pt x="352425" y="673227"/>
                      </a:cubicBezTo>
                      <a:cubicBezTo>
                        <a:pt x="297561" y="700183"/>
                        <a:pt x="242126" y="725996"/>
                        <a:pt x="190405" y="757809"/>
                      </a:cubicBezTo>
                      <a:cubicBezTo>
                        <a:pt x="177451" y="765715"/>
                        <a:pt x="165068" y="774383"/>
                        <a:pt x="152972" y="783431"/>
                      </a:cubicBezTo>
                      <a:cubicBezTo>
                        <a:pt x="147066" y="788099"/>
                        <a:pt x="140970" y="792671"/>
                        <a:pt x="135350" y="797719"/>
                      </a:cubicBezTo>
                      <a:cubicBezTo>
                        <a:pt x="132493" y="800195"/>
                        <a:pt x="129540" y="802576"/>
                        <a:pt x="126778" y="805148"/>
                      </a:cubicBezTo>
                      <a:lnTo>
                        <a:pt x="118586" y="812864"/>
                      </a:lnTo>
                      <a:cubicBezTo>
                        <a:pt x="96774" y="833819"/>
                        <a:pt x="78391" y="858107"/>
                        <a:pt x="63056" y="884111"/>
                      </a:cubicBezTo>
                      <a:cubicBezTo>
                        <a:pt x="47720" y="910304"/>
                        <a:pt x="35624" y="938308"/>
                        <a:pt x="25527" y="967073"/>
                      </a:cubicBezTo>
                      <a:cubicBezTo>
                        <a:pt x="23051" y="974312"/>
                        <a:pt x="20479" y="981456"/>
                        <a:pt x="18288" y="988790"/>
                      </a:cubicBezTo>
                      <a:cubicBezTo>
                        <a:pt x="16097" y="996125"/>
                        <a:pt x="13716" y="1003364"/>
                        <a:pt x="11716" y="1010698"/>
                      </a:cubicBezTo>
                      <a:cubicBezTo>
                        <a:pt x="9716" y="1018032"/>
                        <a:pt x="7429" y="1025366"/>
                        <a:pt x="5620" y="1032796"/>
                      </a:cubicBezTo>
                      <a:lnTo>
                        <a:pt x="0" y="1054989"/>
                      </a:lnTo>
                      <a:lnTo>
                        <a:pt x="4667" y="1032510"/>
                      </a:lnTo>
                      <a:cubicBezTo>
                        <a:pt x="6191" y="1024985"/>
                        <a:pt x="8096" y="1017651"/>
                        <a:pt x="9811" y="1010126"/>
                      </a:cubicBezTo>
                      <a:cubicBezTo>
                        <a:pt x="11525" y="1002697"/>
                        <a:pt x="13621" y="995363"/>
                        <a:pt x="15621" y="987933"/>
                      </a:cubicBezTo>
                      <a:cubicBezTo>
                        <a:pt x="17526" y="980504"/>
                        <a:pt x="19907" y="973265"/>
                        <a:pt x="22193" y="965930"/>
                      </a:cubicBezTo>
                      <a:cubicBezTo>
                        <a:pt x="31433" y="936689"/>
                        <a:pt x="42767" y="908018"/>
                        <a:pt x="57436" y="880872"/>
                      </a:cubicBezTo>
                      <a:cubicBezTo>
                        <a:pt x="72390" y="853916"/>
                        <a:pt x="90678" y="828580"/>
                        <a:pt x="112490" y="806672"/>
                      </a:cubicBezTo>
                      <a:cubicBezTo>
                        <a:pt x="134303" y="784574"/>
                        <a:pt x="158972" y="765715"/>
                        <a:pt x="184880" y="749046"/>
                      </a:cubicBezTo>
                      <a:cubicBezTo>
                        <a:pt x="210788" y="732282"/>
                        <a:pt x="237744" y="717423"/>
                        <a:pt x="264890" y="703326"/>
                      </a:cubicBezTo>
                      <a:cubicBezTo>
                        <a:pt x="292132" y="689229"/>
                        <a:pt x="319469" y="675608"/>
                        <a:pt x="346805" y="661892"/>
                      </a:cubicBezTo>
                      <a:cubicBezTo>
                        <a:pt x="374142" y="648272"/>
                        <a:pt x="401479" y="634556"/>
                        <a:pt x="428530" y="620554"/>
                      </a:cubicBezTo>
                      <a:cubicBezTo>
                        <a:pt x="442055" y="613601"/>
                        <a:pt x="455581" y="606362"/>
                        <a:pt x="469011" y="599218"/>
                      </a:cubicBezTo>
                      <a:cubicBezTo>
                        <a:pt x="475679" y="595598"/>
                        <a:pt x="482155" y="591788"/>
                        <a:pt x="488823" y="587978"/>
                      </a:cubicBezTo>
                      <a:cubicBezTo>
                        <a:pt x="495395" y="584168"/>
                        <a:pt x="502063" y="580644"/>
                        <a:pt x="508349" y="576453"/>
                      </a:cubicBezTo>
                      <a:cubicBezTo>
                        <a:pt x="559975" y="544640"/>
                        <a:pt x="608076" y="507111"/>
                        <a:pt x="651320" y="464534"/>
                      </a:cubicBezTo>
                      <a:cubicBezTo>
                        <a:pt x="673322" y="443579"/>
                        <a:pt x="693706" y="421005"/>
                        <a:pt x="713423" y="397955"/>
                      </a:cubicBezTo>
                      <a:lnTo>
                        <a:pt x="727996" y="380429"/>
                      </a:lnTo>
                      <a:cubicBezTo>
                        <a:pt x="732854" y="374523"/>
                        <a:pt x="737330" y="368427"/>
                        <a:pt x="742093" y="362522"/>
                      </a:cubicBezTo>
                      <a:lnTo>
                        <a:pt x="749141" y="353568"/>
                      </a:lnTo>
                      <a:lnTo>
                        <a:pt x="755904" y="344424"/>
                      </a:lnTo>
                      <a:cubicBezTo>
                        <a:pt x="760381" y="338233"/>
                        <a:pt x="764953" y="332232"/>
                        <a:pt x="769334" y="325946"/>
                      </a:cubicBezTo>
                      <a:cubicBezTo>
                        <a:pt x="804291" y="276130"/>
                        <a:pt x="835724" y="223742"/>
                        <a:pt x="862965" y="169259"/>
                      </a:cubicBezTo>
                      <a:cubicBezTo>
                        <a:pt x="890492" y="114681"/>
                        <a:pt x="914305" y="58293"/>
                        <a:pt x="932879" y="0"/>
                      </a:cubicBezTo>
                      <a:close/>
                    </a:path>
                  </a:pathLst>
                </a:custGeom>
                <a:solidFill>
                  <a:schemeClr val="bg1">
                    <a:alpha val="35000"/>
                  </a:schemeClr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5" name="稻壳儿：耗崽 1-20"/>
                <p:cNvSpPr/>
                <p:nvPr/>
              </p:nvSpPr>
              <p:spPr>
                <a:xfrm>
                  <a:off x="9591867" y="3690936"/>
                  <a:ext cx="2602144" cy="3182078"/>
                </a:xfrm>
                <a:custGeom>
                  <a:avLst/>
                  <a:gdLst>
                    <a:gd fmla="*/ 1013936 w 1017174" name="connsiteX0"/>
                    <a:gd fmla="*/ 0 h 1243869" name="connsiteY0"/>
                    <a:gd fmla="*/ 1017175 w 1017174" name="connsiteX1"/>
                    <a:gd fmla="*/ 572 h 1243869" name="connsiteY1"/>
                    <a:gd fmla="*/ 927068 w 1017174" name="connsiteX2"/>
                    <a:gd fmla="*/ 149543 h 1243869" name="connsiteY2"/>
                    <a:gd fmla="*/ 416433 w 1017174" name="connsiteX3"/>
                    <a:gd fmla="*/ 531305 h 1243869" name="connsiteY3"/>
                    <a:gd fmla="*/ 144971 w 1017174" name="connsiteX4"/>
                    <a:gd fmla="*/ 987933 h 1243869" name="connsiteY4"/>
                    <a:gd fmla="*/ 857 w 1017174" name="connsiteX5"/>
                    <a:gd fmla="*/ 1243870 h 1243869" name="connsiteY5"/>
                    <a:gd fmla="*/ 0 w 1017174" name="connsiteX6"/>
                    <a:gd fmla="*/ 1240631 h 1243869" name="connsiteY6"/>
                    <a:gd fmla="*/ 141732 w 1017174" name="connsiteX7"/>
                    <a:gd fmla="*/ 987171 h 1243869" name="connsiteY7"/>
                    <a:gd fmla="*/ 414814 w 1017174" name="connsiteX8"/>
                    <a:gd fmla="*/ 528447 h 1243869" name="connsiteY8"/>
                    <a:gd fmla="*/ 924211 w 1017174" name="connsiteX9"/>
                    <a:gd fmla="*/ 147828 h 1243869" name="connsiteY9"/>
                    <a:gd fmla="*/ 1013936 w 1017174" name="connsiteX10"/>
                    <a:gd fmla="*/ 0 h 1243869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243869" w="1017174">
                      <a:moveTo>
                        <a:pt x="1013936" y="0"/>
                      </a:moveTo>
                      <a:lnTo>
                        <a:pt x="1017175" y="572"/>
                      </a:lnTo>
                      <a:cubicBezTo>
                        <a:pt x="1017080" y="1143"/>
                        <a:pt x="1006316" y="56769"/>
                        <a:pt x="927068" y="149543"/>
                      </a:cubicBezTo>
                      <a:cubicBezTo>
                        <a:pt x="854107" y="234982"/>
                        <a:pt x="706184" y="370523"/>
                        <a:pt x="416433" y="531305"/>
                      </a:cubicBezTo>
                      <a:cubicBezTo>
                        <a:pt x="224790" y="637604"/>
                        <a:pt x="180499" y="831818"/>
                        <a:pt x="144971" y="987933"/>
                      </a:cubicBezTo>
                      <a:cubicBezTo>
                        <a:pt x="116586" y="1112615"/>
                        <a:pt x="92012" y="1220343"/>
                        <a:pt x="857" y="1243870"/>
                      </a:cubicBezTo>
                      <a:lnTo>
                        <a:pt x="0" y="1240631"/>
                      </a:lnTo>
                      <a:cubicBezTo>
                        <a:pt x="89154" y="1217581"/>
                        <a:pt x="113538" y="1110806"/>
                        <a:pt x="141732" y="987171"/>
                      </a:cubicBezTo>
                      <a:cubicBezTo>
                        <a:pt x="177451" y="830485"/>
                        <a:pt x="221933" y="635413"/>
                        <a:pt x="414814" y="528447"/>
                      </a:cubicBezTo>
                      <a:cubicBezTo>
                        <a:pt x="703802" y="368141"/>
                        <a:pt x="851345" y="232981"/>
                        <a:pt x="924211" y="147828"/>
                      </a:cubicBezTo>
                      <a:cubicBezTo>
                        <a:pt x="1003078" y="55531"/>
                        <a:pt x="1013841" y="572"/>
                        <a:pt x="1013936" y="0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6" name="稻壳儿：耗崽 1-21"/>
                <p:cNvSpPr/>
                <p:nvPr/>
              </p:nvSpPr>
              <p:spPr>
                <a:xfrm>
                  <a:off x="9975585" y="4936749"/>
                  <a:ext cx="2216415" cy="1921251"/>
                </a:xfrm>
                <a:custGeom>
                  <a:avLst/>
                  <a:gdLst>
                    <a:gd fmla="*/ 866394 w 866393" name="connsiteX0"/>
                    <a:gd fmla="*/ 350 h 751014" name="connsiteY0"/>
                    <a:gd fmla="*/ 460724 w 866393" name="connsiteX1"/>
                    <a:gd fmla="*/ 303530 h 751014" name="connsiteY1"/>
                    <a:gd fmla="*/ 0 w 866393" name="connsiteX2"/>
                    <a:gd fmla="*/ 751015 h 751014" name="connsiteY2"/>
                    <a:gd fmla="*/ 866394 w 866393" name="connsiteX3"/>
                    <a:gd fmla="*/ 751015 h 751014" name="connsiteY3"/>
                    <a:gd fmla="*/ 866394 w 866393" name="connsiteX4"/>
                    <a:gd fmla="*/ 350 h 751014" name="connsiteY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b="b" l="l" r="r" t="t"/>
                  <a:pathLst>
                    <a:path h="751014" w="866393">
                      <a:moveTo>
                        <a:pt x="866394" y="350"/>
                      </a:moveTo>
                      <a:cubicBezTo>
                        <a:pt x="866394" y="350"/>
                        <a:pt x="483584" y="-22606"/>
                        <a:pt x="460724" y="303530"/>
                      </a:cubicBezTo>
                      <a:cubicBezTo>
                        <a:pt x="441674" y="574707"/>
                        <a:pt x="158401" y="486220"/>
                        <a:pt x="0" y="751015"/>
                      </a:cubicBezTo>
                      <a:lnTo>
                        <a:pt x="866394" y="751015"/>
                      </a:lnTo>
                      <a:lnTo>
                        <a:pt x="866394" y="350"/>
                      </a:lnTo>
                      <a:close/>
                    </a:path>
                  </a:pathLst>
                </a:custGeom>
                <a:solidFill>
                  <a:srgbClr val="0F406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57" name="稻壳儿：耗崽 1-22"/>
                <p:cNvSpPr/>
                <p:nvPr/>
              </p:nvSpPr>
              <p:spPr>
                <a:xfrm>
                  <a:off x="9971749" y="4944369"/>
                  <a:ext cx="2220070" cy="1927667"/>
                </a:xfrm>
                <a:custGeom>
                  <a:avLst/>
                  <a:gdLst>
                    <a:gd fmla="*/ 852392 w 867822" name="connsiteX0"/>
                    <a:gd fmla="*/ 0 h 753522" name="connsiteY0"/>
                    <a:gd fmla="*/ 867823 w 867822" name="connsiteX1"/>
                    <a:gd fmla="*/ 286 h 753522" name="connsiteY1"/>
                    <a:gd fmla="*/ 867632 w 867822" name="connsiteX2"/>
                    <a:gd fmla="*/ 3620 h 753522" name="connsiteY2"/>
                    <a:gd fmla="*/ 673989 w 867822" name="connsiteX3"/>
                    <a:gd fmla="*/ 32861 h 753522" name="connsiteY3"/>
                    <a:gd fmla="*/ 463772 w 867822" name="connsiteX4"/>
                    <a:gd fmla="*/ 305276 h 753522" name="connsiteY4"/>
                    <a:gd fmla="*/ 261842 w 867822" name="connsiteX5"/>
                    <a:gd fmla="*/ 543687 h 753522" name="connsiteY5"/>
                    <a:gd fmla="*/ 2857 w 867822" name="connsiteX6"/>
                    <a:gd fmla="*/ 753523 h 753522" name="connsiteY6"/>
                    <a:gd fmla="*/ 0 w 867822" name="connsiteX7"/>
                    <a:gd fmla="*/ 751808 h 753522" name="connsiteY7"/>
                    <a:gd fmla="*/ 260413 w 867822" name="connsiteX8"/>
                    <a:gd fmla="*/ 540734 h 753522" name="connsiteY8"/>
                    <a:gd fmla="*/ 460438 w 867822" name="connsiteX9"/>
                    <a:gd fmla="*/ 305086 h 753522" name="connsiteY9"/>
                    <a:gd fmla="*/ 533876 w 867822" name="connsiteX10"/>
                    <a:gd fmla="*/ 119158 h 753522" name="connsiteY10"/>
                    <a:gd fmla="*/ 672941 w 867822" name="connsiteX11"/>
                    <a:gd fmla="*/ 29813 h 753522" name="connsiteY11"/>
                    <a:gd fmla="*/ 852392 w 867822" name="connsiteX12"/>
                    <a:gd fmla="*/ 0 h 753522" name="connsiteY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b="b" l="l" r="r" t="t"/>
                  <a:pathLst>
                    <a:path h="753522" w="867822">
                      <a:moveTo>
                        <a:pt x="852392" y="0"/>
                      </a:moveTo>
                      <a:cubicBezTo>
                        <a:pt x="862013" y="0"/>
                        <a:pt x="867632" y="286"/>
                        <a:pt x="867823" y="286"/>
                      </a:cubicBezTo>
                      <a:lnTo>
                        <a:pt x="867632" y="3620"/>
                      </a:lnTo>
                      <a:cubicBezTo>
                        <a:pt x="866680" y="3524"/>
                        <a:pt x="771049" y="-1715"/>
                        <a:pt x="673989" y="32861"/>
                      </a:cubicBezTo>
                      <a:cubicBezTo>
                        <a:pt x="584549" y="64675"/>
                        <a:pt x="475488" y="137732"/>
                        <a:pt x="463772" y="305276"/>
                      </a:cubicBezTo>
                      <a:cubicBezTo>
                        <a:pt x="453390" y="452819"/>
                        <a:pt x="364617" y="494919"/>
                        <a:pt x="261842" y="543687"/>
                      </a:cubicBezTo>
                      <a:cubicBezTo>
                        <a:pt x="174403" y="585216"/>
                        <a:pt x="75343" y="632270"/>
                        <a:pt x="2857" y="753523"/>
                      </a:cubicBezTo>
                      <a:lnTo>
                        <a:pt x="0" y="751808"/>
                      </a:lnTo>
                      <a:cubicBezTo>
                        <a:pt x="73057" y="629698"/>
                        <a:pt x="172593" y="582454"/>
                        <a:pt x="260413" y="540734"/>
                      </a:cubicBezTo>
                      <a:cubicBezTo>
                        <a:pt x="362236" y="492347"/>
                        <a:pt x="450247" y="450628"/>
                        <a:pt x="460438" y="305086"/>
                      </a:cubicBezTo>
                      <a:cubicBezTo>
                        <a:pt x="465677" y="230315"/>
                        <a:pt x="490442" y="167735"/>
                        <a:pt x="533876" y="119158"/>
                      </a:cubicBezTo>
                      <a:cubicBezTo>
                        <a:pt x="568643" y="80296"/>
                        <a:pt x="615410" y="50197"/>
                        <a:pt x="672941" y="29813"/>
                      </a:cubicBezTo>
                      <a:cubicBezTo>
                        <a:pt x="747522" y="3239"/>
                        <a:pt x="821246" y="0"/>
                        <a:pt x="852392" y="0"/>
                      </a:cubicBezTo>
                      <a:close/>
                    </a:path>
                  </a:pathLst>
                </a:custGeom>
                <a:solidFill>
                  <a:srgbClr val="606060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rtlCol="0"/>
                <a:lstStyle/>
                <a:p>
                  <a:endParaRPr altLang="en-US" lang="zh-CN"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pic>
              <p:nvPicPr>
                <p:cNvPr id="58" name="稻壳儿：耗崽 1-23"/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b="14126" r="29972"/>
                <a:stretch>
                  <a:fillRect/>
                </a:stretch>
              </p:blipFill>
              <p:spPr>
                <a:xfrm>
                  <a:off x="10035271" y="4983806"/>
                  <a:ext cx="2156729" cy="187336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0" name="组合 39"/>
            <p:cNvGrpSpPr/>
            <p:nvPr/>
          </p:nvGrpSpPr>
          <p:grpSpPr>
            <a:xfrm>
              <a:off x="623888" y="454345"/>
              <a:ext cx="10653705" cy="748980"/>
              <a:chOff x="623888" y="454345"/>
              <a:chExt cx="10653705" cy="748980"/>
            </a:xfrm>
          </p:grpSpPr>
          <p:sp>
            <p:nvSpPr>
              <p:cNvPr id="41" name="稻壳儿：耗崽 1-24"/>
              <p:cNvSpPr txBox="1"/>
              <p:nvPr/>
            </p:nvSpPr>
            <p:spPr>
              <a:xfrm>
                <a:off x="623888" y="454345"/>
                <a:ext cx="10653705" cy="615553"/>
              </a:xfrm>
              <a:prstGeom prst="rect">
                <a:avLst/>
              </a:prstGeom>
              <a:noFill/>
            </p:spPr>
            <p:txBody>
              <a:bodyPr bIns="0" lIns="0" rIns="0" rtlCol="0" tIns="0" wrap="square">
                <a:spAutoFit/>
              </a:bodyPr>
              <a:lstStyle/>
              <a:p>
                <a:pPr lvl="0">
                  <a:defRPr/>
                </a:pPr>
                <a:r>
                  <a:rPr altLang="en-US" b="1" dirty="0" lang="zh-CN" sz="4000">
                    <a:solidFill>
                      <a:srgbClr val="42556C"/>
                    </a:solidFill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rPr>
                  <a:t>教学重点</a:t>
                </a:r>
              </a:p>
            </p:txBody>
          </p:sp>
          <p:grpSp>
            <p:nvGrpSpPr>
              <p:cNvPr id="42" name="Group 55"/>
              <p:cNvGrpSpPr/>
              <p:nvPr/>
            </p:nvGrpSpPr>
            <p:grpSpPr>
              <a:xfrm>
                <a:off x="675898" y="1130300"/>
                <a:ext cx="362272" cy="73025"/>
                <a:chOff x="7340600" y="4686300"/>
                <a:chExt cx="504030" cy="101600"/>
              </a:xfrm>
              <a:solidFill>
                <a:srgbClr val="42556C"/>
              </a:solidFill>
            </p:grpSpPr>
            <p:sp>
              <p:nvSpPr>
                <p:cNvPr id="43" name="稻壳儿：耗崽 1-25"/>
                <p:cNvSpPr/>
                <p:nvPr/>
              </p:nvSpPr>
              <p:spPr>
                <a:xfrm>
                  <a:off x="734060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44" name="稻壳儿：耗崽 1-26"/>
                <p:cNvSpPr/>
                <p:nvPr/>
              </p:nvSpPr>
              <p:spPr>
                <a:xfrm>
                  <a:off x="7541815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dirty="0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  <p:sp>
              <p:nvSpPr>
                <p:cNvPr id="45" name="稻壳儿：耗崽 1-27"/>
                <p:cNvSpPr/>
                <p:nvPr/>
              </p:nvSpPr>
              <p:spPr>
                <a:xfrm>
                  <a:off x="7743030" y="4686300"/>
                  <a:ext cx="101600" cy="101600"/>
                </a:xfrm>
                <a:prstGeom prst="ellipse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lstStyle/>
                <a:p>
                  <a:pPr algn="ctr" defTabSz="914400" eaLnBrk="1" fontAlgn="auto" hangingPunct="1" indent="0" latinLnBrk="0" lvl="0" marL="0" marR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b="0" baseline="0" cap="none" i="0" kern="1200" kumimoji="0" lang="en-ID" noProof="0" normalizeH="0" spc="0" strike="noStrike" sz="1800" u="none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charset="-122" panose="00020600040101010101" pitchFamily="18" typeface="汉仪中黑S"/>
                    <a:ea charset="-122" panose="00020600040101010101" pitchFamily="18" typeface="汉仪文黑-55简"/>
                    <a:cs charset="-122" panose="00020600040101010101" pitchFamily="18" typeface="汉仪中黑S"/>
                    <a:sym charset="-122" panose="00020600040101010101" pitchFamily="18" typeface="汉仪中黑S"/>
                  </a:endParaRPr>
                </a:p>
              </p:txBody>
            </p:sp>
          </p:grpSp>
        </p:grpSp>
      </p:grpSp>
      <p:sp>
        <p:nvSpPr>
          <p:cNvPr id="72" name="稻壳儿：耗崽 2"/>
          <p:cNvSpPr/>
          <p:nvPr/>
        </p:nvSpPr>
        <p:spPr>
          <a:xfrm>
            <a:off x="909903" y="1938211"/>
            <a:ext cx="3452102" cy="3452103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73" name="稻壳儿：耗崽 3"/>
          <p:cNvSpPr/>
          <p:nvPr/>
        </p:nvSpPr>
        <p:spPr>
          <a:xfrm>
            <a:off x="1617414" y="2645589"/>
            <a:ext cx="2037080" cy="2037346"/>
          </a:xfrm>
          <a:prstGeom prst="ellipse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6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28" name="稻壳儿：耗崽 4"/>
          <p:cNvGrpSpPr/>
          <p:nvPr/>
        </p:nvGrpSpPr>
        <p:grpSpPr>
          <a:xfrm>
            <a:off x="4362005" y="1571254"/>
            <a:ext cx="1142851" cy="1143000"/>
            <a:chOff x="5645149" y="1890344"/>
            <a:chExt cx="1143000" cy="1143000"/>
          </a:xfrm>
          <a:solidFill>
            <a:schemeClr val="accent1"/>
          </a:solidFill>
        </p:grpSpPr>
        <p:sp>
          <p:nvSpPr>
            <p:cNvPr id="29" name="稻壳儿：耗崽 4-1"/>
            <p:cNvSpPr/>
            <p:nvPr/>
          </p:nvSpPr>
          <p:spPr>
            <a:xfrm>
              <a:off x="5645149" y="1890344"/>
              <a:ext cx="1143000" cy="1143000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30" name="稻壳儿：耗崽 4-2"/>
            <p:cNvSpPr txBox="1"/>
            <p:nvPr/>
          </p:nvSpPr>
          <p:spPr>
            <a:xfrm>
              <a:off x="5765799" y="2103173"/>
              <a:ext cx="901699" cy="830997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24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重点一</a:t>
              </a:r>
            </a:p>
          </p:txBody>
        </p:sp>
      </p:grpSp>
      <p:grpSp>
        <p:nvGrpSpPr>
          <p:cNvPr id="31" name="稻壳儿：耗崽 5"/>
          <p:cNvGrpSpPr/>
          <p:nvPr/>
        </p:nvGrpSpPr>
        <p:grpSpPr>
          <a:xfrm>
            <a:off x="4838511" y="3036656"/>
            <a:ext cx="1142851" cy="1143000"/>
            <a:chOff x="5645149" y="1890344"/>
            <a:chExt cx="1143000" cy="1143000"/>
          </a:xfrm>
          <a:solidFill>
            <a:schemeClr val="accent2"/>
          </a:solidFill>
        </p:grpSpPr>
        <p:sp>
          <p:nvSpPr>
            <p:cNvPr id="32" name="稻壳儿：耗崽 5-1"/>
            <p:cNvSpPr/>
            <p:nvPr/>
          </p:nvSpPr>
          <p:spPr>
            <a:xfrm>
              <a:off x="5645149" y="1890344"/>
              <a:ext cx="1143000" cy="1143000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33" name="稻壳儿：耗崽 5-2"/>
            <p:cNvSpPr txBox="1"/>
            <p:nvPr/>
          </p:nvSpPr>
          <p:spPr>
            <a:xfrm>
              <a:off x="5765800" y="2073234"/>
              <a:ext cx="901699" cy="830997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24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重点二</a:t>
              </a:r>
            </a:p>
          </p:txBody>
        </p:sp>
      </p:grpSp>
      <p:grpSp>
        <p:nvGrpSpPr>
          <p:cNvPr id="34" name="稻壳儿：耗崽 6"/>
          <p:cNvGrpSpPr/>
          <p:nvPr/>
        </p:nvGrpSpPr>
        <p:grpSpPr>
          <a:xfrm>
            <a:off x="4362005" y="4507899"/>
            <a:ext cx="1142851" cy="1143000"/>
            <a:chOff x="5645149" y="1890344"/>
            <a:chExt cx="1143000" cy="1143000"/>
          </a:xfrm>
          <a:solidFill>
            <a:schemeClr val="accent3"/>
          </a:solidFill>
        </p:grpSpPr>
        <p:sp>
          <p:nvSpPr>
            <p:cNvPr id="35" name="稻壳儿：耗崽 6-1"/>
            <p:cNvSpPr/>
            <p:nvPr/>
          </p:nvSpPr>
          <p:spPr>
            <a:xfrm>
              <a:off x="5645149" y="1890344"/>
              <a:ext cx="1143000" cy="1143000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36" name="稻壳儿：耗崽 6-2"/>
            <p:cNvSpPr txBox="1"/>
            <p:nvPr/>
          </p:nvSpPr>
          <p:spPr>
            <a:xfrm>
              <a:off x="5765800" y="2073234"/>
              <a:ext cx="901699" cy="830997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24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重点三</a:t>
              </a:r>
            </a:p>
          </p:txBody>
        </p:sp>
      </p:grpSp>
      <p:sp>
        <p:nvSpPr>
          <p:cNvPr id="37" name="稻壳儿：耗崽 7"/>
          <p:cNvSpPr/>
          <p:nvPr/>
        </p:nvSpPr>
        <p:spPr>
          <a:xfrm>
            <a:off x="5883796" y="4723405"/>
            <a:ext cx="5740339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6025">
              <a:lnSpc>
                <a:spcPct val="130000"/>
              </a:lnSpc>
              <a:spcBef>
                <a:spcPct val="0"/>
              </a:spcBef>
              <a:defRPr/>
            </a:pPr>
            <a:r>
              <a:rPr altLang="en-US" dirty="0" lang="zh-CN" sz="1600">
                <a:latin charset="-122" panose="00020600040101010101" pitchFamily="18" typeface="汉仪文黑-55简"/>
                <a:ea charset="-122" panose="00020600040101010101" pitchFamily="18" typeface="汉仪文黑-55简"/>
                <a:cs charset="-122" panose="00020600040101010101" pitchFamily="18" typeface="汉仪中黑S"/>
              </a:rPr>
              <a:t>理解选择排序的基本思想和算法步骤，掌握C语言代码实现。</a:t>
            </a:r>
            <a:endParaRPr altLang="en-US" b="0" baseline="0" cap="none" dirty="0" i="0" kern="1200" kumimoji="0" lang="zh-CN" noProof="0" normalizeH="0" spc="0" strike="noStrike" sz="16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charset="-122" panose="00020600040101010101" pitchFamily="18" typeface="汉仪文黑-55简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38" name="稻壳儿：耗崽 8"/>
          <p:cNvSpPr/>
          <p:nvPr/>
        </p:nvSpPr>
        <p:spPr>
          <a:xfrm>
            <a:off x="5883796" y="1779955"/>
            <a:ext cx="5740339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6025">
              <a:lnSpc>
                <a:spcPct val="130000"/>
              </a:lnSpc>
              <a:spcBef>
                <a:spcPct val="0"/>
              </a:spcBef>
              <a:defRPr/>
            </a:pPr>
            <a:r>
              <a:rPr altLang="en-US" dirty="0" lang="zh-CN" sz="1600">
                <a:latin charset="-122" panose="00020600040101010101" pitchFamily="18" typeface="汉仪文黑-55简"/>
                <a:ea charset="-122" panose="00020600040101010101" pitchFamily="18" typeface="汉仪文黑-55简"/>
                <a:cs charset="-122" panose="00020600040101010101" pitchFamily="18" typeface="汉仪中黑S"/>
              </a:rPr>
              <a:t>通过分析待排序序列，理解选择排序的稳定性特点。</a:t>
            </a:r>
            <a:endParaRPr altLang="en-US" b="0" baseline="0" cap="none" dirty="0" i="0" kern="1200" kumimoji="0" lang="zh-CN" noProof="0" normalizeH="0" spc="0" strike="noStrike" sz="16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charset="-122" panose="00020600040101010101" pitchFamily="18" typeface="汉仪文黑-55简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39" name="稻壳儿：耗崽 9"/>
          <p:cNvSpPr/>
          <p:nvPr/>
        </p:nvSpPr>
        <p:spPr>
          <a:xfrm>
            <a:off x="6246138" y="3343269"/>
            <a:ext cx="5419021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6025">
              <a:lnSpc>
                <a:spcPct val="130000"/>
              </a:lnSpc>
              <a:spcBef>
                <a:spcPct val="0"/>
              </a:spcBef>
              <a:defRPr/>
            </a:pPr>
            <a:r>
              <a:rPr altLang="en-US" dirty="0" lang="zh-CN" sz="1600">
                <a:latin charset="-122" panose="00020600040101010101" pitchFamily="18" typeface="汉仪文黑-55简"/>
                <a:ea charset="-122" panose="00020600040101010101" pitchFamily="18" typeface="汉仪文黑-55简"/>
                <a:cs charset="-122" panose="00020600040101010101" pitchFamily="18" typeface="汉仪中黑S"/>
              </a:rPr>
              <a:t/>
            </a:r>
            <a:r>
              <a:rPr altLang="zh-CN" dirty="0" lang="en-US" sz="1600">
                <a:latin charset="-122" panose="00020600040101010101" pitchFamily="18" typeface="汉仪文黑-55简"/>
                <a:ea charset="-122" panose="00020600040101010101" pitchFamily="18" typeface="汉仪文黑-55简"/>
                <a:cs charset="-122" panose="00020600040101010101" pitchFamily="18" typeface="汉仪中黑S"/>
              </a:rPr>
              <a:t/>
            </a:r>
            <a:r>
              <a:rPr altLang="en-US" dirty="0" lang="zh-CN" sz="1600">
                <a:latin charset="-122" panose="00020600040101010101" pitchFamily="18" typeface="汉仪文黑-55简"/>
                <a:ea charset="-122" panose="00020600040101010101" pitchFamily="18" typeface="汉仪文黑-55简"/>
                <a:cs charset="-122" panose="00020600040101010101" pitchFamily="18" typeface="汉仪中黑S"/>
                <a:sym typeface="+mn-ea"/>
              </a:rPr>
              <a:t/>
            </a:r>
            <a:r>
              <a:rPr altLang="zh-CN" dirty="0" lang="en-US" sz="1600">
                <a:latin charset="-122" panose="00020600040101010101" pitchFamily="18" typeface="汉仪文黑-55简"/>
                <a:ea charset="-122" panose="00020600040101010101" pitchFamily="18" typeface="汉仪文黑-55简"/>
                <a:cs charset="-122" panose="00020600040101010101" pitchFamily="18" typeface="汉仪中黑S"/>
              </a:rPr>
              <a:t/>
            </a:r>
            <a:r>
              <a:rPr altLang="en-US" dirty="0" lang="zh-CN" sz="1600">
                <a:latin charset="-122" panose="00020600040101010101" pitchFamily="18" typeface="汉仪文黑-55简"/>
                <a:ea charset="-122" panose="00020600040101010101" pitchFamily="18" typeface="汉仪文黑-55简"/>
                <a:cs charset="-122" panose="00020600040101010101" pitchFamily="18" typeface="汉仪中黑S"/>
              </a:rPr>
              <a:t>并与冒泡排序进行比较，理解两者在交换次数上的区别。</a:t>
            </a:r>
            <a:endParaRPr altLang="en-US" b="0" baseline="0" cap="none" dirty="0" i="0" kern="1200" kumimoji="0" lang="zh-CN" noProof="0" normalizeH="0" spc="0" strike="noStrike" sz="16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charset="-122" panose="00020600040101010101" pitchFamily="18" typeface="汉仪文黑-55简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4" name="稻壳儿：耗崽 10"/>
          <p:cNvSpPr txBox="1"/>
          <p:nvPr/>
        </p:nvSpPr>
        <p:spPr>
          <a:xfrm>
            <a:off x="1836235" y="2944296"/>
            <a:ext cx="1599437" cy="144655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4400" u="none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教学重点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3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dirty="0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28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49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0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cxnSp>
          <p:nvCxnSpPr>
            <p:cNvPr id="51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anchor="ctr" bIns="0" lIns="0" rIns="0" rtlCol="0" tIns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zh-CN" b="0" baseline="0" cap="none" dirty="0" i="0" kern="1200" kumimoji="0" lang="en-US" noProof="0" normalizeH="0" spc="0" strike="noStrike" sz="1100" u="none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11</a:t>
              </a:r>
              <a:endParaRPr b="0" baseline="0" cap="none" dirty="0" i="0" kern="1200" kumimoji="0" lang="en-US" noProof="0" normalizeH="0" spc="0" strike="noStrike" sz="1100" u="none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29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40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1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2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3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4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5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6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7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48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30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31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2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3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4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5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6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7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8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39" name="稻壳儿：耗崽 4-9"/>
            <p:cNvPicPr>
              <a:picLocks noChangeAspect="1"/>
            </p:cNvPicPr>
            <p:nvPr/>
          </p:nvPicPr>
          <p:blipFill rotWithShape="1">
            <a:blip r:embed="rId4"/>
            <a:srcRect b="14126" r="29972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grpSp>
        <p:nvGrpSpPr>
          <p:cNvPr id="21" name="稻壳儿：耗崽 5"/>
          <p:cNvGrpSpPr/>
          <p:nvPr/>
        </p:nvGrpSpPr>
        <p:grpSpPr>
          <a:xfrm>
            <a:off x="623888" y="454345"/>
            <a:ext cx="10653705" cy="748980"/>
            <a:chOff x="623888" y="454345"/>
            <a:chExt cx="10653705" cy="748980"/>
          </a:xfrm>
        </p:grpSpPr>
        <p:sp>
          <p:nvSpPr>
            <p:cNvPr id="22" name="稻壳儿：耗崽 5-1"/>
            <p:cNvSpPr txBox="1"/>
            <p:nvPr/>
          </p:nvSpPr>
          <p:spPr>
            <a:xfrm>
              <a:off x="623888" y="454345"/>
              <a:ext cx="10653705" cy="615553"/>
            </a:xfrm>
            <a:prstGeom prst="rect">
              <a:avLst/>
            </a:prstGeom>
            <a:noFill/>
          </p:spPr>
          <p:txBody>
            <a:bodyPr bIns="0" lIns="0" rIns="0" rtlCol="0" tIns="0" wrap="square">
              <a:spAutoFit/>
            </a:bodyPr>
            <a:lstStyle/>
            <a:p>
              <a:pPr lvl="0">
                <a:defRPr/>
              </a:pPr>
              <a:r>
                <a:rPr altLang="en-US" b="1" dirty="0" lang="zh-CN" sz="4000">
                  <a:solidFill>
                    <a:srgbClr val="42556C"/>
                  </a:solidFill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rPr>
                <a:t>教学难点</a:t>
              </a:r>
            </a:p>
          </p:txBody>
        </p:sp>
        <p:grpSp>
          <p:nvGrpSpPr>
            <p:cNvPr id="23" name="Group 55"/>
            <p:cNvGrpSpPr/>
            <p:nvPr/>
          </p:nvGrpSpPr>
          <p:grpSpPr>
            <a:xfrm>
              <a:off x="675898" y="1130300"/>
              <a:ext cx="362272" cy="73025"/>
              <a:chOff x="7340600" y="4686300"/>
              <a:chExt cx="504030" cy="101600"/>
            </a:xfrm>
            <a:solidFill>
              <a:srgbClr val="42556C"/>
            </a:solidFill>
          </p:grpSpPr>
          <p:sp>
            <p:nvSpPr>
              <p:cNvPr id="24" name="稻壳儿：耗崽 5-2"/>
              <p:cNvSpPr/>
              <p:nvPr/>
            </p:nvSpPr>
            <p:spPr>
              <a:xfrm>
                <a:off x="734060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en-ID" noProof="0" normalizeH="0" spc="0" strike="noStrike" sz="18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25" name="稻壳儿：耗崽 5-3"/>
              <p:cNvSpPr/>
              <p:nvPr/>
            </p:nvSpPr>
            <p:spPr>
              <a:xfrm>
                <a:off x="7541815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dirty="0" i="0" kern="1200" kumimoji="0" lang="en-ID" noProof="0" normalizeH="0" spc="0" strike="noStrike" sz="18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26" name="稻壳儿：耗崽 5-4"/>
              <p:cNvSpPr/>
              <p:nvPr/>
            </p:nvSpPr>
            <p:spPr>
              <a:xfrm>
                <a:off x="774303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en-ID" noProof="0" normalizeH="0" spc="0" strike="noStrike" sz="18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</p:grpSp>
      </p:grpSp>
      <p:sp>
        <p:nvSpPr>
          <p:cNvPr id="2" name="稻壳儿：耗崽 6"/>
          <p:cNvSpPr/>
          <p:nvPr/>
        </p:nvSpPr>
        <p:spPr>
          <a:xfrm>
            <a:off x="1625601" y="1885951"/>
            <a:ext cx="3382433" cy="1693333"/>
          </a:xfrm>
          <a:custGeom>
            <a:avLst/>
            <a:gdLst/>
            <a:ahLst/>
            <a:cxnLst/>
            <a:rect b="b" l="l" r="r" t="t"/>
            <a:pathLst>
              <a:path h="1584176" w="3168352">
                <a:moveTo>
                  <a:pt x="0" y="0"/>
                </a:moveTo>
                <a:lnTo>
                  <a:pt x="3168352" y="0"/>
                </a:lnTo>
                <a:lnTo>
                  <a:pt x="3168352" y="3841"/>
                </a:lnTo>
                <a:cubicBezTo>
                  <a:pt x="2588276" y="310525"/>
                  <a:pt x="2179467" y="897330"/>
                  <a:pt x="2122331" y="1584176"/>
                </a:cubicBezTo>
                <a:lnTo>
                  <a:pt x="0" y="1584176"/>
                </a:lnTo>
                <a:close/>
              </a:path>
            </a:pathLst>
          </a:custGeom>
          <a:noFill/>
          <a:ln algn="ctr" cap="flat" cmpd="sng" w="3175">
            <a:solidFill>
              <a:srgbClr val="0F4061">
                <a:alpha val="45000"/>
              </a:srgbClr>
            </a:solidFill>
            <a:prstDash val="solid"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1pPr>
            <a:lvl2pPr algn="l" fontAlgn="base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2pPr>
            <a:lvl3pPr algn="l" fontAlgn="base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3pPr>
            <a:lvl4pPr algn="l" fontAlgn="base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4pPr>
            <a:lvl5pPr algn="l" fontAlgn="base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5pPr>
            <a:lvl6pPr fontAlgn="base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6pPr>
            <a:lvl7pPr fontAlgn="base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7pPr>
            <a:lvl8pPr fontAlgn="base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8pPr>
            <a:lvl9pPr fontAlgn="base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9pPr>
          </a:lstStyle>
          <a:p>
            <a:pPr algn="ctr" eaLnBrk="1" hangingPunct="1">
              <a:buClrTx/>
              <a:buSzTx/>
            </a:pPr>
            <a:endParaRPr altLang="en-US" dirty="0" lang="zh-CN" sz="1600">
              <a:solidFill>
                <a:srgbClr val="4D4D4D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" name="稻壳儿：耗崽 7"/>
          <p:cNvSpPr/>
          <p:nvPr/>
        </p:nvSpPr>
        <p:spPr>
          <a:xfrm>
            <a:off x="6980768" y="1885951"/>
            <a:ext cx="3382433" cy="1693333"/>
          </a:xfrm>
          <a:custGeom>
            <a:avLst/>
            <a:gdLst/>
            <a:ahLst/>
            <a:cxnLst/>
            <a:rect b="b" l="l" r="r" t="t"/>
            <a:pathLst>
              <a:path h="1584176" w="3166201">
                <a:moveTo>
                  <a:pt x="0" y="0"/>
                </a:moveTo>
                <a:lnTo>
                  <a:pt x="3166201" y="0"/>
                </a:lnTo>
                <a:lnTo>
                  <a:pt x="3166201" y="1584176"/>
                </a:lnTo>
                <a:lnTo>
                  <a:pt x="1053993" y="1584176"/>
                </a:lnTo>
                <a:cubicBezTo>
                  <a:pt x="996594" y="894244"/>
                  <a:pt x="584367" y="305252"/>
                  <a:pt x="0" y="0"/>
                </a:cubicBezTo>
                <a:close/>
              </a:path>
            </a:pathLst>
          </a:custGeom>
          <a:noFill/>
          <a:ln algn="ctr" cap="flat" cmpd="sng" w="3175">
            <a:solidFill>
              <a:srgbClr val="0F4061">
                <a:alpha val="51000"/>
              </a:srgbClr>
            </a:solidFill>
            <a:prstDash val="solid"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1pPr>
            <a:lvl2pPr algn="l" fontAlgn="base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2pPr>
            <a:lvl3pPr algn="l" fontAlgn="base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3pPr>
            <a:lvl4pPr algn="l" fontAlgn="base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4pPr>
            <a:lvl5pPr algn="l" fontAlgn="base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5pPr>
            <a:lvl6pPr fontAlgn="base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6pPr>
            <a:lvl7pPr fontAlgn="base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7pPr>
            <a:lvl8pPr fontAlgn="base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8pPr>
            <a:lvl9pPr fontAlgn="base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9pPr>
          </a:lstStyle>
          <a:p>
            <a:pPr algn="ctr"/>
            <a:endParaRPr altLang="en-US" dirty="0" lang="zh-CN" sz="1600">
              <a:solidFill>
                <a:srgbClr val="4D4D4D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4" name="稻壳儿：耗崽 8"/>
          <p:cNvSpPr/>
          <p:nvPr/>
        </p:nvSpPr>
        <p:spPr>
          <a:xfrm>
            <a:off x="1625601" y="3928534"/>
            <a:ext cx="3365500" cy="1693333"/>
          </a:xfrm>
          <a:custGeom>
            <a:avLst/>
            <a:gdLst/>
            <a:ahLst/>
            <a:cxnLst/>
            <a:rect b="b" l="l" r="r" t="t"/>
            <a:pathLst>
              <a:path h="1584176" w="3149815">
                <a:moveTo>
                  <a:pt x="0" y="0"/>
                </a:moveTo>
                <a:lnTo>
                  <a:pt x="2121681" y="0"/>
                </a:lnTo>
                <a:cubicBezTo>
                  <a:pt x="2173814" y="685187"/>
                  <a:pt x="2576164" y="1272266"/>
                  <a:pt x="3149815" y="1584176"/>
                </a:cubicBezTo>
                <a:lnTo>
                  <a:pt x="0" y="1584176"/>
                </a:lnTo>
                <a:close/>
              </a:path>
            </a:pathLst>
          </a:custGeom>
          <a:noFill/>
          <a:ln algn="ctr" cap="flat" cmpd="sng" w="3175">
            <a:solidFill>
              <a:srgbClr val="0F4061">
                <a:alpha val="50000"/>
              </a:srgbClr>
            </a:solidFill>
            <a:prstDash val="solid"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1pPr>
            <a:lvl2pPr algn="l" fontAlgn="base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2pPr>
            <a:lvl3pPr algn="l" fontAlgn="base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3pPr>
            <a:lvl4pPr algn="l" fontAlgn="base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4pPr>
            <a:lvl5pPr algn="l" fontAlgn="base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5pPr>
            <a:lvl6pPr fontAlgn="base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6pPr>
            <a:lvl7pPr fontAlgn="base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7pPr>
            <a:lvl8pPr fontAlgn="base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8pPr>
            <a:lvl9pPr fontAlgn="base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9pPr>
          </a:lstStyle>
          <a:p>
            <a:pPr algn="ctr"/>
            <a:endParaRPr altLang="en-US" dirty="0" lang="zh-CN" sz="1600">
              <a:solidFill>
                <a:srgbClr val="4D4D4D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5" name="稻壳儿：耗崽 9"/>
          <p:cNvSpPr/>
          <p:nvPr/>
        </p:nvSpPr>
        <p:spPr>
          <a:xfrm>
            <a:off x="7008285" y="3928534"/>
            <a:ext cx="3354916" cy="1693333"/>
          </a:xfrm>
          <a:custGeom>
            <a:avLst/>
            <a:gdLst/>
            <a:ahLst/>
            <a:cxnLst/>
            <a:rect b="b" l="l" r="r" t="t"/>
            <a:pathLst>
              <a:path h="1584176" w="3139691">
                <a:moveTo>
                  <a:pt x="1028133" y="0"/>
                </a:moveTo>
                <a:lnTo>
                  <a:pt x="3139691" y="0"/>
                </a:lnTo>
                <a:lnTo>
                  <a:pt x="3139691" y="1584176"/>
                </a:lnTo>
                <a:lnTo>
                  <a:pt x="0" y="1584176"/>
                </a:lnTo>
                <a:cubicBezTo>
                  <a:pt x="573650" y="1272266"/>
                  <a:pt x="976000" y="685187"/>
                  <a:pt x="1028133" y="0"/>
                </a:cubicBezTo>
                <a:close/>
              </a:path>
            </a:pathLst>
          </a:custGeom>
          <a:noFill/>
          <a:ln algn="ctr" cap="flat" cmpd="sng" w="3175">
            <a:solidFill>
              <a:srgbClr val="0F4061">
                <a:alpha val="50000"/>
              </a:srgbClr>
            </a:solidFill>
            <a:prstDash val="solid"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1pPr>
            <a:lvl2pPr algn="l" fontAlgn="base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2pPr>
            <a:lvl3pPr algn="l" fontAlgn="base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3pPr>
            <a:lvl4pPr algn="l" fontAlgn="base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4pPr>
            <a:lvl5pPr algn="l" fontAlgn="base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5pPr>
            <a:lvl6pPr fontAlgn="base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6pPr>
            <a:lvl7pPr fontAlgn="base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7pPr>
            <a:lvl8pPr fontAlgn="base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8pPr>
            <a:lvl9pPr fontAlgn="base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9pPr>
          </a:lstStyle>
          <a:p>
            <a:pPr algn="ctr"/>
            <a:endParaRPr altLang="en-US" dirty="0" lang="zh-CN" sz="1600">
              <a:solidFill>
                <a:srgbClr val="4D4D4D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6" name="稻壳儿：耗崽 10"/>
          <p:cNvSpPr>
            <a:spLocks noChangeArrowheads="1"/>
          </p:cNvSpPr>
          <p:nvPr/>
        </p:nvSpPr>
        <p:spPr bwMode="auto">
          <a:xfrm>
            <a:off x="4165601" y="1907118"/>
            <a:ext cx="3723217" cy="3725333"/>
          </a:xfrm>
          <a:prstGeom prst="ellipse">
            <a:avLst/>
          </a:prstGeom>
          <a:solidFill>
            <a:srgbClr val="0F4061"/>
          </a:solidFill>
          <a:ln algn="ctr" w="3175">
            <a:solidFill>
              <a:srgbClr val="D7D7D7"/>
            </a:solidFill>
            <a:round/>
          </a:ln>
          <a:effectLst/>
        </p:spPr>
        <p:txBody>
          <a:bodyPr anchor="ctr"/>
          <a:lstStyle>
            <a:lvl1pPr algn="l" fontAlgn="base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1pPr>
            <a:lvl2pPr algn="l" fontAlgn="base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2pPr>
            <a:lvl3pPr algn="l" fontAlgn="base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3pPr>
            <a:lvl4pPr algn="l" fontAlgn="base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4pPr>
            <a:lvl5pPr algn="l" fontAlgn="base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5pPr>
            <a:lvl6pPr fontAlgn="base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6pPr>
            <a:lvl7pPr fontAlgn="base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7pPr>
            <a:lvl8pPr fontAlgn="base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8pPr>
            <a:lvl9pPr fontAlgn="base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9pPr>
          </a:lstStyle>
          <a:p>
            <a:pPr algn="ctr" eaLnBrk="1" hangingPunct="1">
              <a:buClrTx/>
              <a:buSzTx/>
            </a:pPr>
            <a:r>
              <a:rPr altLang="en-US" b="1" dirty="0" lang="zh-CN" sz="3600">
                <a:solidFill>
                  <a:srgbClr val="F2F2F2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排序</a:t>
            </a:r>
            <a:endParaRPr altLang="zh-CN" b="1" dirty="0" lang="en-US" sz="3600">
              <a:solidFill>
                <a:srgbClr val="F2F2F2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  <a:p>
            <a:pPr algn="ctr" eaLnBrk="1" hangingPunct="1">
              <a:buClrTx/>
              <a:buSzTx/>
            </a:pPr>
            <a:r>
              <a:rPr altLang="en-US" b="1" dirty="0" lang="zh-CN" sz="3600">
                <a:solidFill>
                  <a:srgbClr val="F2F2F2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难点</a:t>
            </a:r>
          </a:p>
        </p:txBody>
      </p:sp>
      <p:sp>
        <p:nvSpPr>
          <p:cNvPr id="7" name="稻壳儿：耗崽 11"/>
          <p:cNvSpPr txBox="1"/>
          <p:nvPr/>
        </p:nvSpPr>
        <p:spPr>
          <a:xfrm>
            <a:off x="1727199" y="2110318"/>
            <a:ext cx="2199219" cy="11964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algn="l" fontAlgn="base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1pPr>
            <a:lvl2pPr algn="l" fontAlgn="base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2pPr>
            <a:lvl3pPr algn="l" fontAlgn="base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3pPr>
            <a:lvl4pPr algn="l" fontAlgn="base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4pPr>
            <a:lvl5pPr algn="l" fontAlgn="base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5pPr>
            <a:lvl6pPr fontAlgn="base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6pPr>
            <a:lvl7pPr fontAlgn="base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7pPr>
            <a:lvl8pPr fontAlgn="base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8pPr>
            <a:lvl9pPr fontAlgn="base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9pPr>
          </a:lstStyle>
          <a:p>
            <a:pPr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理解选择排序的无序区与有序区划分，以及每次选择最小元素的交换过程。</a:t>
            </a:r>
          </a:p>
        </p:txBody>
      </p:sp>
      <p:sp>
        <p:nvSpPr>
          <p:cNvPr id="8" name="稻壳儿：耗崽 12"/>
          <p:cNvSpPr txBox="1"/>
          <p:nvPr/>
        </p:nvSpPr>
        <p:spPr>
          <a:xfrm>
            <a:off x="1727199" y="4142318"/>
            <a:ext cx="2199219" cy="11964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algn="l" fontAlgn="base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1pPr>
            <a:lvl2pPr algn="l" fontAlgn="base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2pPr>
            <a:lvl3pPr algn="l" fontAlgn="base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3pPr>
            <a:lvl4pPr algn="l" fontAlgn="base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4pPr>
            <a:lvl5pPr algn="l" fontAlgn="base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5pPr>
            <a:lvl6pPr fontAlgn="base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6pPr>
            <a:lvl7pPr fontAlgn="base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7pPr>
            <a:lvl8pPr fontAlgn="base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8pPr>
            <a:lvl9pPr fontAlgn="base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9pPr>
          </a:lstStyle>
          <a:p>
            <a:pPr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掌握选择排序在数组中的原地排序特性，理解其时间复杂度O(n^2)。</a:t>
            </a:r>
          </a:p>
        </p:txBody>
      </p:sp>
      <p:sp>
        <p:nvSpPr>
          <p:cNvPr id="9" name="稻壳儿：耗崽 13"/>
          <p:cNvSpPr txBox="1"/>
          <p:nvPr/>
        </p:nvSpPr>
        <p:spPr>
          <a:xfrm>
            <a:off x="8128000" y="2108201"/>
            <a:ext cx="2133600" cy="119648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 fontAlgn="base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1pPr>
            <a:lvl2pPr algn="l" fontAlgn="base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2pPr>
            <a:lvl3pPr algn="l" fontAlgn="base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3pPr>
            <a:lvl4pPr algn="l" fontAlgn="base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4pPr>
            <a:lvl5pPr algn="l" fontAlgn="base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5pPr>
            <a:lvl6pPr fontAlgn="base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6pPr>
            <a:lvl7pPr fontAlgn="base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7pPr>
            <a:lvl8pPr fontAlgn="base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8pPr>
            <a:lvl9pPr fontAlgn="base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9pPr>
          </a:lstStyle>
          <a:p>
            <a:pPr algn="r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通过手动模拟排序过程，加深对算法每一步的理解。</a:t>
            </a:r>
          </a:p>
        </p:txBody>
      </p:sp>
      <p:sp>
        <p:nvSpPr>
          <p:cNvPr id="10" name="稻壳儿：耗崽 14"/>
          <p:cNvSpPr txBox="1"/>
          <p:nvPr/>
        </p:nvSpPr>
        <p:spPr>
          <a:xfrm>
            <a:off x="8128000" y="4140201"/>
            <a:ext cx="2133600" cy="119648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 fontAlgn="base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1pPr>
            <a:lvl2pPr algn="l" fontAlgn="base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2pPr>
            <a:lvl3pPr algn="l" fontAlgn="base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3pPr>
            <a:lvl4pPr algn="l" fontAlgn="base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4pPr>
            <a:lvl5pPr algn="l" fontAlgn="base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</a:defRPr>
            </a:lvl5pPr>
            <a:lvl6pPr fontAlgn="base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6pPr>
            <a:lvl7pPr fontAlgn="base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7pPr>
            <a:lvl8pPr fontAlgn="base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8pPr>
            <a:lvl9pPr fontAlgn="base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</a:defRPr>
            </a:lvl9pPr>
          </a:lstStyle>
          <a:p>
            <a:pPr algn="r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培养通过代码调试和错误分析的能力，提升编程素养。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50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60" name="稻壳儿：耗崽 2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altLang="zh-CN" b="1" dirty="0" lang="en-US" sz="23900">
                <a:solidFill>
                  <a:srgbClr val="E3BC9D">
                    <a:alpha val="13000"/>
                  </a:srgbClr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04</a:t>
            </a:r>
            <a:endParaRPr altLang="en-US" b="1" dirty="0" lang="zh-CN" sz="23900">
              <a:solidFill>
                <a:srgbClr val="E3BC9D">
                  <a:alpha val="13000"/>
                </a:srgbClr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4" name="稻壳儿：耗崽 3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稻壳儿：耗崽 3-1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48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说教法与学法</a:t>
              </a:r>
            </a:p>
          </p:txBody>
        </p:sp>
        <p:cxnSp>
          <p:nvCxnSpPr>
            <p:cNvPr id="32" name="稻壳儿：耗崽 3-2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稻壳儿：耗崽 3-3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9pPr>
            </a:lstStyle>
            <a:p>
              <a:pPr algn="dist" defTabSz="914400" eaLnBrk="1" fontAlgn="base" hangingPunct="1" indent="0" latinLnBrk="0" lvl="0" marL="0" marR="0" rt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altLang="zh-CN" b="1" baseline="0" cap="none" dirty="0" i="0" kern="1200" kumimoji="0" lang="en-US" noProof="0" normalizeH="0" spc="0" strike="noStrike" sz="14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TEACHING &amp; LEARNING METHODS</a:t>
              </a:r>
            </a:p>
          </p:txBody>
        </p:sp>
      </p:grpSp>
      <p:grpSp>
        <p:nvGrpSpPr>
          <p:cNvPr id="30" name="稻壳儿：耗崽 4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34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5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6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7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8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9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0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1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42" name="稻壳儿：耗崽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43" name="稻壳儿：耗崽 5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4" name="稻壳儿：耗崽 5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5" name="稻壳儿：耗崽 5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6" name="稻壳儿：耗崽 5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7" name="稻壳儿：耗崽 5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8" name="稻壳儿：耗崽 5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9" name="稻壳儿：耗崽 5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0" name="稻壳儿：耗崽 5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51" name="稻壳儿：耗崽 6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fmla="*/ 0 w 12192000" name="connsiteX0"/>
              <a:gd fmla="*/ 0 h 2662795" name="connsiteY0"/>
              <a:gd fmla="*/ 500336 w 12192000" name="connsiteX1"/>
              <a:gd fmla="*/ 219312 h 2662795" name="connsiteY1"/>
              <a:gd fmla="*/ 1899137 w 12192000" name="connsiteX2"/>
              <a:gd fmla="*/ 689315 h 2662795" name="connsiteY2"/>
              <a:gd fmla="*/ 3362177 w 12192000" name="connsiteX3"/>
              <a:gd fmla="*/ 576774 h 2662795" name="connsiteY3"/>
              <a:gd fmla="*/ 4501660 w 12192000" name="connsiteX4"/>
              <a:gd fmla="*/ 450165 h 2662795" name="connsiteY4"/>
              <a:gd fmla="*/ 6091309 w 12192000" name="connsiteX5"/>
              <a:gd fmla="*/ 520503 h 2662795" name="connsiteY5"/>
              <a:gd fmla="*/ 7849771 w 12192000" name="connsiteX6"/>
              <a:gd fmla="*/ 787789 h 2662795" name="connsiteY6"/>
              <a:gd fmla="*/ 9411285 w 12192000" name="connsiteX7"/>
              <a:gd fmla="*/ 801857 h 2662795" name="connsiteY7"/>
              <a:gd fmla="*/ 10944663 w 12192000" name="connsiteX8"/>
              <a:gd fmla="*/ 844060 h 2662795" name="connsiteY8"/>
              <a:gd fmla="*/ 12175491 w 12192000" name="connsiteX9"/>
              <a:gd fmla="*/ 424008 h 2662795" name="connsiteY9"/>
              <a:gd fmla="*/ 12183035 w 12192000" name="connsiteX10"/>
              <a:gd fmla="*/ 420587 h 2662795" name="connsiteY10"/>
              <a:gd fmla="*/ 12192000 w 12192000" name="connsiteX11"/>
              <a:gd fmla="*/ 420896 h 2662795" name="connsiteY11"/>
              <a:gd fmla="*/ 12192000 w 12192000" name="connsiteX12"/>
              <a:gd fmla="*/ 2662795 h 2662795" name="connsiteY12"/>
              <a:gd fmla="*/ 0 w 12192000" name="connsiteX13"/>
              <a:gd fmla="*/ 2662795 h 2662795" name="connsiteY13"/>
              <a:gd fmla="*/ 0 w 12192000" name="connsiteX14"/>
              <a:gd fmla="*/ 0 h 2662795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2662795" w="12192000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3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46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67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8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cxnSp>
          <p:nvCxnSpPr>
            <p:cNvPr id="69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anchor="ctr" bIns="0" lIns="0" rIns="0" rtlCol="0" tIns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zh-CN" b="0" baseline="0" cap="none" dirty="0" i="0" kern="1200" kumimoji="0" lang="en-US" noProof="0" normalizeH="0" spc="0" strike="noStrike" sz="1100" u="none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13</a:t>
              </a:r>
              <a:endParaRPr b="0" baseline="0" cap="none" dirty="0" i="0" kern="1200" kumimoji="0" lang="en-US" noProof="0" normalizeH="0" spc="0" strike="noStrike" sz="1100" u="none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47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58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9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0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1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2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3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4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5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66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48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49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0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1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2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3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4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5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6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57" name="稻壳儿：耗崽 4-9"/>
            <p:cNvPicPr>
              <a:picLocks noChangeAspect="1"/>
            </p:cNvPicPr>
            <p:nvPr/>
          </p:nvPicPr>
          <p:blipFill rotWithShape="1">
            <a:blip r:embed="rId4"/>
            <a:srcRect b="14126" r="29972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sp>
        <p:nvSpPr>
          <p:cNvPr id="40" name="稻壳儿：耗崽 5"/>
          <p:cNvSpPr txBox="1"/>
          <p:nvPr/>
        </p:nvSpPr>
        <p:spPr>
          <a:xfrm>
            <a:off x="623888" y="454345"/>
            <a:ext cx="10653705" cy="615553"/>
          </a:xfrm>
          <a:prstGeom prst="rect">
            <a:avLst/>
          </a:prstGeom>
          <a:noFill/>
        </p:spPr>
        <p:txBody>
          <a:bodyPr bIns="0" lIns="0" rIns="0" rtlCol="0" tIns="0" wrap="square">
            <a:spAutoFit/>
          </a:bodyPr>
          <a:lstStyle/>
          <a:p>
            <a:pPr lvl="0">
              <a:defRPr/>
            </a:pPr>
            <a:r>
              <a:rPr altLang="en-US" b="1" dirty="0" lang="zh-CN" sz="4000">
                <a:solidFill>
                  <a:srgbClr val="42556C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说教法</a:t>
            </a:r>
          </a:p>
        </p:txBody>
      </p:sp>
      <p:grpSp>
        <p:nvGrpSpPr>
          <p:cNvPr id="41" name="稻壳儿：耗崽 6"/>
          <p:cNvGrpSpPr/>
          <p:nvPr/>
        </p:nvGrpSpPr>
        <p:grpSpPr>
          <a:xfrm>
            <a:off x="675898" y="1130300"/>
            <a:ext cx="362272" cy="73025"/>
            <a:chOff x="7340600" y="4686300"/>
            <a:chExt cx="504030" cy="101600"/>
          </a:xfrm>
          <a:solidFill>
            <a:srgbClr val="42556C"/>
          </a:solidFill>
        </p:grpSpPr>
        <p:sp>
          <p:nvSpPr>
            <p:cNvPr id="42" name="稻壳儿：耗崽 6-1"/>
            <p:cNvSpPr/>
            <p:nvPr/>
          </p:nvSpPr>
          <p:spPr>
            <a:xfrm>
              <a:off x="734060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3" name="稻壳儿：耗崽 6-2"/>
            <p:cNvSpPr/>
            <p:nvPr/>
          </p:nvSpPr>
          <p:spPr>
            <a:xfrm>
              <a:off x="7541815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dirty="0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4" name="稻壳儿：耗崽 6-3"/>
            <p:cNvSpPr/>
            <p:nvPr/>
          </p:nvSpPr>
          <p:spPr>
            <a:xfrm>
              <a:off x="774303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" name="稻壳儿：耗崽 7"/>
          <p:cNvSpPr/>
          <p:nvPr/>
        </p:nvSpPr>
        <p:spPr>
          <a:xfrm>
            <a:off x="838994" y="1659465"/>
            <a:ext cx="3379787" cy="1900238"/>
          </a:xfrm>
          <a:prstGeom prst="rect">
            <a:avLst/>
          </a:prstGeom>
          <a:solidFill>
            <a:srgbClr val="FFFDF5"/>
          </a:solidFill>
          <a:ln>
            <a:solidFill>
              <a:srgbClr val="0F4061">
                <a:alpha val="49000"/>
              </a:srgbClr>
            </a:solidFill>
          </a:ln>
          <a:effectLst>
            <a:outerShdw algn="ctr" blurRad="63500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noAutofit/>
          </a:bodyPr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" name="稻壳儿：耗崽 8"/>
          <p:cNvSpPr/>
          <p:nvPr/>
        </p:nvSpPr>
        <p:spPr>
          <a:xfrm>
            <a:off x="4406107" y="1659465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4" name="稻壳儿：耗崽 9"/>
          <p:cNvSpPr/>
          <p:nvPr/>
        </p:nvSpPr>
        <p:spPr>
          <a:xfrm>
            <a:off x="7973220" y="1659465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5" name="稻壳儿：耗崽 10"/>
          <p:cNvSpPr/>
          <p:nvPr/>
        </p:nvSpPr>
        <p:spPr>
          <a:xfrm>
            <a:off x="838994" y="3776474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6" name="稻壳儿：耗崽 11"/>
          <p:cNvSpPr/>
          <p:nvPr/>
        </p:nvSpPr>
        <p:spPr>
          <a:xfrm>
            <a:off x="4406107" y="3776474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7" name="稻壳儿：耗崽 12"/>
          <p:cNvSpPr/>
          <p:nvPr/>
        </p:nvSpPr>
        <p:spPr>
          <a:xfrm>
            <a:off x="7973220" y="3776474"/>
            <a:ext cx="3379787" cy="1900238"/>
          </a:xfrm>
          <a:prstGeom prst="rect">
            <a:avLst/>
          </a:prstGeom>
          <a:noFill/>
          <a:ln>
            <a:solidFill>
              <a:srgbClr val="0F4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8" name="稻壳儿：耗崽 13"/>
          <p:cNvSpPr>
            <a:spLocks noEditPoints="1"/>
          </p:cNvSpPr>
          <p:nvPr/>
        </p:nvSpPr>
        <p:spPr bwMode="auto">
          <a:xfrm>
            <a:off x="4508237" y="1958613"/>
            <a:ext cx="342652" cy="340834"/>
          </a:xfrm>
          <a:custGeom>
            <a:avLst/>
            <a:gdLst>
              <a:gd fmla="*/ 112 w 128" name="T0"/>
              <a:gd fmla="*/ 0 h 128" name="T1"/>
              <a:gd fmla="*/ 16 w 128" name="T2"/>
              <a:gd fmla="*/ 0 h 128" name="T3"/>
              <a:gd fmla="*/ 0 w 128" name="T4"/>
              <a:gd fmla="*/ 16 h 128" name="T5"/>
              <a:gd fmla="*/ 0 w 128" name="T6"/>
              <a:gd fmla="*/ 112 h 128" name="T7"/>
              <a:gd fmla="*/ 16 w 128" name="T8"/>
              <a:gd fmla="*/ 128 h 128" name="T9"/>
              <a:gd fmla="*/ 112 w 128" name="T10"/>
              <a:gd fmla="*/ 128 h 128" name="T11"/>
              <a:gd fmla="*/ 128 w 128" name="T12"/>
              <a:gd fmla="*/ 112 h 128" name="T13"/>
              <a:gd fmla="*/ 128 w 128" name="T14"/>
              <a:gd fmla="*/ 16 h 128" name="T15"/>
              <a:gd fmla="*/ 112 w 128" name="T16"/>
              <a:gd fmla="*/ 0 h 128" name="T17"/>
              <a:gd fmla="*/ 16 w 128" name="T18"/>
              <a:gd fmla="*/ 120 h 128" name="T19"/>
              <a:gd fmla="*/ 8 w 128" name="T20"/>
              <a:gd fmla="*/ 112 h 128" name="T21"/>
              <a:gd fmla="*/ 8 w 128" name="T22"/>
              <a:gd fmla="*/ 108 h 128" name="T23"/>
              <a:gd fmla="*/ 40 w 128" name="T24"/>
              <a:gd fmla="*/ 80 h 128" name="T25"/>
              <a:gd fmla="*/ 80 w 128" name="T26"/>
              <a:gd fmla="*/ 120 h 128" name="T27"/>
              <a:gd fmla="*/ 16 w 128" name="T28"/>
              <a:gd fmla="*/ 120 h 128" name="T29"/>
              <a:gd fmla="*/ 120 w 128" name="T30"/>
              <a:gd fmla="*/ 112 h 128" name="T31"/>
              <a:gd fmla="*/ 112 w 128" name="T32"/>
              <a:gd fmla="*/ 120 h 128" name="T33"/>
              <a:gd fmla="*/ 91 w 128" name="T34"/>
              <a:gd fmla="*/ 120 h 128" name="T35"/>
              <a:gd fmla="*/ 62 w 128" name="T36"/>
              <a:gd fmla="*/ 90 h 128" name="T37"/>
              <a:gd fmla="*/ 96 w 128" name="T38"/>
              <a:gd fmla="*/ 56 h 128" name="T39"/>
              <a:gd fmla="*/ 120 w 128" name="T40"/>
              <a:gd fmla="*/ 80 h 128" name="T41"/>
              <a:gd fmla="*/ 120 w 128" name="T42"/>
              <a:gd fmla="*/ 112 h 128" name="T43"/>
              <a:gd fmla="*/ 120 w 128" name="T44"/>
              <a:gd fmla="*/ 69 h 128" name="T45"/>
              <a:gd fmla="*/ 96 w 128" name="T46"/>
              <a:gd fmla="*/ 44 h 128" name="T47"/>
              <a:gd fmla="*/ 56 w 128" name="T48"/>
              <a:gd fmla="*/ 84 h 128" name="T49"/>
              <a:gd fmla="*/ 40 w 128" name="T50"/>
              <a:gd fmla="*/ 68 h 128" name="T51"/>
              <a:gd fmla="*/ 8 w 128" name="T52"/>
              <a:gd fmla="*/ 97 h 128" name="T53"/>
              <a:gd fmla="*/ 8 w 128" name="T54"/>
              <a:gd fmla="*/ 16 h 128" name="T55"/>
              <a:gd fmla="*/ 16 w 128" name="T56"/>
              <a:gd fmla="*/ 8 h 128" name="T57"/>
              <a:gd fmla="*/ 112 w 128" name="T58"/>
              <a:gd fmla="*/ 8 h 128" name="T59"/>
              <a:gd fmla="*/ 120 w 128" name="T60"/>
              <a:gd fmla="*/ 16 h 128" name="T61"/>
              <a:gd fmla="*/ 120 w 128" name="T62"/>
              <a:gd fmla="*/ 69 h 128" name="T63"/>
              <a:gd fmla="*/ 32 w 128" name="T64"/>
              <a:gd fmla="*/ 16 h 128" name="T65"/>
              <a:gd fmla="*/ 16 w 128" name="T66"/>
              <a:gd fmla="*/ 32 h 128" name="T67"/>
              <a:gd fmla="*/ 32 w 128" name="T68"/>
              <a:gd fmla="*/ 48 h 128" name="T69"/>
              <a:gd fmla="*/ 48 w 128" name="T70"/>
              <a:gd fmla="*/ 32 h 128" name="T71"/>
              <a:gd fmla="*/ 32 w 128" name="T72"/>
              <a:gd fmla="*/ 16 h 128" name="T73"/>
              <a:gd fmla="*/ 32 w 128" name="T74"/>
              <a:gd fmla="*/ 40 h 128" name="T75"/>
              <a:gd fmla="*/ 24 w 128" name="T76"/>
              <a:gd fmla="*/ 32 h 128" name="T77"/>
              <a:gd fmla="*/ 32 w 128" name="T78"/>
              <a:gd fmla="*/ 24 h 128" name="T79"/>
              <a:gd fmla="*/ 40 w 128" name="T80"/>
              <a:gd fmla="*/ 32 h 128" name="T81"/>
              <a:gd fmla="*/ 32 w 128" name="T82"/>
              <a:gd fmla="*/ 40 h 128" name="T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b="b" l="0" r="r" t="0"/>
            <a:pathLst>
              <a:path h="128" w="128">
                <a:moveTo>
                  <a:pt x="112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21"/>
                  <a:pt x="7" y="128"/>
                  <a:pt x="16" y="128"/>
                </a:cubicBezTo>
                <a:cubicBezTo>
                  <a:pt x="112" y="128"/>
                  <a:pt x="112" y="128"/>
                  <a:pt x="112" y="128"/>
                </a:cubicBezTo>
                <a:cubicBezTo>
                  <a:pt x="121" y="128"/>
                  <a:pt x="128" y="121"/>
                  <a:pt x="128" y="112"/>
                </a:cubicBezTo>
                <a:cubicBezTo>
                  <a:pt x="128" y="16"/>
                  <a:pt x="128" y="16"/>
                  <a:pt x="128" y="16"/>
                </a:cubicBezTo>
                <a:cubicBezTo>
                  <a:pt x="128" y="7"/>
                  <a:pt x="121" y="0"/>
                  <a:pt x="112" y="0"/>
                </a:cubicBezTo>
                <a:close/>
                <a:moveTo>
                  <a:pt x="16" y="120"/>
                </a:moveTo>
                <a:cubicBezTo>
                  <a:pt x="12" y="120"/>
                  <a:pt x="8" y="116"/>
                  <a:pt x="8" y="112"/>
                </a:cubicBezTo>
                <a:cubicBezTo>
                  <a:pt x="8" y="108"/>
                  <a:pt x="8" y="108"/>
                  <a:pt x="8" y="108"/>
                </a:cubicBezTo>
                <a:cubicBezTo>
                  <a:pt x="40" y="80"/>
                  <a:pt x="40" y="80"/>
                  <a:pt x="40" y="80"/>
                </a:cubicBezTo>
                <a:cubicBezTo>
                  <a:pt x="80" y="120"/>
                  <a:pt x="80" y="120"/>
                  <a:pt x="80" y="120"/>
                </a:cubicBezTo>
                <a:lnTo>
                  <a:pt x="16" y="120"/>
                </a:lnTo>
                <a:close/>
                <a:moveTo>
                  <a:pt x="120" y="112"/>
                </a:moveTo>
                <a:cubicBezTo>
                  <a:pt x="120" y="116"/>
                  <a:pt x="116" y="120"/>
                  <a:pt x="112" y="120"/>
                </a:cubicBezTo>
                <a:cubicBezTo>
                  <a:pt x="91" y="120"/>
                  <a:pt x="91" y="120"/>
                  <a:pt x="91" y="120"/>
                </a:cubicBezTo>
                <a:cubicBezTo>
                  <a:pt x="62" y="90"/>
                  <a:pt x="62" y="90"/>
                  <a:pt x="62" y="90"/>
                </a:cubicBezTo>
                <a:cubicBezTo>
                  <a:pt x="96" y="56"/>
                  <a:pt x="96" y="56"/>
                  <a:pt x="96" y="56"/>
                </a:cubicBezTo>
                <a:cubicBezTo>
                  <a:pt x="120" y="80"/>
                  <a:pt x="120" y="80"/>
                  <a:pt x="120" y="80"/>
                </a:cubicBezTo>
                <a:lnTo>
                  <a:pt x="120" y="112"/>
                </a:lnTo>
                <a:close/>
                <a:moveTo>
                  <a:pt x="120" y="69"/>
                </a:moveTo>
                <a:cubicBezTo>
                  <a:pt x="96" y="44"/>
                  <a:pt x="96" y="44"/>
                  <a:pt x="96" y="44"/>
                </a:cubicBezTo>
                <a:cubicBezTo>
                  <a:pt x="56" y="84"/>
                  <a:pt x="56" y="84"/>
                  <a:pt x="56" y="84"/>
                </a:cubicBezTo>
                <a:cubicBezTo>
                  <a:pt x="40" y="68"/>
                  <a:pt x="40" y="68"/>
                  <a:pt x="40" y="68"/>
                </a:cubicBezTo>
                <a:cubicBezTo>
                  <a:pt x="8" y="97"/>
                  <a:pt x="8" y="97"/>
                  <a:pt x="8" y="97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2"/>
                  <a:pt x="12" y="8"/>
                  <a:pt x="16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6" y="8"/>
                  <a:pt x="120" y="12"/>
                  <a:pt x="120" y="16"/>
                </a:cubicBezTo>
                <a:lnTo>
                  <a:pt x="120" y="69"/>
                </a:lnTo>
                <a:close/>
                <a:moveTo>
                  <a:pt x="32" y="16"/>
                </a:moveTo>
                <a:cubicBezTo>
                  <a:pt x="23" y="16"/>
                  <a:pt x="16" y="23"/>
                  <a:pt x="16" y="32"/>
                </a:cubicBezTo>
                <a:cubicBezTo>
                  <a:pt x="16" y="41"/>
                  <a:pt x="23" y="48"/>
                  <a:pt x="32" y="48"/>
                </a:cubicBezTo>
                <a:cubicBezTo>
                  <a:pt x="41" y="48"/>
                  <a:pt x="48" y="41"/>
                  <a:pt x="48" y="32"/>
                </a:cubicBezTo>
                <a:cubicBezTo>
                  <a:pt x="48" y="23"/>
                  <a:pt x="41" y="16"/>
                  <a:pt x="32" y="16"/>
                </a:cubicBezTo>
                <a:close/>
                <a:moveTo>
                  <a:pt x="32" y="40"/>
                </a:moveTo>
                <a:cubicBezTo>
                  <a:pt x="28" y="40"/>
                  <a:pt x="24" y="36"/>
                  <a:pt x="24" y="32"/>
                </a:cubicBezTo>
                <a:cubicBezTo>
                  <a:pt x="24" y="28"/>
                  <a:pt x="28" y="24"/>
                  <a:pt x="32" y="24"/>
                </a:cubicBezTo>
                <a:cubicBezTo>
                  <a:pt x="36" y="24"/>
                  <a:pt x="40" y="28"/>
                  <a:pt x="40" y="32"/>
                </a:cubicBezTo>
                <a:cubicBezTo>
                  <a:pt x="40" y="36"/>
                  <a:pt x="36" y="40"/>
                  <a:pt x="32" y="40"/>
                </a:cubicBez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9" name="稻壳儿：耗崽 14"/>
          <p:cNvSpPr>
            <a:spLocks noEditPoints="1"/>
          </p:cNvSpPr>
          <p:nvPr/>
        </p:nvSpPr>
        <p:spPr bwMode="auto">
          <a:xfrm>
            <a:off x="8073385" y="1902685"/>
            <a:ext cx="346030" cy="392476"/>
          </a:xfrm>
          <a:custGeom>
            <a:avLst/>
            <a:gdLst>
              <a:gd fmla="*/ 84 w 112" name="T0"/>
              <a:gd fmla="*/ 76 h 128" name="T1"/>
              <a:gd fmla="*/ 28 w 112" name="T2"/>
              <a:gd fmla="*/ 76 h 128" name="T3"/>
              <a:gd fmla="*/ 24 w 112" name="T4"/>
              <a:gd fmla="*/ 80 h 128" name="T5"/>
              <a:gd fmla="*/ 28 w 112" name="T6"/>
              <a:gd fmla="*/ 84 h 128" name="T7"/>
              <a:gd fmla="*/ 84 w 112" name="T8"/>
              <a:gd fmla="*/ 84 h 128" name="T9"/>
              <a:gd fmla="*/ 88 w 112" name="T10"/>
              <a:gd fmla="*/ 80 h 128" name="T11"/>
              <a:gd fmla="*/ 84 w 112" name="T12"/>
              <a:gd fmla="*/ 76 h 128" name="T13"/>
              <a:gd fmla="*/ 84 w 112" name="T14"/>
              <a:gd fmla="*/ 96 h 128" name="T15"/>
              <a:gd fmla="*/ 28 w 112" name="T16"/>
              <a:gd fmla="*/ 96 h 128" name="T17"/>
              <a:gd fmla="*/ 24 w 112" name="T18"/>
              <a:gd fmla="*/ 100 h 128" name="T19"/>
              <a:gd fmla="*/ 28 w 112" name="T20"/>
              <a:gd fmla="*/ 104 h 128" name="T21"/>
              <a:gd fmla="*/ 84 w 112" name="T22"/>
              <a:gd fmla="*/ 104 h 128" name="T23"/>
              <a:gd fmla="*/ 88 w 112" name="T24"/>
              <a:gd fmla="*/ 100 h 128" name="T25"/>
              <a:gd fmla="*/ 84 w 112" name="T26"/>
              <a:gd fmla="*/ 96 h 128" name="T27"/>
              <a:gd fmla="*/ 96 w 112" name="T28"/>
              <a:gd fmla="*/ 16 h 128" name="T29"/>
              <a:gd fmla="*/ 84 w 112" name="T30"/>
              <a:gd fmla="*/ 16 h 128" name="T31"/>
              <a:gd fmla="*/ 84 w 112" name="T32"/>
              <a:gd fmla="*/ 8 h 128" name="T33"/>
              <a:gd fmla="*/ 73 w 112" name="T34"/>
              <a:gd fmla="*/ 8 h 128" name="T35"/>
              <a:gd fmla="*/ 56 w 112" name="T36"/>
              <a:gd fmla="*/ 0 h 128" name="T37"/>
              <a:gd fmla="*/ 39 w 112" name="T38"/>
              <a:gd fmla="*/ 8 h 128" name="T39"/>
              <a:gd fmla="*/ 28 w 112" name="T40"/>
              <a:gd fmla="*/ 8 h 128" name="T41"/>
              <a:gd fmla="*/ 28 w 112" name="T42"/>
              <a:gd fmla="*/ 16 h 128" name="T43"/>
              <a:gd fmla="*/ 16 w 112" name="T44"/>
              <a:gd fmla="*/ 16 h 128" name="T45"/>
              <a:gd fmla="*/ 0 w 112" name="T46"/>
              <a:gd fmla="*/ 32 h 128" name="T47"/>
              <a:gd fmla="*/ 0 w 112" name="T48"/>
              <a:gd fmla="*/ 112 h 128" name="T49"/>
              <a:gd fmla="*/ 16 w 112" name="T50"/>
              <a:gd fmla="*/ 128 h 128" name="T51"/>
              <a:gd fmla="*/ 96 w 112" name="T52"/>
              <a:gd fmla="*/ 128 h 128" name="T53"/>
              <a:gd fmla="*/ 112 w 112" name="T54"/>
              <a:gd fmla="*/ 112 h 128" name="T55"/>
              <a:gd fmla="*/ 112 w 112" name="T56"/>
              <a:gd fmla="*/ 32 h 128" name="T57"/>
              <a:gd fmla="*/ 96 w 112" name="T58"/>
              <a:gd fmla="*/ 16 h 128" name="T59"/>
              <a:gd fmla="*/ 36 w 112" name="T60"/>
              <a:gd fmla="*/ 16 h 128" name="T61"/>
              <a:gd fmla="*/ 45 w 112" name="T62"/>
              <a:gd fmla="*/ 16 h 128" name="T63"/>
              <a:gd fmla="*/ 56 w 112" name="T64"/>
              <a:gd fmla="*/ 8 h 128" name="T65"/>
              <a:gd fmla="*/ 67 w 112" name="T66"/>
              <a:gd fmla="*/ 16 h 128" name="T67"/>
              <a:gd fmla="*/ 76 w 112" name="T68"/>
              <a:gd fmla="*/ 16 h 128" name="T69"/>
              <a:gd fmla="*/ 76 w 112" name="T70"/>
              <a:gd fmla="*/ 32 h 128" name="T71"/>
              <a:gd fmla="*/ 36 w 112" name="T72"/>
              <a:gd fmla="*/ 32 h 128" name="T73"/>
              <a:gd fmla="*/ 36 w 112" name="T74"/>
              <a:gd fmla="*/ 16 h 128" name="T75"/>
              <a:gd fmla="*/ 104 w 112" name="T76"/>
              <a:gd fmla="*/ 112 h 128" name="T77"/>
              <a:gd fmla="*/ 96 w 112" name="T78"/>
              <a:gd fmla="*/ 120 h 128" name="T79"/>
              <a:gd fmla="*/ 16 w 112" name="T80"/>
              <a:gd fmla="*/ 120 h 128" name="T81"/>
              <a:gd fmla="*/ 8 w 112" name="T82"/>
              <a:gd fmla="*/ 112 h 128" name="T83"/>
              <a:gd fmla="*/ 8 w 112" name="T84"/>
              <a:gd fmla="*/ 32 h 128" name="T85"/>
              <a:gd fmla="*/ 16 w 112" name="T86"/>
              <a:gd fmla="*/ 24 h 128" name="T87"/>
              <a:gd fmla="*/ 28 w 112" name="T88"/>
              <a:gd fmla="*/ 24 h 128" name="T89"/>
              <a:gd fmla="*/ 28 w 112" name="T90"/>
              <a:gd fmla="*/ 40 h 128" name="T91"/>
              <a:gd fmla="*/ 84 w 112" name="T92"/>
              <a:gd fmla="*/ 40 h 128" name="T93"/>
              <a:gd fmla="*/ 84 w 112" name="T94"/>
              <a:gd fmla="*/ 24 h 128" name="T95"/>
              <a:gd fmla="*/ 96 w 112" name="T96"/>
              <a:gd fmla="*/ 24 h 128" name="T97"/>
              <a:gd fmla="*/ 104 w 112" name="T98"/>
              <a:gd fmla="*/ 32 h 128" name="T99"/>
              <a:gd fmla="*/ 104 w 112" name="T100"/>
              <a:gd fmla="*/ 112 h 128" name="T101"/>
              <a:gd fmla="*/ 84 w 112" name="T102"/>
              <a:gd fmla="*/ 56 h 128" name="T103"/>
              <a:gd fmla="*/ 28 w 112" name="T104"/>
              <a:gd fmla="*/ 56 h 128" name="T105"/>
              <a:gd fmla="*/ 24 w 112" name="T106"/>
              <a:gd fmla="*/ 60 h 128" name="T107"/>
              <a:gd fmla="*/ 28 w 112" name="T108"/>
              <a:gd fmla="*/ 64 h 128" name="T109"/>
              <a:gd fmla="*/ 84 w 112" name="T110"/>
              <a:gd fmla="*/ 64 h 128" name="T111"/>
              <a:gd fmla="*/ 88 w 112" name="T112"/>
              <a:gd fmla="*/ 60 h 128" name="T113"/>
              <a:gd fmla="*/ 84 w 112" name="T114"/>
              <a:gd fmla="*/ 56 h 128" name="T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b="b" l="0" r="r" t="0"/>
            <a:pathLst>
              <a:path h="128" w="112">
                <a:moveTo>
                  <a:pt x="84" y="76"/>
                </a:moveTo>
                <a:cubicBezTo>
                  <a:pt x="28" y="76"/>
                  <a:pt x="28" y="76"/>
                  <a:pt x="28" y="76"/>
                </a:cubicBezTo>
                <a:cubicBezTo>
                  <a:pt x="26" y="76"/>
                  <a:pt x="24" y="78"/>
                  <a:pt x="24" y="80"/>
                </a:cubicBezTo>
                <a:cubicBezTo>
                  <a:pt x="24" y="82"/>
                  <a:pt x="26" y="84"/>
                  <a:pt x="28" y="84"/>
                </a:cubicBezTo>
                <a:cubicBezTo>
                  <a:pt x="84" y="84"/>
                  <a:pt x="84" y="84"/>
                  <a:pt x="84" y="84"/>
                </a:cubicBezTo>
                <a:cubicBezTo>
                  <a:pt x="86" y="84"/>
                  <a:pt x="88" y="82"/>
                  <a:pt x="88" y="80"/>
                </a:cubicBezTo>
                <a:cubicBezTo>
                  <a:pt x="88" y="78"/>
                  <a:pt x="86" y="76"/>
                  <a:pt x="84" y="76"/>
                </a:cubicBezTo>
                <a:close/>
                <a:moveTo>
                  <a:pt x="84" y="96"/>
                </a:moveTo>
                <a:cubicBezTo>
                  <a:pt x="28" y="96"/>
                  <a:pt x="28" y="96"/>
                  <a:pt x="28" y="96"/>
                </a:cubicBezTo>
                <a:cubicBezTo>
                  <a:pt x="26" y="96"/>
                  <a:pt x="24" y="98"/>
                  <a:pt x="24" y="100"/>
                </a:cubicBezTo>
                <a:cubicBezTo>
                  <a:pt x="24" y="102"/>
                  <a:pt x="26" y="104"/>
                  <a:pt x="28" y="104"/>
                </a:cubicBezTo>
                <a:cubicBezTo>
                  <a:pt x="84" y="104"/>
                  <a:pt x="84" y="104"/>
                  <a:pt x="84" y="104"/>
                </a:cubicBezTo>
                <a:cubicBezTo>
                  <a:pt x="86" y="104"/>
                  <a:pt x="88" y="102"/>
                  <a:pt x="88" y="100"/>
                </a:cubicBezTo>
                <a:cubicBezTo>
                  <a:pt x="88" y="98"/>
                  <a:pt x="86" y="96"/>
                  <a:pt x="84" y="96"/>
                </a:cubicBezTo>
                <a:close/>
                <a:moveTo>
                  <a:pt x="96" y="16"/>
                </a:moveTo>
                <a:cubicBezTo>
                  <a:pt x="84" y="16"/>
                  <a:pt x="84" y="16"/>
                  <a:pt x="84" y="16"/>
                </a:cubicBezTo>
                <a:cubicBezTo>
                  <a:pt x="84" y="8"/>
                  <a:pt x="84" y="8"/>
                  <a:pt x="84" y="8"/>
                </a:cubicBezTo>
                <a:cubicBezTo>
                  <a:pt x="73" y="8"/>
                  <a:pt x="73" y="8"/>
                  <a:pt x="73" y="8"/>
                </a:cubicBezTo>
                <a:cubicBezTo>
                  <a:pt x="70" y="3"/>
                  <a:pt x="63" y="0"/>
                  <a:pt x="56" y="0"/>
                </a:cubicBezTo>
                <a:cubicBezTo>
                  <a:pt x="49" y="0"/>
                  <a:pt x="42" y="3"/>
                  <a:pt x="39" y="8"/>
                </a:cubicBezTo>
                <a:cubicBezTo>
                  <a:pt x="28" y="8"/>
                  <a:pt x="28" y="8"/>
                  <a:pt x="28" y="8"/>
                </a:cubicBezTo>
                <a:cubicBezTo>
                  <a:pt x="28" y="16"/>
                  <a:pt x="28" y="16"/>
                  <a:pt x="28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7" y="16"/>
                  <a:pt x="0" y="23"/>
                  <a:pt x="0" y="3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21"/>
                  <a:pt x="7" y="128"/>
                  <a:pt x="16" y="128"/>
                </a:cubicBezTo>
                <a:cubicBezTo>
                  <a:pt x="96" y="128"/>
                  <a:pt x="96" y="128"/>
                  <a:pt x="96" y="128"/>
                </a:cubicBezTo>
                <a:cubicBezTo>
                  <a:pt x="105" y="128"/>
                  <a:pt x="112" y="121"/>
                  <a:pt x="112" y="112"/>
                </a:cubicBezTo>
                <a:cubicBezTo>
                  <a:pt x="112" y="32"/>
                  <a:pt x="112" y="32"/>
                  <a:pt x="112" y="32"/>
                </a:cubicBezTo>
                <a:cubicBezTo>
                  <a:pt x="112" y="23"/>
                  <a:pt x="105" y="16"/>
                  <a:pt x="96" y="16"/>
                </a:cubicBezTo>
                <a:close/>
                <a:moveTo>
                  <a:pt x="36" y="16"/>
                </a:moveTo>
                <a:cubicBezTo>
                  <a:pt x="45" y="16"/>
                  <a:pt x="45" y="16"/>
                  <a:pt x="45" y="16"/>
                </a:cubicBezTo>
                <a:cubicBezTo>
                  <a:pt x="45" y="12"/>
                  <a:pt x="50" y="8"/>
                  <a:pt x="56" y="8"/>
                </a:cubicBezTo>
                <a:cubicBezTo>
                  <a:pt x="62" y="8"/>
                  <a:pt x="67" y="12"/>
                  <a:pt x="67" y="16"/>
                </a:cubicBezTo>
                <a:cubicBezTo>
                  <a:pt x="76" y="16"/>
                  <a:pt x="76" y="16"/>
                  <a:pt x="76" y="16"/>
                </a:cubicBezTo>
                <a:cubicBezTo>
                  <a:pt x="76" y="32"/>
                  <a:pt x="76" y="32"/>
                  <a:pt x="76" y="32"/>
                </a:cubicBezTo>
                <a:cubicBezTo>
                  <a:pt x="36" y="32"/>
                  <a:pt x="36" y="32"/>
                  <a:pt x="36" y="32"/>
                </a:cubicBezTo>
                <a:lnTo>
                  <a:pt x="36" y="16"/>
                </a:lnTo>
                <a:close/>
                <a:moveTo>
                  <a:pt x="104" y="112"/>
                </a:moveTo>
                <a:cubicBezTo>
                  <a:pt x="104" y="116"/>
                  <a:pt x="100" y="120"/>
                  <a:pt x="96" y="12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12" y="120"/>
                  <a:pt x="8" y="116"/>
                  <a:pt x="8" y="112"/>
                </a:cubicBezTo>
                <a:cubicBezTo>
                  <a:pt x="8" y="32"/>
                  <a:pt x="8" y="32"/>
                  <a:pt x="8" y="32"/>
                </a:cubicBezTo>
                <a:cubicBezTo>
                  <a:pt x="8" y="28"/>
                  <a:pt x="12" y="24"/>
                  <a:pt x="16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28" y="40"/>
                  <a:pt x="28" y="40"/>
                  <a:pt x="28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24"/>
                  <a:pt x="84" y="24"/>
                  <a:pt x="84" y="24"/>
                </a:cubicBezTo>
                <a:cubicBezTo>
                  <a:pt x="96" y="24"/>
                  <a:pt x="96" y="24"/>
                  <a:pt x="96" y="24"/>
                </a:cubicBezTo>
                <a:cubicBezTo>
                  <a:pt x="100" y="24"/>
                  <a:pt x="104" y="28"/>
                  <a:pt x="104" y="32"/>
                </a:cubicBezTo>
                <a:lnTo>
                  <a:pt x="104" y="112"/>
                </a:lnTo>
                <a:close/>
                <a:moveTo>
                  <a:pt x="84" y="56"/>
                </a:moveTo>
                <a:cubicBezTo>
                  <a:pt x="28" y="56"/>
                  <a:pt x="28" y="56"/>
                  <a:pt x="28" y="56"/>
                </a:cubicBezTo>
                <a:cubicBezTo>
                  <a:pt x="26" y="56"/>
                  <a:pt x="24" y="58"/>
                  <a:pt x="24" y="60"/>
                </a:cubicBezTo>
                <a:cubicBezTo>
                  <a:pt x="24" y="62"/>
                  <a:pt x="26" y="64"/>
                  <a:pt x="28" y="64"/>
                </a:cubicBezTo>
                <a:cubicBezTo>
                  <a:pt x="84" y="64"/>
                  <a:pt x="84" y="64"/>
                  <a:pt x="84" y="64"/>
                </a:cubicBezTo>
                <a:cubicBezTo>
                  <a:pt x="86" y="64"/>
                  <a:pt x="88" y="62"/>
                  <a:pt x="88" y="60"/>
                </a:cubicBezTo>
                <a:cubicBezTo>
                  <a:pt x="88" y="58"/>
                  <a:pt x="86" y="56"/>
                  <a:pt x="84" y="56"/>
                </a:cubicBez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0" name="稻壳儿：耗崽 15"/>
          <p:cNvSpPr>
            <a:spLocks noEditPoints="1"/>
          </p:cNvSpPr>
          <p:nvPr/>
        </p:nvSpPr>
        <p:spPr bwMode="auto">
          <a:xfrm>
            <a:off x="4528210" y="4099210"/>
            <a:ext cx="366846" cy="365658"/>
          </a:xfrm>
          <a:custGeom>
            <a:avLst/>
            <a:gdLst>
              <a:gd fmla="*/ 120 w 128" name="T0"/>
              <a:gd fmla="*/ 48 h 128" name="T1"/>
              <a:gd fmla="*/ 120 w 128" name="T2"/>
              <a:gd fmla="*/ 112 h 128" name="T3"/>
              <a:gd fmla="*/ 111 w 128" name="T4"/>
              <a:gd fmla="*/ 120 h 128" name="T5"/>
              <a:gd fmla="*/ 16 w 128" name="T6"/>
              <a:gd fmla="*/ 120 h 128" name="T7"/>
              <a:gd fmla="*/ 8 w 128" name="T8"/>
              <a:gd fmla="*/ 112 h 128" name="T9"/>
              <a:gd fmla="*/ 8 w 128" name="T10"/>
              <a:gd fmla="*/ 17 h 128" name="T11"/>
              <a:gd fmla="*/ 16 w 128" name="T12"/>
              <a:gd fmla="*/ 8 h 128" name="T13"/>
              <a:gd fmla="*/ 80 w 128" name="T14"/>
              <a:gd fmla="*/ 8 h 128" name="T15"/>
              <a:gd fmla="*/ 80 w 128" name="T16"/>
              <a:gd fmla="*/ 0 h 128" name="T17"/>
              <a:gd fmla="*/ 16 w 128" name="T18"/>
              <a:gd fmla="*/ 0 h 128" name="T19"/>
              <a:gd fmla="*/ 0 w 128" name="T20"/>
              <a:gd fmla="*/ 17 h 128" name="T21"/>
              <a:gd fmla="*/ 0 w 128" name="T22"/>
              <a:gd fmla="*/ 112 h 128" name="T23"/>
              <a:gd fmla="*/ 16 w 128" name="T24"/>
              <a:gd fmla="*/ 128 h 128" name="T25"/>
              <a:gd fmla="*/ 111 w 128" name="T26"/>
              <a:gd fmla="*/ 128 h 128" name="T27"/>
              <a:gd fmla="*/ 128 w 128" name="T28"/>
              <a:gd fmla="*/ 112 h 128" name="T29"/>
              <a:gd fmla="*/ 128 w 128" name="T30"/>
              <a:gd fmla="*/ 48 h 128" name="T31"/>
              <a:gd fmla="*/ 120 w 128" name="T32"/>
              <a:gd fmla="*/ 48 h 128" name="T33"/>
              <a:gd fmla="*/ 32 w 128" name="T34"/>
              <a:gd fmla="*/ 72 h 128" name="T35"/>
              <a:gd fmla="*/ 15 w 128" name="T36"/>
              <a:gd fmla="*/ 107 h 128" name="T37"/>
              <a:gd fmla="*/ 21 w 128" name="T38"/>
              <a:gd fmla="*/ 113 h 128" name="T39"/>
              <a:gd fmla="*/ 56 w 128" name="T40"/>
              <a:gd fmla="*/ 95 h 128" name="T41"/>
              <a:gd fmla="*/ 60 w 128" name="T42"/>
              <a:gd fmla="*/ 93 h 128" name="T43"/>
              <a:gd fmla="*/ 122 w 128" name="T44"/>
              <a:gd fmla="*/ 32 h 128" name="T45"/>
              <a:gd fmla="*/ 122 w 128" name="T46"/>
              <a:gd fmla="*/ 20 h 128" name="T47"/>
              <a:gd fmla="*/ 108 w 128" name="T48"/>
              <a:gd fmla="*/ 6 h 128" name="T49"/>
              <a:gd fmla="*/ 96 w 128" name="T50"/>
              <a:gd fmla="*/ 6 h 128" name="T51"/>
              <a:gd fmla="*/ 34 w 128" name="T52"/>
              <a:gd fmla="*/ 68 h 128" name="T53"/>
              <a:gd fmla="*/ 32 w 128" name="T54"/>
              <a:gd fmla="*/ 72 h 128" name="T55"/>
              <a:gd fmla="*/ 99 w 128" name="T56"/>
              <a:gd fmla="*/ 15 h 128" name="T57"/>
              <a:gd fmla="*/ 105 w 128" name="T58"/>
              <a:gd fmla="*/ 15 h 128" name="T59"/>
              <a:gd fmla="*/ 113 w 128" name="T60"/>
              <a:gd fmla="*/ 23 h 128" name="T61"/>
              <a:gd fmla="*/ 113 w 128" name="T62"/>
              <a:gd fmla="*/ 29 h 128" name="T63"/>
              <a:gd fmla="*/ 105 w 128" name="T64"/>
              <a:gd fmla="*/ 37 h 128" name="T65"/>
              <a:gd fmla="*/ 91 w 128" name="T66"/>
              <a:gd fmla="*/ 23 h 128" name="T67"/>
              <a:gd fmla="*/ 99 w 128" name="T68"/>
              <a:gd fmla="*/ 15 h 128" name="T69"/>
              <a:gd fmla="*/ 85 w 128" name="T70"/>
              <a:gd fmla="*/ 29 h 128" name="T71"/>
              <a:gd fmla="*/ 99 w 128" name="T72"/>
              <a:gd fmla="*/ 43 h 128" name="T73"/>
              <a:gd fmla="*/ 54 w 128" name="T74"/>
              <a:gd fmla="*/ 88 h 128" name="T75"/>
              <a:gd fmla="*/ 40 w 128" name="T76"/>
              <a:gd fmla="*/ 74 h 128" name="T77"/>
              <a:gd fmla="*/ 85 w 128" name="T78"/>
              <a:gd fmla="*/ 29 h 128" name="T79"/>
              <a:gd fmla="*/ 47 w 128" name="T80"/>
              <a:gd fmla="*/ 92 h 128" name="T81"/>
              <a:gd fmla="*/ 26 w 128" name="T82"/>
              <a:gd fmla="*/ 105 h 128" name="T83"/>
              <a:gd fmla="*/ 23 w 128" name="T84"/>
              <a:gd fmla="*/ 102 h 128" name="T85"/>
              <a:gd fmla="*/ 36 w 128" name="T86"/>
              <a:gd fmla="*/ 81 h 128" name="T87"/>
              <a:gd fmla="*/ 47 w 128" name="T88"/>
              <a:gd fmla="*/ 92 h 128" name="T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b="b" l="0" r="r" t="0"/>
            <a:pathLst>
              <a:path h="128" w="128">
                <a:moveTo>
                  <a:pt x="120" y="48"/>
                </a:moveTo>
                <a:cubicBezTo>
                  <a:pt x="120" y="112"/>
                  <a:pt x="120" y="112"/>
                  <a:pt x="120" y="112"/>
                </a:cubicBezTo>
                <a:cubicBezTo>
                  <a:pt x="120" y="116"/>
                  <a:pt x="116" y="120"/>
                  <a:pt x="111" y="12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12" y="120"/>
                  <a:pt x="8" y="116"/>
                  <a:pt x="8" y="112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2"/>
                  <a:pt x="12" y="8"/>
                  <a:pt x="16" y="8"/>
                </a:cubicBezTo>
                <a:cubicBezTo>
                  <a:pt x="80" y="8"/>
                  <a:pt x="80" y="8"/>
                  <a:pt x="80" y="8"/>
                </a:cubicBezTo>
                <a:cubicBezTo>
                  <a:pt x="80" y="0"/>
                  <a:pt x="80" y="0"/>
                  <a:pt x="80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8"/>
                  <a:pt x="0" y="1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21"/>
                  <a:pt x="7" y="128"/>
                  <a:pt x="16" y="128"/>
                </a:cubicBezTo>
                <a:cubicBezTo>
                  <a:pt x="111" y="128"/>
                  <a:pt x="111" y="128"/>
                  <a:pt x="111" y="128"/>
                </a:cubicBezTo>
                <a:cubicBezTo>
                  <a:pt x="120" y="128"/>
                  <a:pt x="128" y="121"/>
                  <a:pt x="128" y="112"/>
                </a:cubicBezTo>
                <a:cubicBezTo>
                  <a:pt x="128" y="48"/>
                  <a:pt x="128" y="48"/>
                  <a:pt x="128" y="48"/>
                </a:cubicBezTo>
                <a:lnTo>
                  <a:pt x="120" y="48"/>
                </a:lnTo>
                <a:close/>
                <a:moveTo>
                  <a:pt x="32" y="72"/>
                </a:moveTo>
                <a:cubicBezTo>
                  <a:pt x="15" y="107"/>
                  <a:pt x="15" y="107"/>
                  <a:pt x="15" y="107"/>
                </a:cubicBezTo>
                <a:cubicBezTo>
                  <a:pt x="14" y="111"/>
                  <a:pt x="17" y="115"/>
                  <a:pt x="21" y="113"/>
                </a:cubicBezTo>
                <a:cubicBezTo>
                  <a:pt x="56" y="95"/>
                  <a:pt x="56" y="95"/>
                  <a:pt x="56" y="95"/>
                </a:cubicBezTo>
                <a:cubicBezTo>
                  <a:pt x="57" y="95"/>
                  <a:pt x="59" y="95"/>
                  <a:pt x="60" y="93"/>
                </a:cubicBezTo>
                <a:cubicBezTo>
                  <a:pt x="122" y="32"/>
                  <a:pt x="122" y="32"/>
                  <a:pt x="122" y="32"/>
                </a:cubicBezTo>
                <a:cubicBezTo>
                  <a:pt x="125" y="28"/>
                  <a:pt x="125" y="23"/>
                  <a:pt x="122" y="20"/>
                </a:cubicBezTo>
                <a:cubicBezTo>
                  <a:pt x="108" y="6"/>
                  <a:pt x="108" y="6"/>
                  <a:pt x="108" y="6"/>
                </a:cubicBezTo>
                <a:cubicBezTo>
                  <a:pt x="104" y="3"/>
                  <a:pt x="99" y="3"/>
                  <a:pt x="96" y="6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9"/>
                  <a:pt x="33" y="71"/>
                  <a:pt x="32" y="72"/>
                </a:cubicBezTo>
                <a:close/>
                <a:moveTo>
                  <a:pt x="99" y="15"/>
                </a:moveTo>
                <a:cubicBezTo>
                  <a:pt x="101" y="13"/>
                  <a:pt x="103" y="13"/>
                  <a:pt x="105" y="15"/>
                </a:cubicBezTo>
                <a:cubicBezTo>
                  <a:pt x="113" y="23"/>
                  <a:pt x="113" y="23"/>
                  <a:pt x="113" y="23"/>
                </a:cubicBezTo>
                <a:cubicBezTo>
                  <a:pt x="115" y="25"/>
                  <a:pt x="115" y="27"/>
                  <a:pt x="113" y="29"/>
                </a:cubicBezTo>
                <a:cubicBezTo>
                  <a:pt x="105" y="37"/>
                  <a:pt x="105" y="37"/>
                  <a:pt x="105" y="37"/>
                </a:cubicBezTo>
                <a:cubicBezTo>
                  <a:pt x="91" y="23"/>
                  <a:pt x="91" y="23"/>
                  <a:pt x="91" y="23"/>
                </a:cubicBezTo>
                <a:lnTo>
                  <a:pt x="99" y="15"/>
                </a:lnTo>
                <a:close/>
                <a:moveTo>
                  <a:pt x="85" y="29"/>
                </a:moveTo>
                <a:cubicBezTo>
                  <a:pt x="99" y="43"/>
                  <a:pt x="99" y="43"/>
                  <a:pt x="99" y="43"/>
                </a:cubicBezTo>
                <a:cubicBezTo>
                  <a:pt x="54" y="88"/>
                  <a:pt x="54" y="88"/>
                  <a:pt x="54" y="88"/>
                </a:cubicBezTo>
                <a:cubicBezTo>
                  <a:pt x="49" y="83"/>
                  <a:pt x="42" y="75"/>
                  <a:pt x="40" y="74"/>
                </a:cubicBezTo>
                <a:lnTo>
                  <a:pt x="85" y="29"/>
                </a:lnTo>
                <a:close/>
                <a:moveTo>
                  <a:pt x="47" y="92"/>
                </a:moveTo>
                <a:cubicBezTo>
                  <a:pt x="26" y="105"/>
                  <a:pt x="26" y="105"/>
                  <a:pt x="26" y="105"/>
                </a:cubicBezTo>
                <a:cubicBezTo>
                  <a:pt x="24" y="106"/>
                  <a:pt x="22" y="104"/>
                  <a:pt x="23" y="102"/>
                </a:cubicBezTo>
                <a:cubicBezTo>
                  <a:pt x="36" y="81"/>
                  <a:pt x="36" y="81"/>
                  <a:pt x="36" y="81"/>
                </a:cubicBezTo>
                <a:lnTo>
                  <a:pt x="47" y="92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11" name="稻壳儿：耗崽 16"/>
          <p:cNvGrpSpPr/>
          <p:nvPr/>
        </p:nvGrpSpPr>
        <p:grpSpPr>
          <a:xfrm>
            <a:off x="1008081" y="1946888"/>
            <a:ext cx="285218" cy="364284"/>
            <a:chOff x="5389563" y="2438400"/>
            <a:chExt cx="1385887" cy="1770063"/>
          </a:xfrm>
          <a:solidFill>
            <a:srgbClr val="0F4061"/>
          </a:solidFill>
        </p:grpSpPr>
        <p:sp>
          <p:nvSpPr>
            <p:cNvPr id="12" name="稻壳儿：耗崽 16-1"/>
            <p:cNvSpPr>
              <a:spLocks noEditPoints="1"/>
            </p:cNvSpPr>
            <p:nvPr/>
          </p:nvSpPr>
          <p:spPr bwMode="auto">
            <a:xfrm>
              <a:off x="5389563" y="2438400"/>
              <a:ext cx="1385887" cy="1770063"/>
            </a:xfrm>
            <a:custGeom>
              <a:avLst/>
              <a:gdLst>
                <a:gd fmla="*/ 142 w 4336" name="T0"/>
                <a:gd fmla="*/ 61 h 5559" name="T1"/>
                <a:gd fmla="*/ 336 w 4336" name="T2"/>
                <a:gd fmla="*/ 1 h 5559" name="T3"/>
                <a:gd fmla="*/ 2912 w 4336" name="T4"/>
                <a:gd fmla="*/ 1 h 5559" name="T5"/>
                <a:gd fmla="*/ 3161 w 4336" name="T6"/>
                <a:gd fmla="*/ 106 h 5559" name="T7"/>
                <a:gd fmla="*/ 4221 w 4336" name="T8"/>
                <a:gd fmla="*/ 1186 h 5559" name="T9"/>
                <a:gd fmla="*/ 4330 w 4336" name="T10"/>
                <a:gd fmla="*/ 1443 h 5559" name="T11"/>
                <a:gd fmla="*/ 4333 w 4336" name="T12"/>
                <a:gd fmla="*/ 4091 h 5559" name="T13"/>
                <a:gd fmla="*/ 4336 w 4336" name="T14"/>
                <a:gd fmla="*/ 4180 h 5559" name="T15"/>
                <a:gd fmla="*/ 4336 w 4336" name="T16"/>
                <a:gd fmla="*/ 5238 h 5559" name="T17"/>
                <a:gd fmla="*/ 4318 w 4336" name="T18"/>
                <a:gd fmla="*/ 5329 h 5559" name="T19"/>
                <a:gd fmla="*/ 4187 w 4336" name="T20"/>
                <a:gd fmla="*/ 5502 h 5559" name="T21"/>
                <a:gd fmla="*/ 4004 w 4336" name="T22"/>
                <a:gd fmla="*/ 5556 h 5559" name="T23"/>
                <a:gd fmla="*/ 400 w 4336" name="T24"/>
                <a:gd fmla="*/ 5556 h 5559" name="T25"/>
                <a:gd fmla="*/ 284 w 4336" name="T26"/>
                <a:gd fmla="*/ 5552 h 5559" name="T27"/>
                <a:gd fmla="*/ 110 w 4336" name="T28"/>
                <a:gd fmla="*/ 5461 h 5559" name="T29"/>
                <a:gd fmla="*/ 11 w 4336" name="T30"/>
                <a:gd fmla="*/ 5272 h 5559" name="T31"/>
                <a:gd fmla="*/ 6 w 4336" name="T32"/>
                <a:gd fmla="*/ 5151 h 5559" name="T33"/>
                <a:gd fmla="*/ 3 w 4336" name="T34"/>
                <a:gd fmla="*/ 1923 h 5559" name="T35"/>
                <a:gd fmla="*/ 0 w 4336" name="T36"/>
                <a:gd fmla="*/ 1874 h 5559" name="T37"/>
                <a:gd fmla="*/ 0 w 4336" name="T38"/>
                <a:gd fmla="*/ 316 h 5559" name="T39"/>
                <a:gd fmla="*/ 13 w 4336" name="T40"/>
                <a:gd fmla="*/ 244 h 5559" name="T41"/>
                <a:gd fmla="*/ 142 w 4336" name="T42"/>
                <a:gd fmla="*/ 61 h 5559" name="T43"/>
                <a:gd fmla="*/ 276 w 4336" name="T44"/>
                <a:gd fmla="*/ 239 h 5559" name="T45"/>
                <a:gd fmla="*/ 218 w 4336" name="T46"/>
                <a:gd fmla="*/ 343 h 5559" name="T47"/>
                <a:gd fmla="*/ 223 w 4336" name="T48"/>
                <a:gd fmla="*/ 5203 h 5559" name="T49"/>
                <a:gd fmla="*/ 235 w 4336" name="T50"/>
                <a:gd fmla="*/ 5268 h 5559" name="T51"/>
                <a:gd fmla="*/ 340 w 4336" name="T52"/>
                <a:gd fmla="*/ 5334 h 5559" name="T53"/>
                <a:gd fmla="*/ 4004 w 4336" name="T54"/>
                <a:gd fmla="*/ 5334 h 5559" name="T55"/>
                <a:gd fmla="*/ 4118 w 4336" name="T56"/>
                <a:gd fmla="*/ 5215 h 5559" name="T57"/>
                <a:gd fmla="*/ 4113 w 4336" name="T58"/>
                <a:gd fmla="*/ 1481 h 5559" name="T59"/>
                <a:gd fmla="*/ 2890 w 4336" name="T60"/>
                <a:gd fmla="*/ 1481 h 5559" name="T61"/>
                <a:gd fmla="*/ 2890 w 4336" name="T62"/>
                <a:gd fmla="*/ 223 h 5559" name="T63"/>
                <a:gd fmla="*/ 340 w 4336" name="T64"/>
                <a:gd fmla="*/ 223 h 5559" name="T65"/>
                <a:gd fmla="*/ 276 w 4336" name="T66"/>
                <a:gd fmla="*/ 239 h 5559" name="T67"/>
                <a:gd fmla="*/ 3113 w 4336" name="T68"/>
                <a:gd fmla="*/ 373 h 5559" name="T69"/>
                <a:gd fmla="*/ 3112 w 4336" name="T70"/>
                <a:gd fmla="*/ 1259 h 5559" name="T71"/>
                <a:gd fmla="*/ 3981 w 4336" name="T72"/>
                <a:gd fmla="*/ 1259 h 5559" name="T73"/>
                <a:gd fmla="*/ 3113 w 4336" name="T74"/>
                <a:gd fmla="*/ 373 h 5559" name="T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b="b" l="0" r="r" t="0"/>
              <a:pathLst>
                <a:path h="5559" w="4336">
                  <a:moveTo>
                    <a:pt x="142" y="61"/>
                  </a:moveTo>
                  <a:cubicBezTo>
                    <a:pt x="198" y="21"/>
                    <a:pt x="267" y="1"/>
                    <a:pt x="336" y="1"/>
                  </a:cubicBezTo>
                  <a:cubicBezTo>
                    <a:pt x="1195" y="1"/>
                    <a:pt x="2053" y="1"/>
                    <a:pt x="2912" y="1"/>
                  </a:cubicBezTo>
                  <a:cubicBezTo>
                    <a:pt x="3004" y="0"/>
                    <a:pt x="3099" y="37"/>
                    <a:pt x="3161" y="106"/>
                  </a:cubicBezTo>
                  <a:cubicBezTo>
                    <a:pt x="3514" y="466"/>
                    <a:pt x="3867" y="826"/>
                    <a:pt x="4221" y="1186"/>
                  </a:cubicBezTo>
                  <a:cubicBezTo>
                    <a:pt x="4294" y="1249"/>
                    <a:pt x="4329" y="1348"/>
                    <a:pt x="4330" y="1443"/>
                  </a:cubicBezTo>
                  <a:cubicBezTo>
                    <a:pt x="4331" y="2326"/>
                    <a:pt x="4332" y="3208"/>
                    <a:pt x="4333" y="4091"/>
                  </a:cubicBezTo>
                  <a:cubicBezTo>
                    <a:pt x="4334" y="4121"/>
                    <a:pt x="4331" y="4150"/>
                    <a:pt x="4336" y="4180"/>
                  </a:cubicBezTo>
                  <a:cubicBezTo>
                    <a:pt x="4336" y="5238"/>
                    <a:pt x="4336" y="5238"/>
                    <a:pt x="4336" y="5238"/>
                  </a:cubicBezTo>
                  <a:cubicBezTo>
                    <a:pt x="4332" y="5268"/>
                    <a:pt x="4329" y="5299"/>
                    <a:pt x="4318" y="5329"/>
                  </a:cubicBezTo>
                  <a:cubicBezTo>
                    <a:pt x="4296" y="5399"/>
                    <a:pt x="4249" y="5461"/>
                    <a:pt x="4187" y="5502"/>
                  </a:cubicBezTo>
                  <a:cubicBezTo>
                    <a:pt x="4133" y="5537"/>
                    <a:pt x="4068" y="5556"/>
                    <a:pt x="4004" y="5556"/>
                  </a:cubicBezTo>
                  <a:cubicBezTo>
                    <a:pt x="2803" y="5556"/>
                    <a:pt x="1601" y="5556"/>
                    <a:pt x="400" y="5556"/>
                  </a:cubicBezTo>
                  <a:cubicBezTo>
                    <a:pt x="361" y="5556"/>
                    <a:pt x="322" y="5559"/>
                    <a:pt x="284" y="5552"/>
                  </a:cubicBezTo>
                  <a:cubicBezTo>
                    <a:pt x="218" y="5541"/>
                    <a:pt x="157" y="5508"/>
                    <a:pt x="110" y="5461"/>
                  </a:cubicBezTo>
                  <a:cubicBezTo>
                    <a:pt x="58" y="5411"/>
                    <a:pt x="23" y="5343"/>
                    <a:pt x="11" y="5272"/>
                  </a:cubicBezTo>
                  <a:cubicBezTo>
                    <a:pt x="4" y="5232"/>
                    <a:pt x="6" y="5191"/>
                    <a:pt x="6" y="5151"/>
                  </a:cubicBezTo>
                  <a:cubicBezTo>
                    <a:pt x="5" y="4075"/>
                    <a:pt x="4" y="2999"/>
                    <a:pt x="3" y="1923"/>
                  </a:cubicBezTo>
                  <a:cubicBezTo>
                    <a:pt x="3" y="1907"/>
                    <a:pt x="4" y="1890"/>
                    <a:pt x="0" y="1874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4" y="292"/>
                    <a:pt x="6" y="268"/>
                    <a:pt x="13" y="244"/>
                  </a:cubicBezTo>
                  <a:cubicBezTo>
                    <a:pt x="33" y="170"/>
                    <a:pt x="79" y="104"/>
                    <a:pt x="142" y="61"/>
                  </a:cubicBezTo>
                  <a:close/>
                  <a:moveTo>
                    <a:pt x="276" y="239"/>
                  </a:moveTo>
                  <a:cubicBezTo>
                    <a:pt x="240" y="260"/>
                    <a:pt x="217" y="301"/>
                    <a:pt x="218" y="343"/>
                  </a:cubicBezTo>
                  <a:cubicBezTo>
                    <a:pt x="220" y="1963"/>
                    <a:pt x="221" y="3583"/>
                    <a:pt x="223" y="5203"/>
                  </a:cubicBezTo>
                  <a:cubicBezTo>
                    <a:pt x="222" y="5225"/>
                    <a:pt x="224" y="5248"/>
                    <a:pt x="235" y="5268"/>
                  </a:cubicBezTo>
                  <a:cubicBezTo>
                    <a:pt x="253" y="5308"/>
                    <a:pt x="296" y="5335"/>
                    <a:pt x="340" y="5334"/>
                  </a:cubicBezTo>
                  <a:cubicBezTo>
                    <a:pt x="1561" y="5334"/>
                    <a:pt x="2783" y="5334"/>
                    <a:pt x="4004" y="5334"/>
                  </a:cubicBezTo>
                  <a:cubicBezTo>
                    <a:pt x="4066" y="5334"/>
                    <a:pt x="4121" y="5277"/>
                    <a:pt x="4118" y="5215"/>
                  </a:cubicBezTo>
                  <a:cubicBezTo>
                    <a:pt x="4116" y="3970"/>
                    <a:pt x="4115" y="2726"/>
                    <a:pt x="4113" y="1481"/>
                  </a:cubicBezTo>
                  <a:cubicBezTo>
                    <a:pt x="3705" y="1481"/>
                    <a:pt x="3298" y="1481"/>
                    <a:pt x="2890" y="1481"/>
                  </a:cubicBezTo>
                  <a:cubicBezTo>
                    <a:pt x="2890" y="1062"/>
                    <a:pt x="2890" y="643"/>
                    <a:pt x="2890" y="223"/>
                  </a:cubicBezTo>
                  <a:cubicBezTo>
                    <a:pt x="2040" y="223"/>
                    <a:pt x="1190" y="223"/>
                    <a:pt x="340" y="223"/>
                  </a:cubicBezTo>
                  <a:cubicBezTo>
                    <a:pt x="318" y="223"/>
                    <a:pt x="295" y="228"/>
                    <a:pt x="276" y="239"/>
                  </a:cubicBezTo>
                  <a:close/>
                  <a:moveTo>
                    <a:pt x="3113" y="373"/>
                  </a:moveTo>
                  <a:cubicBezTo>
                    <a:pt x="3112" y="669"/>
                    <a:pt x="3113" y="964"/>
                    <a:pt x="3112" y="1259"/>
                  </a:cubicBezTo>
                  <a:cubicBezTo>
                    <a:pt x="3402" y="1259"/>
                    <a:pt x="3692" y="1259"/>
                    <a:pt x="3981" y="1259"/>
                  </a:cubicBezTo>
                  <a:cubicBezTo>
                    <a:pt x="3692" y="964"/>
                    <a:pt x="3402" y="668"/>
                    <a:pt x="3113" y="3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13" name="稻壳儿：耗崽 16-2"/>
            <p:cNvSpPr/>
            <p:nvPr/>
          </p:nvSpPr>
          <p:spPr bwMode="auto">
            <a:xfrm>
              <a:off x="5816600" y="3157538"/>
              <a:ext cx="496887" cy="71438"/>
            </a:xfrm>
            <a:custGeom>
              <a:avLst/>
              <a:gdLst>
                <a:gd fmla="*/ 0 w 1556" name="T0"/>
                <a:gd fmla="*/ 0 h 222" name="T1"/>
                <a:gd fmla="*/ 1556 w 1556" name="T2"/>
                <a:gd fmla="*/ 0 h 222" name="T3"/>
                <a:gd fmla="*/ 1556 w 1556" name="T4"/>
                <a:gd fmla="*/ 222 h 222" name="T5"/>
                <a:gd fmla="*/ 0 w 1556" name="T6"/>
                <a:gd fmla="*/ 222 h 222" name="T7"/>
                <a:gd fmla="*/ 0 w 1556" name="T8"/>
                <a:gd fmla="*/ 0 h 222" name="T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b="b" l="0" r="r" t="0"/>
              <a:pathLst>
                <a:path h="222" w="1556">
                  <a:moveTo>
                    <a:pt x="0" y="0"/>
                  </a:moveTo>
                  <a:cubicBezTo>
                    <a:pt x="519" y="0"/>
                    <a:pt x="1038" y="0"/>
                    <a:pt x="1556" y="0"/>
                  </a:cubicBezTo>
                  <a:cubicBezTo>
                    <a:pt x="1556" y="74"/>
                    <a:pt x="1556" y="148"/>
                    <a:pt x="1556" y="222"/>
                  </a:cubicBezTo>
                  <a:cubicBezTo>
                    <a:pt x="1038" y="222"/>
                    <a:pt x="519" y="222"/>
                    <a:pt x="0" y="222"/>
                  </a:cubicBezTo>
                  <a:cubicBezTo>
                    <a:pt x="0" y="148"/>
                    <a:pt x="0" y="7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14" name="稻壳儿：耗崽 16-3"/>
            <p:cNvSpPr/>
            <p:nvPr/>
          </p:nvSpPr>
          <p:spPr bwMode="auto">
            <a:xfrm>
              <a:off x="5816600" y="3405188"/>
              <a:ext cx="355600" cy="71438"/>
            </a:xfrm>
            <a:custGeom>
              <a:avLst/>
              <a:gdLst>
                <a:gd fmla="*/ 0 w 1112" name="T0"/>
                <a:gd fmla="*/ 0 h 222" name="T1"/>
                <a:gd fmla="*/ 1112 w 1112" name="T2"/>
                <a:gd fmla="*/ 0 h 222" name="T3"/>
                <a:gd fmla="*/ 1112 w 1112" name="T4"/>
                <a:gd fmla="*/ 222 h 222" name="T5"/>
                <a:gd fmla="*/ 0 w 1112" name="T6"/>
                <a:gd fmla="*/ 222 h 222" name="T7"/>
                <a:gd fmla="*/ 0 w 1112" name="T8"/>
                <a:gd fmla="*/ 0 h 222" name="T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b="b" l="0" r="r" t="0"/>
              <a:pathLst>
                <a:path h="222" w="1112">
                  <a:moveTo>
                    <a:pt x="0" y="0"/>
                  </a:moveTo>
                  <a:cubicBezTo>
                    <a:pt x="371" y="0"/>
                    <a:pt x="741" y="0"/>
                    <a:pt x="1112" y="0"/>
                  </a:cubicBezTo>
                  <a:cubicBezTo>
                    <a:pt x="1112" y="74"/>
                    <a:pt x="1112" y="148"/>
                    <a:pt x="1112" y="222"/>
                  </a:cubicBezTo>
                  <a:cubicBezTo>
                    <a:pt x="741" y="222"/>
                    <a:pt x="371" y="222"/>
                    <a:pt x="0" y="222"/>
                  </a:cubicBezTo>
                  <a:cubicBezTo>
                    <a:pt x="0" y="148"/>
                    <a:pt x="0" y="7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15" name="稻壳儿：耗崽 16-4"/>
            <p:cNvSpPr/>
            <p:nvPr/>
          </p:nvSpPr>
          <p:spPr bwMode="auto">
            <a:xfrm>
              <a:off x="5816600" y="3652838"/>
              <a:ext cx="496887" cy="71438"/>
            </a:xfrm>
            <a:custGeom>
              <a:avLst/>
              <a:gdLst>
                <a:gd fmla="*/ 0 w 1557" name="T0"/>
                <a:gd fmla="*/ 0 h 223" name="T1"/>
                <a:gd fmla="*/ 1556 w 1557" name="T2"/>
                <a:gd fmla="*/ 0 h 223" name="T3"/>
                <a:gd fmla="*/ 1556 w 1557" name="T4"/>
                <a:gd fmla="*/ 223 h 223" name="T5"/>
                <a:gd fmla="*/ 0 w 1557" name="T6"/>
                <a:gd fmla="*/ 223 h 223" name="T7"/>
                <a:gd fmla="*/ 0 w 1557" name="T8"/>
                <a:gd fmla="*/ 0 h 223" name="T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b="b" l="0" r="r" t="0"/>
              <a:pathLst>
                <a:path h="223" w="1557">
                  <a:moveTo>
                    <a:pt x="0" y="0"/>
                  </a:moveTo>
                  <a:cubicBezTo>
                    <a:pt x="519" y="0"/>
                    <a:pt x="1037" y="0"/>
                    <a:pt x="1556" y="0"/>
                  </a:cubicBezTo>
                  <a:cubicBezTo>
                    <a:pt x="1557" y="74"/>
                    <a:pt x="1556" y="148"/>
                    <a:pt x="1556" y="223"/>
                  </a:cubicBezTo>
                  <a:cubicBezTo>
                    <a:pt x="1038" y="223"/>
                    <a:pt x="519" y="223"/>
                    <a:pt x="0" y="223"/>
                  </a:cubicBezTo>
                  <a:cubicBezTo>
                    <a:pt x="0" y="148"/>
                    <a:pt x="0" y="7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</p:grpSp>
      <p:sp>
        <p:nvSpPr>
          <p:cNvPr id="16" name="稻壳儿：耗崽 17"/>
          <p:cNvSpPr>
            <a:spLocks noEditPoints="1"/>
          </p:cNvSpPr>
          <p:nvPr/>
        </p:nvSpPr>
        <p:spPr bwMode="auto">
          <a:xfrm>
            <a:off x="8073385" y="4124070"/>
            <a:ext cx="323992" cy="315938"/>
          </a:xfrm>
          <a:custGeom>
            <a:avLst/>
            <a:gdLst>
              <a:gd fmla="*/ 2147483646 w 2887" name="T0"/>
              <a:gd fmla="*/ 54230203 h 2832" name="T1"/>
              <a:gd fmla="*/ 2147483646 w 2887" name="T2"/>
              <a:gd fmla="*/ 23219099 h 2832" name="T3"/>
              <a:gd fmla="*/ 2147483646 w 2887" name="T4"/>
              <a:gd fmla="*/ 15505453 h 2832" name="T5"/>
              <a:gd fmla="*/ 2147483646 w 2887" name="T6"/>
              <a:gd fmla="*/ 1169531339 h 2832" name="T7"/>
              <a:gd fmla="*/ 2147483646 w 2887" name="T8"/>
              <a:gd fmla="*/ 2147483646 h 2832" name="T9"/>
              <a:gd fmla="*/ 2147483646 w 2887" name="T10"/>
              <a:gd fmla="*/ 2147483646 h 2832" name="T11"/>
              <a:gd fmla="*/ 2147483646 w 2887" name="T12"/>
              <a:gd fmla="*/ 2147483646 h 2832" name="T13"/>
              <a:gd fmla="*/ 2147483646 w 2887" name="T14"/>
              <a:gd fmla="*/ 2147483646 h 2832" name="T15"/>
              <a:gd fmla="*/ 2147483646 w 2887" name="T16"/>
              <a:gd fmla="*/ 2147483646 h 2832" name="T17"/>
              <a:gd fmla="*/ 2147483646 w 2887" name="T18"/>
              <a:gd fmla="*/ 2147483646 h 2832" name="T19"/>
              <a:gd fmla="*/ 2147483646 w 2887" name="T20"/>
              <a:gd fmla="*/ 2147483646 h 2832" name="T21"/>
              <a:gd fmla="*/ 2147483646 w 2887" name="T22"/>
              <a:gd fmla="*/ 2147483646 h 2832" name="T23"/>
              <a:gd fmla="*/ 2147483646 w 2887" name="T24"/>
              <a:gd fmla="*/ 2147483646 h 2832" name="T25"/>
              <a:gd fmla="*/ 2147483646 w 2887" name="T26"/>
              <a:gd fmla="*/ 2147483646 h 2832" name="T27"/>
              <a:gd fmla="*/ 2147483646 w 2887" name="T28"/>
              <a:gd fmla="*/ 2147483646 h 2832" name="T29"/>
              <a:gd fmla="*/ 2147483646 w 2887" name="T30"/>
              <a:gd fmla="*/ 2147483646 h 2832" name="T31"/>
              <a:gd fmla="*/ 2147483646 w 2887" name="T32"/>
              <a:gd fmla="*/ 2147483646 h 2832" name="T33"/>
              <a:gd fmla="*/ 2110457809 w 2887" name="T34"/>
              <a:gd fmla="*/ 2147483646 h 2832" name="T35"/>
              <a:gd fmla="*/ 149617741 w 2887" name="T36"/>
              <a:gd fmla="*/ 2147483646 h 2832" name="T37"/>
              <a:gd fmla="*/ 15730409 w 2887" name="T38"/>
              <a:gd fmla="*/ 2147483646 h 2832" name="T39"/>
              <a:gd fmla="*/ 15730409 w 2887" name="T40"/>
              <a:gd fmla="*/ 2147483646 h 2832" name="T41"/>
              <a:gd fmla="*/ 976477529 w 2887" name="T42"/>
              <a:gd fmla="*/ 2147483646 h 2832" name="T43"/>
              <a:gd fmla="*/ 2147483646 w 2887" name="T44"/>
              <a:gd fmla="*/ 1394165600 h 2832" name="T45"/>
              <a:gd fmla="*/ 2147483646 w 2887" name="T46"/>
              <a:gd fmla="*/ 54230203 h 2832" name="T47"/>
              <a:gd fmla="*/ 2147483646 w 2887" name="T48"/>
              <a:gd fmla="*/ 867486956 h 2832" name="T49"/>
              <a:gd fmla="*/ 2147483646 w 2887" name="T50"/>
              <a:gd fmla="*/ 1448356623 h 2832" name="T51"/>
              <a:gd fmla="*/ 2147483646 w 2887" name="T52"/>
              <a:gd fmla="*/ 2147483646 h 2832" name="T53"/>
              <a:gd fmla="*/ 1165480910 w 2887" name="T54"/>
              <a:gd fmla="*/ 2147483646 h 2832" name="T55"/>
              <a:gd fmla="*/ 1480446802 w 2887" name="T56"/>
              <a:gd fmla="*/ 2147483646 h 2832" name="T57"/>
              <a:gd fmla="*/ 2147483646 w 2887" name="T58"/>
              <a:gd fmla="*/ 2147483646 h 2832" name="T59"/>
              <a:gd fmla="*/ 2147483646 w 2887" name="T60"/>
              <a:gd fmla="*/ 2147483646 h 2832" name="T61"/>
              <a:gd fmla="*/ 2147483646 w 2887" name="T62"/>
              <a:gd fmla="*/ 2147483646 h 2832" name="T63"/>
              <a:gd fmla="*/ 2147483646 w 2887" name="T64"/>
              <a:gd fmla="*/ 2147483646 h 2832" name="T65"/>
              <a:gd fmla="*/ 2147483646 w 2887" name="T66"/>
              <a:gd fmla="*/ 2147483646 h 2832" name="T67"/>
              <a:gd fmla="*/ 2147483646 w 2887" name="T68"/>
              <a:gd fmla="*/ 2147483646 h 2832" name="T69"/>
              <a:gd fmla="*/ 2147483646 w 2887" name="T70"/>
              <a:gd fmla="*/ 2147483646 h 2832" name="T71"/>
              <a:gd fmla="*/ 2147483646 w 2887" name="T72"/>
              <a:gd fmla="*/ 2147483646 h 2832" name="T73"/>
              <a:gd fmla="*/ 2147483646 w 2887" name="T74"/>
              <a:gd fmla="*/ 867486956 h 2832" name="T75"/>
              <a:gd fmla="*/ 0 60000 65536" name="T76"/>
              <a:gd fmla="*/ 0 60000 65536" name="T77"/>
              <a:gd fmla="*/ 0 60000 65536" name="T78"/>
              <a:gd fmla="*/ 0 60000 65536" name="T79"/>
              <a:gd fmla="*/ 0 60000 65536" name="T80"/>
              <a:gd fmla="*/ 0 60000 65536" name="T81"/>
              <a:gd fmla="*/ 0 60000 65536" name="T82"/>
              <a:gd fmla="*/ 0 60000 65536" name="T83"/>
              <a:gd fmla="*/ 0 60000 65536" name="T84"/>
              <a:gd fmla="*/ 0 60000 65536" name="T85"/>
              <a:gd fmla="*/ 0 60000 65536" name="T86"/>
              <a:gd fmla="*/ 0 60000 65536" name="T87"/>
              <a:gd fmla="*/ 0 60000 65536" name="T88"/>
              <a:gd fmla="*/ 0 60000 65536" name="T89"/>
              <a:gd fmla="*/ 0 60000 65536" name="T90"/>
              <a:gd fmla="*/ 0 60000 65536" name="T91"/>
              <a:gd fmla="*/ 0 60000 65536" name="T92"/>
              <a:gd fmla="*/ 0 60000 65536" name="T93"/>
              <a:gd fmla="*/ 0 60000 65536" name="T94"/>
              <a:gd fmla="*/ 0 60000 65536" name="T95"/>
              <a:gd fmla="*/ 0 60000 65536" name="T96"/>
              <a:gd fmla="*/ 0 60000 65536" name="T97"/>
              <a:gd fmla="*/ 0 60000 65536" name="T98"/>
              <a:gd fmla="*/ 0 60000 65536" name="T99"/>
              <a:gd fmla="*/ 0 60000 65536" name="T100"/>
              <a:gd fmla="*/ 0 60000 65536" name="T101"/>
              <a:gd fmla="*/ 0 60000 65536" name="T102"/>
              <a:gd fmla="*/ 0 60000 65536" name="T103"/>
              <a:gd fmla="*/ 0 60000 65536" name="T104"/>
              <a:gd fmla="*/ 0 60000 65536" name="T105"/>
              <a:gd fmla="*/ 0 60000 65536" name="T106"/>
              <a:gd fmla="*/ 0 60000 65536" name="T107"/>
              <a:gd fmla="*/ 0 60000 65536" name="T108"/>
              <a:gd fmla="*/ 0 60000 65536" name="T109"/>
              <a:gd fmla="*/ 0 60000 65536" name="T110"/>
              <a:gd fmla="*/ 0 60000 65536" name="T111"/>
              <a:gd fmla="*/ 0 60000 65536" name="T112"/>
              <a:gd fmla="*/ 0 60000 65536" name="T113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b="b" l="0" r="r" t="0"/>
            <a:pathLst>
              <a:path h="2832" w="2887">
                <a:moveTo>
                  <a:pt x="1155" y="7"/>
                </a:moveTo>
                <a:cubicBezTo>
                  <a:pt x="1186" y="4"/>
                  <a:pt x="1216" y="0"/>
                  <a:pt x="1247" y="3"/>
                </a:cubicBezTo>
                <a:cubicBezTo>
                  <a:pt x="1283" y="4"/>
                  <a:pt x="1319" y="2"/>
                  <a:pt x="1355" y="2"/>
                </a:cubicBezTo>
                <a:cubicBezTo>
                  <a:pt x="1541" y="12"/>
                  <a:pt x="1726" y="62"/>
                  <a:pt x="1891" y="151"/>
                </a:cubicBezTo>
                <a:cubicBezTo>
                  <a:pt x="2168" y="297"/>
                  <a:pt x="2388" y="549"/>
                  <a:pt x="2495" y="843"/>
                </a:cubicBezTo>
                <a:cubicBezTo>
                  <a:pt x="2556" y="1009"/>
                  <a:pt x="2582" y="1187"/>
                  <a:pt x="2571" y="1363"/>
                </a:cubicBezTo>
                <a:cubicBezTo>
                  <a:pt x="2561" y="1538"/>
                  <a:pt x="2513" y="1710"/>
                  <a:pt x="2433" y="1865"/>
                </a:cubicBezTo>
                <a:cubicBezTo>
                  <a:pt x="2376" y="1979"/>
                  <a:pt x="2300" y="2083"/>
                  <a:pt x="2212" y="2175"/>
                </a:cubicBezTo>
                <a:cubicBezTo>
                  <a:pt x="2429" y="2360"/>
                  <a:pt x="2648" y="2544"/>
                  <a:pt x="2866" y="2728"/>
                </a:cubicBezTo>
                <a:cubicBezTo>
                  <a:pt x="2873" y="2734"/>
                  <a:pt x="2882" y="2739"/>
                  <a:pt x="2887" y="2747"/>
                </a:cubicBezTo>
                <a:cubicBezTo>
                  <a:pt x="2887" y="2752"/>
                  <a:pt x="2882" y="2755"/>
                  <a:pt x="2880" y="2759"/>
                </a:cubicBezTo>
                <a:cubicBezTo>
                  <a:pt x="2859" y="2783"/>
                  <a:pt x="2838" y="2808"/>
                  <a:pt x="2818" y="2832"/>
                </a:cubicBezTo>
                <a:cubicBezTo>
                  <a:pt x="2811" y="2828"/>
                  <a:pt x="2805" y="2823"/>
                  <a:pt x="2800" y="2818"/>
                </a:cubicBezTo>
                <a:cubicBezTo>
                  <a:pt x="2577" y="2630"/>
                  <a:pt x="2353" y="2441"/>
                  <a:pt x="2130" y="2253"/>
                </a:cubicBezTo>
                <a:cubicBezTo>
                  <a:pt x="2097" y="2280"/>
                  <a:pt x="2064" y="2307"/>
                  <a:pt x="2028" y="2332"/>
                </a:cubicBezTo>
                <a:cubicBezTo>
                  <a:pt x="1898" y="2424"/>
                  <a:pt x="1750" y="2492"/>
                  <a:pt x="1594" y="2530"/>
                </a:cubicBezTo>
                <a:cubicBezTo>
                  <a:pt x="1406" y="2576"/>
                  <a:pt x="1208" y="2579"/>
                  <a:pt x="1019" y="2539"/>
                </a:cubicBezTo>
                <a:cubicBezTo>
                  <a:pt x="723" y="2477"/>
                  <a:pt x="452" y="2306"/>
                  <a:pt x="268" y="2066"/>
                </a:cubicBezTo>
                <a:cubicBezTo>
                  <a:pt x="140" y="1901"/>
                  <a:pt x="53" y="1705"/>
                  <a:pt x="19" y="1499"/>
                </a:cubicBezTo>
                <a:cubicBezTo>
                  <a:pt x="8" y="1434"/>
                  <a:pt x="0" y="1369"/>
                  <a:pt x="2" y="1303"/>
                </a:cubicBezTo>
                <a:cubicBezTo>
                  <a:pt x="2" y="1279"/>
                  <a:pt x="3" y="1255"/>
                  <a:pt x="2" y="1231"/>
                </a:cubicBezTo>
                <a:cubicBezTo>
                  <a:pt x="9" y="1060"/>
                  <a:pt x="50" y="891"/>
                  <a:pt x="124" y="736"/>
                </a:cubicBezTo>
                <a:cubicBezTo>
                  <a:pt x="233" y="506"/>
                  <a:pt x="412" y="309"/>
                  <a:pt x="632" y="180"/>
                </a:cubicBezTo>
                <a:cubicBezTo>
                  <a:pt x="791" y="85"/>
                  <a:pt x="971" y="26"/>
                  <a:pt x="1155" y="7"/>
                </a:cubicBezTo>
                <a:close/>
                <a:moveTo>
                  <a:pt x="1248" y="112"/>
                </a:moveTo>
                <a:cubicBezTo>
                  <a:pt x="1120" y="116"/>
                  <a:pt x="992" y="142"/>
                  <a:pt x="872" y="187"/>
                </a:cubicBezTo>
                <a:cubicBezTo>
                  <a:pt x="689" y="256"/>
                  <a:pt x="524" y="372"/>
                  <a:pt x="396" y="521"/>
                </a:cubicBezTo>
                <a:cubicBezTo>
                  <a:pt x="278" y="658"/>
                  <a:pt x="191" y="823"/>
                  <a:pt x="148" y="999"/>
                </a:cubicBezTo>
                <a:cubicBezTo>
                  <a:pt x="89" y="1229"/>
                  <a:pt x="104" y="1476"/>
                  <a:pt x="188" y="1698"/>
                </a:cubicBezTo>
                <a:cubicBezTo>
                  <a:pt x="254" y="1872"/>
                  <a:pt x="363" y="2029"/>
                  <a:pt x="501" y="2153"/>
                </a:cubicBezTo>
                <a:cubicBezTo>
                  <a:pt x="614" y="2255"/>
                  <a:pt x="747" y="2335"/>
                  <a:pt x="891" y="2387"/>
                </a:cubicBezTo>
                <a:cubicBezTo>
                  <a:pt x="1053" y="2445"/>
                  <a:pt x="1228" y="2467"/>
                  <a:pt x="1399" y="2450"/>
                </a:cubicBezTo>
                <a:cubicBezTo>
                  <a:pt x="1568" y="2434"/>
                  <a:pt x="1733" y="2381"/>
                  <a:pt x="1879" y="2295"/>
                </a:cubicBezTo>
                <a:cubicBezTo>
                  <a:pt x="2130" y="2150"/>
                  <a:pt x="2323" y="1908"/>
                  <a:pt x="2409" y="1631"/>
                </a:cubicBezTo>
                <a:cubicBezTo>
                  <a:pt x="2467" y="1447"/>
                  <a:pt x="2477" y="1248"/>
                  <a:pt x="2440" y="1059"/>
                </a:cubicBezTo>
                <a:cubicBezTo>
                  <a:pt x="2411" y="909"/>
                  <a:pt x="2352" y="766"/>
                  <a:pt x="2268" y="639"/>
                </a:cubicBezTo>
                <a:cubicBezTo>
                  <a:pt x="2187" y="518"/>
                  <a:pt x="2085" y="412"/>
                  <a:pt x="1966" y="328"/>
                </a:cubicBezTo>
                <a:cubicBezTo>
                  <a:pt x="1759" y="180"/>
                  <a:pt x="1502" y="103"/>
                  <a:pt x="1248" y="112"/>
                </a:cubicBez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/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7" name="稻壳儿：耗崽 18"/>
          <p:cNvSpPr>
            <a:spLocks noEditPoints="1"/>
          </p:cNvSpPr>
          <p:nvPr/>
        </p:nvSpPr>
        <p:spPr bwMode="auto">
          <a:xfrm>
            <a:off x="964158" y="4065360"/>
            <a:ext cx="336798" cy="334600"/>
          </a:xfrm>
          <a:custGeom>
            <a:avLst/>
            <a:gdLst>
              <a:gd fmla="*/ 112 w 128" name="T0"/>
              <a:gd fmla="*/ 0 h 128" name="T1"/>
              <a:gd fmla="*/ 16 w 128" name="T2"/>
              <a:gd fmla="*/ 0 h 128" name="T3"/>
              <a:gd fmla="*/ 0 w 128" name="T4"/>
              <a:gd fmla="*/ 16 h 128" name="T5"/>
              <a:gd fmla="*/ 0 w 128" name="T6"/>
              <a:gd fmla="*/ 112 h 128" name="T7"/>
              <a:gd fmla="*/ 16 w 128" name="T8"/>
              <a:gd fmla="*/ 128 h 128" name="T9"/>
              <a:gd fmla="*/ 112 w 128" name="T10"/>
              <a:gd fmla="*/ 128 h 128" name="T11"/>
              <a:gd fmla="*/ 128 w 128" name="T12"/>
              <a:gd fmla="*/ 112 h 128" name="T13"/>
              <a:gd fmla="*/ 128 w 128" name="T14"/>
              <a:gd fmla="*/ 16 h 128" name="T15"/>
              <a:gd fmla="*/ 112 w 128" name="T16"/>
              <a:gd fmla="*/ 0 h 128" name="T17"/>
              <a:gd fmla="*/ 32 w 128" name="T18"/>
              <a:gd fmla="*/ 8 h 128" name="T19"/>
              <a:gd fmla="*/ 96 w 128" name="T20"/>
              <a:gd fmla="*/ 8 h 128" name="T21"/>
              <a:gd fmla="*/ 96 w 128" name="T22"/>
              <a:gd fmla="*/ 44 h 128" name="T23"/>
              <a:gd fmla="*/ 92 w 128" name="T24"/>
              <a:gd fmla="*/ 48 h 128" name="T25"/>
              <a:gd fmla="*/ 36 w 128" name="T26"/>
              <a:gd fmla="*/ 48 h 128" name="T27"/>
              <a:gd fmla="*/ 32 w 128" name="T28"/>
              <a:gd fmla="*/ 44 h 128" name="T29"/>
              <a:gd fmla="*/ 32 w 128" name="T30"/>
              <a:gd fmla="*/ 8 h 128" name="T31"/>
              <a:gd fmla="*/ 120 w 128" name="T32"/>
              <a:gd fmla="*/ 112 h 128" name="T33"/>
              <a:gd fmla="*/ 112 w 128" name="T34"/>
              <a:gd fmla="*/ 120 h 128" name="T35"/>
              <a:gd fmla="*/ 16 w 128" name="T36"/>
              <a:gd fmla="*/ 120 h 128" name="T37"/>
              <a:gd fmla="*/ 8 w 128" name="T38"/>
              <a:gd fmla="*/ 112 h 128" name="T39"/>
              <a:gd fmla="*/ 8 w 128" name="T40"/>
              <a:gd fmla="*/ 16 h 128" name="T41"/>
              <a:gd fmla="*/ 16 w 128" name="T42"/>
              <a:gd fmla="*/ 8 h 128" name="T43"/>
              <a:gd fmla="*/ 24 w 128" name="T44"/>
              <a:gd fmla="*/ 8 h 128" name="T45"/>
              <a:gd fmla="*/ 24 w 128" name="T46"/>
              <a:gd fmla="*/ 48 h 128" name="T47"/>
              <a:gd fmla="*/ 32 w 128" name="T48"/>
              <a:gd fmla="*/ 56 h 128" name="T49"/>
              <a:gd fmla="*/ 96 w 128" name="T50"/>
              <a:gd fmla="*/ 56 h 128" name="T51"/>
              <a:gd fmla="*/ 104 w 128" name="T52"/>
              <a:gd fmla="*/ 48 h 128" name="T53"/>
              <a:gd fmla="*/ 104 w 128" name="T54"/>
              <a:gd fmla="*/ 8 h 128" name="T55"/>
              <a:gd fmla="*/ 112 w 128" name="T56"/>
              <a:gd fmla="*/ 8 h 128" name="T57"/>
              <a:gd fmla="*/ 120 w 128" name="T58"/>
              <a:gd fmla="*/ 16 h 128" name="T59"/>
              <a:gd fmla="*/ 120 w 128" name="T60"/>
              <a:gd fmla="*/ 112 h 128" name="T61"/>
              <a:gd fmla="*/ 76 w 128" name="T62"/>
              <a:gd fmla="*/ 40 h 128" name="T63"/>
              <a:gd fmla="*/ 80 w 128" name="T64"/>
              <a:gd fmla="*/ 36 h 128" name="T65"/>
              <a:gd fmla="*/ 80 w 128" name="T66"/>
              <a:gd fmla="*/ 20 h 128" name="T67"/>
              <a:gd fmla="*/ 76 w 128" name="T68"/>
              <a:gd fmla="*/ 16 h 128" name="T69"/>
              <a:gd fmla="*/ 72 w 128" name="T70"/>
              <a:gd fmla="*/ 20 h 128" name="T71"/>
              <a:gd fmla="*/ 72 w 128" name="T72"/>
              <a:gd fmla="*/ 36 h 128" name="T73"/>
              <a:gd fmla="*/ 76 w 128" name="T74"/>
              <a:gd fmla="*/ 40 h 128" name="T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b="b" l="0" r="r" t="0"/>
            <a:pathLst>
              <a:path h="128" w="128">
                <a:moveTo>
                  <a:pt x="112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21"/>
                  <a:pt x="7" y="128"/>
                  <a:pt x="16" y="128"/>
                </a:cubicBezTo>
                <a:cubicBezTo>
                  <a:pt x="112" y="128"/>
                  <a:pt x="112" y="128"/>
                  <a:pt x="112" y="128"/>
                </a:cubicBezTo>
                <a:cubicBezTo>
                  <a:pt x="121" y="128"/>
                  <a:pt x="128" y="121"/>
                  <a:pt x="128" y="112"/>
                </a:cubicBezTo>
                <a:cubicBezTo>
                  <a:pt x="128" y="16"/>
                  <a:pt x="128" y="16"/>
                  <a:pt x="128" y="16"/>
                </a:cubicBezTo>
                <a:cubicBezTo>
                  <a:pt x="128" y="7"/>
                  <a:pt x="121" y="0"/>
                  <a:pt x="112" y="0"/>
                </a:cubicBezTo>
                <a:close/>
                <a:moveTo>
                  <a:pt x="32" y="8"/>
                </a:moveTo>
                <a:cubicBezTo>
                  <a:pt x="34" y="8"/>
                  <a:pt x="94" y="8"/>
                  <a:pt x="96" y="8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46"/>
                  <a:pt x="94" y="48"/>
                  <a:pt x="92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4" y="48"/>
                  <a:pt x="32" y="46"/>
                  <a:pt x="32" y="44"/>
                </a:cubicBezTo>
                <a:lnTo>
                  <a:pt x="32" y="8"/>
                </a:lnTo>
                <a:close/>
                <a:moveTo>
                  <a:pt x="120" y="112"/>
                </a:moveTo>
                <a:cubicBezTo>
                  <a:pt x="120" y="116"/>
                  <a:pt x="116" y="120"/>
                  <a:pt x="112" y="12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12" y="120"/>
                  <a:pt x="8" y="116"/>
                  <a:pt x="8" y="112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2"/>
                  <a:pt x="12" y="8"/>
                  <a:pt x="16" y="8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52"/>
                  <a:pt x="28" y="56"/>
                  <a:pt x="32" y="56"/>
                </a:cubicBezTo>
                <a:cubicBezTo>
                  <a:pt x="96" y="56"/>
                  <a:pt x="96" y="56"/>
                  <a:pt x="96" y="56"/>
                </a:cubicBezTo>
                <a:cubicBezTo>
                  <a:pt x="100" y="56"/>
                  <a:pt x="104" y="52"/>
                  <a:pt x="104" y="48"/>
                </a:cubicBezTo>
                <a:cubicBezTo>
                  <a:pt x="104" y="8"/>
                  <a:pt x="104" y="8"/>
                  <a:pt x="104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6" y="8"/>
                  <a:pt x="120" y="12"/>
                  <a:pt x="120" y="16"/>
                </a:cubicBezTo>
                <a:lnTo>
                  <a:pt x="120" y="112"/>
                </a:lnTo>
                <a:close/>
                <a:moveTo>
                  <a:pt x="76" y="40"/>
                </a:moveTo>
                <a:cubicBezTo>
                  <a:pt x="78" y="40"/>
                  <a:pt x="80" y="38"/>
                  <a:pt x="80" y="36"/>
                </a:cubicBezTo>
                <a:cubicBezTo>
                  <a:pt x="80" y="20"/>
                  <a:pt x="80" y="20"/>
                  <a:pt x="80" y="20"/>
                </a:cubicBezTo>
                <a:cubicBezTo>
                  <a:pt x="80" y="18"/>
                  <a:pt x="78" y="16"/>
                  <a:pt x="76" y="16"/>
                </a:cubicBezTo>
                <a:cubicBezTo>
                  <a:pt x="74" y="16"/>
                  <a:pt x="72" y="18"/>
                  <a:pt x="72" y="20"/>
                </a:cubicBezTo>
                <a:cubicBezTo>
                  <a:pt x="72" y="36"/>
                  <a:pt x="72" y="36"/>
                  <a:pt x="72" y="36"/>
                </a:cubicBezTo>
                <a:cubicBezTo>
                  <a:pt x="72" y="38"/>
                  <a:pt x="74" y="40"/>
                  <a:pt x="76" y="40"/>
                </a:cubicBezTo>
                <a:close/>
              </a:path>
            </a:pathLst>
          </a:custGeom>
          <a:solidFill>
            <a:srgbClr val="0F4061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8" name="稻壳儿：耗崽 19"/>
          <p:cNvSpPr txBox="1"/>
          <p:nvPr/>
        </p:nvSpPr>
        <p:spPr>
          <a:xfrm>
            <a:off x="858390" y="2469261"/>
            <a:ext cx="2357437" cy="369332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情景导入教学</a:t>
            </a:r>
          </a:p>
        </p:txBody>
      </p:sp>
      <p:sp>
        <p:nvSpPr>
          <p:cNvPr id="19" name="稻壳儿：耗崽 20"/>
          <p:cNvSpPr txBox="1"/>
          <p:nvPr/>
        </p:nvSpPr>
        <p:spPr>
          <a:xfrm>
            <a:off x="842652" y="2831062"/>
            <a:ext cx="3307627" cy="636328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defTabSz="1218565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altLang="en-US" dirty="0" kern="0" lang="zh-CN" sz="1400">
                <a:solidFill>
                  <a:schemeClr val="tx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通过排序问题导入，创设编程情境，激发学习兴趣。</a:t>
            </a:r>
          </a:p>
        </p:txBody>
      </p:sp>
      <p:sp>
        <p:nvSpPr>
          <p:cNvPr id="20" name="稻壳儿：耗崽 21"/>
          <p:cNvSpPr txBox="1"/>
          <p:nvPr/>
        </p:nvSpPr>
        <p:spPr>
          <a:xfrm>
            <a:off x="7978076" y="2469261"/>
            <a:ext cx="2357437" cy="369332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讲授与演示法</a:t>
            </a:r>
          </a:p>
        </p:txBody>
      </p:sp>
      <p:sp>
        <p:nvSpPr>
          <p:cNvPr id="21" name="稻壳儿：耗崽 22"/>
          <p:cNvSpPr txBox="1"/>
          <p:nvPr/>
        </p:nvSpPr>
        <p:spPr>
          <a:xfrm>
            <a:off x="4414057" y="2833154"/>
            <a:ext cx="3307627" cy="636328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defTabSz="1218565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altLang="en-US" dirty="0" kern="0" lang="zh-CN" sz="1400">
                <a:solidFill>
                  <a:schemeClr val="tx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使每个学生都能理解算法步骤，激发编程热情。</a:t>
            </a:r>
          </a:p>
        </p:txBody>
      </p:sp>
      <p:sp>
        <p:nvSpPr>
          <p:cNvPr id="22" name="稻壳儿：耗崽 23"/>
          <p:cNvSpPr txBox="1"/>
          <p:nvPr/>
        </p:nvSpPr>
        <p:spPr>
          <a:xfrm>
            <a:off x="7981158" y="2830130"/>
            <a:ext cx="3307627" cy="630301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dirty="0" kern="0" lang="zh-CN" sz="1400">
                <a:solidFill>
                  <a:schemeClr val="tx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教师针对学生在理解排序逻辑中存在的困惑进行点拨。</a:t>
            </a:r>
            <a:endParaRPr altLang="en-US" b="0" baseline="0" cap="none" dirty="0" i="0" kern="1200" kumimoji="0" lang="zh-CN" noProof="0" normalizeH="0" spc="0" strike="noStrike" sz="1400" u="none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3" name="稻壳儿：耗崽 24"/>
          <p:cNvSpPr txBox="1"/>
          <p:nvPr/>
        </p:nvSpPr>
        <p:spPr>
          <a:xfrm>
            <a:off x="4423333" y="2469261"/>
            <a:ext cx="2357437" cy="369332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讨论法</a:t>
            </a:r>
          </a:p>
        </p:txBody>
      </p:sp>
      <p:sp>
        <p:nvSpPr>
          <p:cNvPr id="24" name="稻壳儿：耗崽 25"/>
          <p:cNvSpPr txBox="1"/>
          <p:nvPr/>
        </p:nvSpPr>
        <p:spPr>
          <a:xfrm>
            <a:off x="7978936" y="4580572"/>
            <a:ext cx="2357437" cy="369332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师生合作探究</a:t>
            </a:r>
          </a:p>
        </p:txBody>
      </p:sp>
      <p:sp>
        <p:nvSpPr>
          <p:cNvPr id="25" name="稻壳儿：耗崽 26"/>
          <p:cNvSpPr txBox="1"/>
          <p:nvPr/>
        </p:nvSpPr>
        <p:spPr>
          <a:xfrm>
            <a:off x="7976938" y="4941441"/>
            <a:ext cx="3307627" cy="63042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defTabSz="1218565">
              <a:lnSpc>
                <a:spcPct val="130000"/>
              </a:lnSpc>
              <a:spcBef>
                <a:spcPct val="0"/>
              </a:spcBef>
              <a:buNone/>
              <a:defRPr kern="0" sz="1400">
                <a:latin charset="-122" panose="020B0400000000000000" pitchFamily="34" typeface="思源黑体 CN Normal"/>
                <a:ea charset="-122" panose="020B0400000000000000" pitchFamily="34" typeface="思源黑体 CN Normal"/>
                <a:cs typeface="+mn-ea"/>
              </a:defRPr>
            </a:lvl1pPr>
          </a:lstStyle>
          <a:p>
            <a:r>
              <a: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sym charset="-122" panose="00020600040101010101" pitchFamily="18" typeface="汉仪中黑S"/>
              </a:rPr>
              <a:t>发挥学生主动性，在讨论中分析选择排序的优缺点。</a:t>
            </a:r>
          </a:p>
        </p:txBody>
      </p:sp>
      <p:sp>
        <p:nvSpPr>
          <p:cNvPr id="26" name="稻壳儿：耗崽 27"/>
          <p:cNvSpPr txBox="1"/>
          <p:nvPr/>
        </p:nvSpPr>
        <p:spPr>
          <a:xfrm>
            <a:off x="4426757" y="4588914"/>
            <a:ext cx="2357437" cy="369332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问题驱动法</a:t>
            </a:r>
          </a:p>
        </p:txBody>
      </p:sp>
      <p:sp>
        <p:nvSpPr>
          <p:cNvPr id="27" name="稻壳儿：耗崽 28"/>
          <p:cNvSpPr txBox="1"/>
          <p:nvPr/>
        </p:nvSpPr>
        <p:spPr>
          <a:xfrm>
            <a:off x="4424759" y="4949783"/>
            <a:ext cx="3307627" cy="636328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defTabSz="1218565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altLang="en-US" dirty="0" kern="0" lang="zh-CN" sz="1400">
                <a:solidFill>
                  <a:schemeClr val="tx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设置问题贯穿教学，让学生从整体到局部理解排序算法。</a:t>
            </a:r>
          </a:p>
        </p:txBody>
      </p:sp>
      <p:sp>
        <p:nvSpPr>
          <p:cNvPr id="28" name="稻壳儿：耗崽 29"/>
          <p:cNvSpPr txBox="1"/>
          <p:nvPr/>
        </p:nvSpPr>
        <p:spPr>
          <a:xfrm>
            <a:off x="861878" y="4584556"/>
            <a:ext cx="2357437" cy="369332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0F406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多媒体演示法</a:t>
            </a:r>
          </a:p>
        </p:txBody>
      </p:sp>
      <p:sp>
        <p:nvSpPr>
          <p:cNvPr id="29" name="稻壳儿：耗崽 30"/>
          <p:cNvSpPr txBox="1"/>
          <p:nvPr/>
        </p:nvSpPr>
        <p:spPr>
          <a:xfrm>
            <a:off x="859880" y="4945425"/>
            <a:ext cx="3307627" cy="636328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defTabSz="1218565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altLang="en-US" dirty="0" kern="0" lang="zh-CN" sz="1400">
                <a:solidFill>
                  <a:schemeClr val="tx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辅以动画演示选择排序过程，增强直观理解；代码展示。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3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58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79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0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cxnSp>
          <p:nvCxnSpPr>
            <p:cNvPr id="81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anchor="ctr" bIns="0" lIns="0" rIns="0" rtlCol="0" tIns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zh-CN" b="0" baseline="0" cap="none" dirty="0" i="0" kern="1200" kumimoji="0" lang="en-US" noProof="0" normalizeH="0" spc="0" strike="noStrike" sz="1100" u="none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14</a:t>
              </a:r>
              <a:endParaRPr b="0" baseline="0" cap="none" dirty="0" i="0" kern="1200" kumimoji="0" lang="en-US" noProof="0" normalizeH="0" spc="0" strike="noStrike" sz="1100" u="none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59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70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1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2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3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4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5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6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7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78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60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61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2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3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4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5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6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7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68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69" name="稻壳儿：耗崽 4-9"/>
            <p:cNvPicPr>
              <a:picLocks noChangeAspect="1"/>
            </p:cNvPicPr>
            <p:nvPr/>
          </p:nvPicPr>
          <p:blipFill rotWithShape="1">
            <a:blip r:embed="rId4"/>
            <a:srcRect b="14126" r="29972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grpSp>
        <p:nvGrpSpPr>
          <p:cNvPr id="51" name="稻壳儿：耗崽 5"/>
          <p:cNvGrpSpPr/>
          <p:nvPr/>
        </p:nvGrpSpPr>
        <p:grpSpPr>
          <a:xfrm>
            <a:off x="623888" y="454345"/>
            <a:ext cx="10653705" cy="748980"/>
            <a:chOff x="623888" y="454345"/>
            <a:chExt cx="10653705" cy="748980"/>
          </a:xfrm>
        </p:grpSpPr>
        <p:sp>
          <p:nvSpPr>
            <p:cNvPr id="52" name="稻壳儿：耗崽 5-1"/>
            <p:cNvSpPr txBox="1"/>
            <p:nvPr/>
          </p:nvSpPr>
          <p:spPr>
            <a:xfrm>
              <a:off x="623888" y="454345"/>
              <a:ext cx="10653705" cy="615553"/>
            </a:xfrm>
            <a:prstGeom prst="rect">
              <a:avLst/>
            </a:prstGeom>
            <a:noFill/>
          </p:spPr>
          <p:txBody>
            <a:bodyPr bIns="0" lIns="0" rIns="0" rtlCol="0" tIns="0" wrap="square">
              <a:spAutoFit/>
            </a:bodyPr>
            <a:lstStyle/>
            <a:p>
              <a:pPr lvl="0">
                <a:defRPr/>
              </a:pPr>
              <a:r>
                <a:rPr altLang="en-US" b="1" dirty="0" lang="zh-CN" sz="4000">
                  <a:solidFill>
                    <a:srgbClr val="42556C"/>
                  </a:solidFill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rPr>
                <a:t>说学法</a:t>
              </a:r>
            </a:p>
          </p:txBody>
        </p:sp>
        <p:grpSp>
          <p:nvGrpSpPr>
            <p:cNvPr id="53" name="Group 55"/>
            <p:cNvGrpSpPr/>
            <p:nvPr/>
          </p:nvGrpSpPr>
          <p:grpSpPr>
            <a:xfrm>
              <a:off x="675898" y="1130300"/>
              <a:ext cx="362272" cy="73025"/>
              <a:chOff x="7340600" y="4686300"/>
              <a:chExt cx="504030" cy="101600"/>
            </a:xfrm>
            <a:solidFill>
              <a:srgbClr val="42556C"/>
            </a:solidFill>
          </p:grpSpPr>
          <p:sp>
            <p:nvSpPr>
              <p:cNvPr id="54" name="稻壳儿：耗崽 5-2"/>
              <p:cNvSpPr/>
              <p:nvPr/>
            </p:nvSpPr>
            <p:spPr>
              <a:xfrm>
                <a:off x="734060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en-ID" noProof="0" normalizeH="0" spc="0" strike="noStrike" sz="18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55" name="稻壳儿：耗崽 5-3"/>
              <p:cNvSpPr/>
              <p:nvPr/>
            </p:nvSpPr>
            <p:spPr>
              <a:xfrm>
                <a:off x="7541815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dirty="0" i="0" kern="1200" kumimoji="0" lang="en-ID" noProof="0" normalizeH="0" spc="0" strike="noStrike" sz="18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  <p:sp>
            <p:nvSpPr>
              <p:cNvPr id="56" name="稻壳儿：耗崽 5-4"/>
              <p:cNvSpPr/>
              <p:nvPr/>
            </p:nvSpPr>
            <p:spPr>
              <a:xfrm>
                <a:off x="7743030" y="4686300"/>
                <a:ext cx="101600" cy="101600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defTabSz="914400" eaLnBrk="1" fontAlgn="auto" hangingPunct="1" indent="0" latinLnBrk="0" lvl="0" marL="0" marR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b="0" baseline="0" cap="none" i="0" kern="1200" kumimoji="0" lang="en-ID" noProof="0" normalizeH="0" spc="0" strike="noStrike" sz="1800" u="none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charset="-122" panose="00020600040101010101" pitchFamily="18" typeface="汉仪中黑S"/>
                  <a:sym charset="-122" panose="00020600040101010101" pitchFamily="18" typeface="汉仪中黑S"/>
                </a:endParaRPr>
              </a:p>
            </p:txBody>
          </p:sp>
        </p:grpSp>
      </p:grpSp>
      <p:sp>
        <p:nvSpPr>
          <p:cNvPr id="4" name="稻壳儿：耗崽 6"/>
          <p:cNvSpPr/>
          <p:nvPr/>
        </p:nvSpPr>
        <p:spPr bwMode="auto">
          <a:xfrm>
            <a:off x="1339468" y="2079322"/>
            <a:ext cx="2180118" cy="1943239"/>
          </a:xfrm>
          <a:custGeom>
            <a:avLst/>
            <a:gdLst>
              <a:gd fmla="*/ 282 w 3216" name="T0"/>
              <a:gd fmla="*/ 0 h 2855" name="T1"/>
              <a:gd fmla="*/ 2934 w 3216" name="T2"/>
              <a:gd fmla="*/ 0 h 2855" name="T3"/>
              <a:gd fmla="*/ 3216 w 3216" name="T4"/>
              <a:gd fmla="*/ 282 h 2855" name="T5"/>
              <a:gd fmla="*/ 3216 w 3216" name="T6"/>
              <a:gd fmla="*/ 2006 h 2855" name="T7"/>
              <a:gd fmla="*/ 3043 w 3216" name="T8"/>
              <a:gd fmla="*/ 2266 h 2855" name="T9"/>
              <a:gd fmla="*/ 1717 w 3216" name="T10"/>
              <a:gd fmla="*/ 2825 h 2855" name="T11"/>
              <a:gd fmla="*/ 1498 w 3216" name="T12"/>
              <a:gd fmla="*/ 2825 h 2855" name="T13"/>
              <a:gd fmla="*/ 173 w 3216" name="T14"/>
              <a:gd fmla="*/ 2266 h 2855" name="T15"/>
              <a:gd fmla="*/ 0 w 3216" name="T16"/>
              <a:gd fmla="*/ 2006 h 2855" name="T17"/>
              <a:gd fmla="*/ 0 w 3216" name="T18"/>
              <a:gd fmla="*/ 282 h 2855" name="T19"/>
              <a:gd fmla="*/ 282 w 3216" name="T20"/>
              <a:gd fmla="*/ 0 h 2855" name="T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b="b" l="0" r="r" t="0"/>
            <a:pathLst>
              <a:path h="2855" w="3216">
                <a:moveTo>
                  <a:pt x="282" y="0"/>
                </a:moveTo>
                <a:lnTo>
                  <a:pt x="2934" y="0"/>
                </a:lnTo>
                <a:cubicBezTo>
                  <a:pt x="3089" y="0"/>
                  <a:pt x="3216" y="127"/>
                  <a:pt x="3216" y="282"/>
                </a:cubicBezTo>
                <a:lnTo>
                  <a:pt x="3216" y="2006"/>
                </a:lnTo>
                <a:cubicBezTo>
                  <a:pt x="3216" y="2122"/>
                  <a:pt x="3150" y="2221"/>
                  <a:pt x="3043" y="2266"/>
                </a:cubicBezTo>
                <a:lnTo>
                  <a:pt x="1717" y="2825"/>
                </a:lnTo>
                <a:cubicBezTo>
                  <a:pt x="1645" y="2855"/>
                  <a:pt x="1571" y="2855"/>
                  <a:pt x="1498" y="2825"/>
                </a:cubicBezTo>
                <a:lnTo>
                  <a:pt x="173" y="2266"/>
                </a:lnTo>
                <a:cubicBezTo>
                  <a:pt x="66" y="2221"/>
                  <a:pt x="0" y="2122"/>
                  <a:pt x="0" y="2006"/>
                </a:cubicBezTo>
                <a:lnTo>
                  <a:pt x="0" y="282"/>
                </a:lnTo>
                <a:cubicBezTo>
                  <a:pt x="0" y="127"/>
                  <a:pt x="127" y="0"/>
                  <a:pt x="282" y="0"/>
                </a:cubicBezTo>
                <a:close/>
              </a:path>
            </a:pathLst>
          </a:custGeom>
          <a:solidFill>
            <a:srgbClr val="0F406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5" name="稻壳儿：耗崽 7"/>
          <p:cNvSpPr/>
          <p:nvPr/>
        </p:nvSpPr>
        <p:spPr bwMode="auto">
          <a:xfrm>
            <a:off x="1712604" y="1832030"/>
            <a:ext cx="1435943" cy="626784"/>
          </a:xfrm>
          <a:custGeom>
            <a:avLst/>
            <a:gdLst>
              <a:gd fmla="*/ 106 w 2118" name="T0"/>
              <a:gd fmla="*/ 0 h 920" name="T1"/>
              <a:gd fmla="*/ 2012 w 2118" name="T2"/>
              <a:gd fmla="*/ 0 h 920" name="T3"/>
              <a:gd fmla="*/ 2118 w 2118" name="T4"/>
              <a:gd fmla="*/ 106 h 920" name="T5"/>
              <a:gd fmla="*/ 2118 w 2118" name="T6"/>
              <a:gd fmla="*/ 410 h 920" name="T7"/>
              <a:gd fmla="*/ 2053 w 2118" name="T8"/>
              <a:gd fmla="*/ 507 h 920" name="T9"/>
              <a:gd fmla="*/ 1100 w 2118" name="T10"/>
              <a:gd fmla="*/ 909 h 920" name="T11"/>
              <a:gd fmla="*/ 1018 w 2118" name="T12"/>
              <a:gd fmla="*/ 909 h 920" name="T13"/>
              <a:gd fmla="*/ 65 w 2118" name="T14"/>
              <a:gd fmla="*/ 507 h 920" name="T15"/>
              <a:gd fmla="*/ 0 w 2118" name="T16"/>
              <a:gd fmla="*/ 410 h 920" name="T17"/>
              <a:gd fmla="*/ 0 w 2118" name="T18"/>
              <a:gd fmla="*/ 106 h 920" name="T19"/>
              <a:gd fmla="*/ 106 w 2118" name="T20"/>
              <a:gd fmla="*/ 0 h 920" name="T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b="b" l="0" r="r" t="0"/>
            <a:pathLst>
              <a:path h="920" w="2118">
                <a:moveTo>
                  <a:pt x="106" y="0"/>
                </a:moveTo>
                <a:lnTo>
                  <a:pt x="2012" y="0"/>
                </a:lnTo>
                <a:cubicBezTo>
                  <a:pt x="2070" y="0"/>
                  <a:pt x="2118" y="48"/>
                  <a:pt x="2118" y="106"/>
                </a:cubicBezTo>
                <a:lnTo>
                  <a:pt x="2118" y="410"/>
                </a:lnTo>
                <a:cubicBezTo>
                  <a:pt x="2118" y="453"/>
                  <a:pt x="2093" y="490"/>
                  <a:pt x="2053" y="507"/>
                </a:cubicBezTo>
                <a:lnTo>
                  <a:pt x="1100" y="909"/>
                </a:lnTo>
                <a:cubicBezTo>
                  <a:pt x="1073" y="920"/>
                  <a:pt x="1045" y="920"/>
                  <a:pt x="1018" y="909"/>
                </a:cubicBezTo>
                <a:lnTo>
                  <a:pt x="65" y="507"/>
                </a:lnTo>
                <a:cubicBezTo>
                  <a:pt x="25" y="490"/>
                  <a:pt x="0" y="453"/>
                  <a:pt x="0" y="410"/>
                </a:cubicBezTo>
                <a:lnTo>
                  <a:pt x="0" y="106"/>
                </a:lnTo>
                <a:cubicBezTo>
                  <a:pt x="0" y="48"/>
                  <a:pt x="48" y="0"/>
                  <a:pt x="106" y="0"/>
                </a:cubicBezTo>
                <a:close/>
              </a:path>
            </a:pathLst>
          </a:custGeom>
          <a:solidFill>
            <a:srgbClr val="0F4061"/>
          </a:solidFill>
          <a:ln w="31750">
            <a:solidFill>
              <a:srgbClr val="FFFD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6" name="稻壳儿：耗崽 8"/>
          <p:cNvSpPr/>
          <p:nvPr/>
        </p:nvSpPr>
        <p:spPr bwMode="auto">
          <a:xfrm>
            <a:off x="3783784" y="2079322"/>
            <a:ext cx="2180118" cy="1943239"/>
          </a:xfrm>
          <a:custGeom>
            <a:avLst/>
            <a:gdLst>
              <a:gd fmla="*/ 282 w 3216" name="T0"/>
              <a:gd fmla="*/ 0 h 2855" name="T1"/>
              <a:gd fmla="*/ 2934 w 3216" name="T2"/>
              <a:gd fmla="*/ 0 h 2855" name="T3"/>
              <a:gd fmla="*/ 3216 w 3216" name="T4"/>
              <a:gd fmla="*/ 282 h 2855" name="T5"/>
              <a:gd fmla="*/ 3216 w 3216" name="T6"/>
              <a:gd fmla="*/ 2006 h 2855" name="T7"/>
              <a:gd fmla="*/ 3043 w 3216" name="T8"/>
              <a:gd fmla="*/ 2266 h 2855" name="T9"/>
              <a:gd fmla="*/ 1717 w 3216" name="T10"/>
              <a:gd fmla="*/ 2825 h 2855" name="T11"/>
              <a:gd fmla="*/ 1498 w 3216" name="T12"/>
              <a:gd fmla="*/ 2825 h 2855" name="T13"/>
              <a:gd fmla="*/ 173 w 3216" name="T14"/>
              <a:gd fmla="*/ 2266 h 2855" name="T15"/>
              <a:gd fmla="*/ 0 w 3216" name="T16"/>
              <a:gd fmla="*/ 2006 h 2855" name="T17"/>
              <a:gd fmla="*/ 0 w 3216" name="T18"/>
              <a:gd fmla="*/ 282 h 2855" name="T19"/>
              <a:gd fmla="*/ 282 w 3216" name="T20"/>
              <a:gd fmla="*/ 0 h 2855" name="T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b="b" l="0" r="r" t="0"/>
            <a:pathLst>
              <a:path h="2855" w="3216">
                <a:moveTo>
                  <a:pt x="282" y="0"/>
                </a:moveTo>
                <a:lnTo>
                  <a:pt x="2934" y="0"/>
                </a:lnTo>
                <a:cubicBezTo>
                  <a:pt x="3089" y="0"/>
                  <a:pt x="3216" y="127"/>
                  <a:pt x="3216" y="282"/>
                </a:cubicBezTo>
                <a:lnTo>
                  <a:pt x="3216" y="2006"/>
                </a:lnTo>
                <a:cubicBezTo>
                  <a:pt x="3216" y="2122"/>
                  <a:pt x="3150" y="2221"/>
                  <a:pt x="3043" y="2266"/>
                </a:cubicBezTo>
                <a:lnTo>
                  <a:pt x="1717" y="2825"/>
                </a:lnTo>
                <a:cubicBezTo>
                  <a:pt x="1645" y="2855"/>
                  <a:pt x="1571" y="2855"/>
                  <a:pt x="1498" y="2825"/>
                </a:cubicBezTo>
                <a:lnTo>
                  <a:pt x="173" y="2266"/>
                </a:lnTo>
                <a:cubicBezTo>
                  <a:pt x="66" y="2221"/>
                  <a:pt x="0" y="2122"/>
                  <a:pt x="0" y="2006"/>
                </a:cubicBezTo>
                <a:lnTo>
                  <a:pt x="0" y="282"/>
                </a:lnTo>
                <a:cubicBezTo>
                  <a:pt x="0" y="127"/>
                  <a:pt x="127" y="0"/>
                  <a:pt x="282" y="0"/>
                </a:cubicBezTo>
                <a:close/>
              </a:path>
            </a:pathLst>
          </a:custGeom>
          <a:solidFill>
            <a:srgbClr val="0F406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7" name="稻壳儿：耗崽 9"/>
          <p:cNvSpPr/>
          <p:nvPr/>
        </p:nvSpPr>
        <p:spPr bwMode="auto">
          <a:xfrm>
            <a:off x="4156920" y="1832030"/>
            <a:ext cx="1435943" cy="626784"/>
          </a:xfrm>
          <a:custGeom>
            <a:avLst/>
            <a:gdLst>
              <a:gd fmla="*/ 106 w 2118" name="T0"/>
              <a:gd fmla="*/ 0 h 920" name="T1"/>
              <a:gd fmla="*/ 2012 w 2118" name="T2"/>
              <a:gd fmla="*/ 0 h 920" name="T3"/>
              <a:gd fmla="*/ 2118 w 2118" name="T4"/>
              <a:gd fmla="*/ 106 h 920" name="T5"/>
              <a:gd fmla="*/ 2118 w 2118" name="T6"/>
              <a:gd fmla="*/ 410 h 920" name="T7"/>
              <a:gd fmla="*/ 2053 w 2118" name="T8"/>
              <a:gd fmla="*/ 507 h 920" name="T9"/>
              <a:gd fmla="*/ 1100 w 2118" name="T10"/>
              <a:gd fmla="*/ 909 h 920" name="T11"/>
              <a:gd fmla="*/ 1018 w 2118" name="T12"/>
              <a:gd fmla="*/ 909 h 920" name="T13"/>
              <a:gd fmla="*/ 65 w 2118" name="T14"/>
              <a:gd fmla="*/ 507 h 920" name="T15"/>
              <a:gd fmla="*/ 0 w 2118" name="T16"/>
              <a:gd fmla="*/ 410 h 920" name="T17"/>
              <a:gd fmla="*/ 0 w 2118" name="T18"/>
              <a:gd fmla="*/ 106 h 920" name="T19"/>
              <a:gd fmla="*/ 106 w 2118" name="T20"/>
              <a:gd fmla="*/ 0 h 920" name="T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b="b" l="0" r="r" t="0"/>
            <a:pathLst>
              <a:path h="920" w="2118">
                <a:moveTo>
                  <a:pt x="106" y="0"/>
                </a:moveTo>
                <a:lnTo>
                  <a:pt x="2012" y="0"/>
                </a:lnTo>
                <a:cubicBezTo>
                  <a:pt x="2070" y="0"/>
                  <a:pt x="2118" y="48"/>
                  <a:pt x="2118" y="106"/>
                </a:cubicBezTo>
                <a:lnTo>
                  <a:pt x="2118" y="410"/>
                </a:lnTo>
                <a:cubicBezTo>
                  <a:pt x="2118" y="453"/>
                  <a:pt x="2093" y="490"/>
                  <a:pt x="2053" y="507"/>
                </a:cubicBezTo>
                <a:lnTo>
                  <a:pt x="1100" y="909"/>
                </a:lnTo>
                <a:cubicBezTo>
                  <a:pt x="1073" y="920"/>
                  <a:pt x="1045" y="920"/>
                  <a:pt x="1018" y="909"/>
                </a:cubicBezTo>
                <a:lnTo>
                  <a:pt x="65" y="507"/>
                </a:lnTo>
                <a:cubicBezTo>
                  <a:pt x="25" y="490"/>
                  <a:pt x="0" y="453"/>
                  <a:pt x="0" y="410"/>
                </a:cubicBezTo>
                <a:lnTo>
                  <a:pt x="0" y="106"/>
                </a:lnTo>
                <a:cubicBezTo>
                  <a:pt x="0" y="48"/>
                  <a:pt x="48" y="0"/>
                  <a:pt x="106" y="0"/>
                </a:cubicBezTo>
                <a:close/>
              </a:path>
            </a:pathLst>
          </a:custGeom>
          <a:solidFill>
            <a:srgbClr val="0F4061"/>
          </a:solidFill>
          <a:ln w="31750">
            <a:solidFill>
              <a:srgbClr val="FFFD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8" name="稻壳儿：耗崽 10"/>
          <p:cNvSpPr/>
          <p:nvPr/>
        </p:nvSpPr>
        <p:spPr bwMode="auto">
          <a:xfrm>
            <a:off x="6228100" y="2079322"/>
            <a:ext cx="2180118" cy="1943239"/>
          </a:xfrm>
          <a:custGeom>
            <a:avLst/>
            <a:gdLst>
              <a:gd fmla="*/ 282 w 3216" name="T0"/>
              <a:gd fmla="*/ 0 h 2855" name="T1"/>
              <a:gd fmla="*/ 2934 w 3216" name="T2"/>
              <a:gd fmla="*/ 0 h 2855" name="T3"/>
              <a:gd fmla="*/ 3216 w 3216" name="T4"/>
              <a:gd fmla="*/ 282 h 2855" name="T5"/>
              <a:gd fmla="*/ 3216 w 3216" name="T6"/>
              <a:gd fmla="*/ 2006 h 2855" name="T7"/>
              <a:gd fmla="*/ 3043 w 3216" name="T8"/>
              <a:gd fmla="*/ 2266 h 2855" name="T9"/>
              <a:gd fmla="*/ 1717 w 3216" name="T10"/>
              <a:gd fmla="*/ 2825 h 2855" name="T11"/>
              <a:gd fmla="*/ 1498 w 3216" name="T12"/>
              <a:gd fmla="*/ 2825 h 2855" name="T13"/>
              <a:gd fmla="*/ 173 w 3216" name="T14"/>
              <a:gd fmla="*/ 2266 h 2855" name="T15"/>
              <a:gd fmla="*/ 0 w 3216" name="T16"/>
              <a:gd fmla="*/ 2006 h 2855" name="T17"/>
              <a:gd fmla="*/ 0 w 3216" name="T18"/>
              <a:gd fmla="*/ 282 h 2855" name="T19"/>
              <a:gd fmla="*/ 282 w 3216" name="T20"/>
              <a:gd fmla="*/ 0 h 2855" name="T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b="b" l="0" r="r" t="0"/>
            <a:pathLst>
              <a:path h="2855" w="3216">
                <a:moveTo>
                  <a:pt x="282" y="0"/>
                </a:moveTo>
                <a:lnTo>
                  <a:pt x="2934" y="0"/>
                </a:lnTo>
                <a:cubicBezTo>
                  <a:pt x="3089" y="0"/>
                  <a:pt x="3216" y="127"/>
                  <a:pt x="3216" y="282"/>
                </a:cubicBezTo>
                <a:lnTo>
                  <a:pt x="3216" y="2006"/>
                </a:lnTo>
                <a:cubicBezTo>
                  <a:pt x="3216" y="2122"/>
                  <a:pt x="3150" y="2221"/>
                  <a:pt x="3043" y="2266"/>
                </a:cubicBezTo>
                <a:lnTo>
                  <a:pt x="1717" y="2825"/>
                </a:lnTo>
                <a:cubicBezTo>
                  <a:pt x="1645" y="2855"/>
                  <a:pt x="1571" y="2855"/>
                  <a:pt x="1498" y="2825"/>
                </a:cubicBezTo>
                <a:lnTo>
                  <a:pt x="173" y="2266"/>
                </a:lnTo>
                <a:cubicBezTo>
                  <a:pt x="66" y="2221"/>
                  <a:pt x="0" y="2122"/>
                  <a:pt x="0" y="2006"/>
                </a:cubicBezTo>
                <a:lnTo>
                  <a:pt x="0" y="282"/>
                </a:lnTo>
                <a:cubicBezTo>
                  <a:pt x="0" y="127"/>
                  <a:pt x="127" y="0"/>
                  <a:pt x="282" y="0"/>
                </a:cubicBezTo>
                <a:close/>
              </a:path>
            </a:pathLst>
          </a:custGeom>
          <a:solidFill>
            <a:srgbClr val="0F406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9" name="稻壳儿：耗崽 11"/>
          <p:cNvSpPr/>
          <p:nvPr/>
        </p:nvSpPr>
        <p:spPr bwMode="auto">
          <a:xfrm>
            <a:off x="6601234" y="1832030"/>
            <a:ext cx="1435943" cy="626784"/>
          </a:xfrm>
          <a:custGeom>
            <a:avLst/>
            <a:gdLst>
              <a:gd fmla="*/ 106 w 2118" name="T0"/>
              <a:gd fmla="*/ 0 h 920" name="T1"/>
              <a:gd fmla="*/ 2012 w 2118" name="T2"/>
              <a:gd fmla="*/ 0 h 920" name="T3"/>
              <a:gd fmla="*/ 2118 w 2118" name="T4"/>
              <a:gd fmla="*/ 106 h 920" name="T5"/>
              <a:gd fmla="*/ 2118 w 2118" name="T6"/>
              <a:gd fmla="*/ 410 h 920" name="T7"/>
              <a:gd fmla="*/ 2053 w 2118" name="T8"/>
              <a:gd fmla="*/ 507 h 920" name="T9"/>
              <a:gd fmla="*/ 1100 w 2118" name="T10"/>
              <a:gd fmla="*/ 909 h 920" name="T11"/>
              <a:gd fmla="*/ 1018 w 2118" name="T12"/>
              <a:gd fmla="*/ 909 h 920" name="T13"/>
              <a:gd fmla="*/ 65 w 2118" name="T14"/>
              <a:gd fmla="*/ 507 h 920" name="T15"/>
              <a:gd fmla="*/ 0 w 2118" name="T16"/>
              <a:gd fmla="*/ 410 h 920" name="T17"/>
              <a:gd fmla="*/ 0 w 2118" name="T18"/>
              <a:gd fmla="*/ 106 h 920" name="T19"/>
              <a:gd fmla="*/ 106 w 2118" name="T20"/>
              <a:gd fmla="*/ 0 h 920" name="T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b="b" l="0" r="r" t="0"/>
            <a:pathLst>
              <a:path h="920" w="2118">
                <a:moveTo>
                  <a:pt x="106" y="0"/>
                </a:moveTo>
                <a:lnTo>
                  <a:pt x="2012" y="0"/>
                </a:lnTo>
                <a:cubicBezTo>
                  <a:pt x="2070" y="0"/>
                  <a:pt x="2118" y="48"/>
                  <a:pt x="2118" y="106"/>
                </a:cubicBezTo>
                <a:lnTo>
                  <a:pt x="2118" y="410"/>
                </a:lnTo>
                <a:cubicBezTo>
                  <a:pt x="2118" y="453"/>
                  <a:pt x="2093" y="490"/>
                  <a:pt x="2053" y="507"/>
                </a:cubicBezTo>
                <a:lnTo>
                  <a:pt x="1100" y="909"/>
                </a:lnTo>
                <a:cubicBezTo>
                  <a:pt x="1073" y="920"/>
                  <a:pt x="1045" y="920"/>
                  <a:pt x="1018" y="909"/>
                </a:cubicBezTo>
                <a:lnTo>
                  <a:pt x="65" y="507"/>
                </a:lnTo>
                <a:cubicBezTo>
                  <a:pt x="25" y="490"/>
                  <a:pt x="0" y="453"/>
                  <a:pt x="0" y="410"/>
                </a:cubicBezTo>
                <a:lnTo>
                  <a:pt x="0" y="106"/>
                </a:lnTo>
                <a:cubicBezTo>
                  <a:pt x="0" y="48"/>
                  <a:pt x="48" y="0"/>
                  <a:pt x="106" y="0"/>
                </a:cubicBezTo>
                <a:close/>
              </a:path>
            </a:pathLst>
          </a:custGeom>
          <a:solidFill>
            <a:srgbClr val="0F4061"/>
          </a:solidFill>
          <a:ln w="31750">
            <a:solidFill>
              <a:srgbClr val="FFFD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0" name="稻壳儿：耗崽 12"/>
          <p:cNvSpPr/>
          <p:nvPr/>
        </p:nvSpPr>
        <p:spPr bwMode="auto">
          <a:xfrm>
            <a:off x="8672415" y="2079322"/>
            <a:ext cx="2180118" cy="1943239"/>
          </a:xfrm>
          <a:custGeom>
            <a:avLst/>
            <a:gdLst>
              <a:gd fmla="*/ 282 w 3216" name="T0"/>
              <a:gd fmla="*/ 0 h 2855" name="T1"/>
              <a:gd fmla="*/ 2934 w 3216" name="T2"/>
              <a:gd fmla="*/ 0 h 2855" name="T3"/>
              <a:gd fmla="*/ 3216 w 3216" name="T4"/>
              <a:gd fmla="*/ 282 h 2855" name="T5"/>
              <a:gd fmla="*/ 3216 w 3216" name="T6"/>
              <a:gd fmla="*/ 2006 h 2855" name="T7"/>
              <a:gd fmla="*/ 3043 w 3216" name="T8"/>
              <a:gd fmla="*/ 2266 h 2855" name="T9"/>
              <a:gd fmla="*/ 1717 w 3216" name="T10"/>
              <a:gd fmla="*/ 2825 h 2855" name="T11"/>
              <a:gd fmla="*/ 1498 w 3216" name="T12"/>
              <a:gd fmla="*/ 2825 h 2855" name="T13"/>
              <a:gd fmla="*/ 173 w 3216" name="T14"/>
              <a:gd fmla="*/ 2266 h 2855" name="T15"/>
              <a:gd fmla="*/ 0 w 3216" name="T16"/>
              <a:gd fmla="*/ 2006 h 2855" name="T17"/>
              <a:gd fmla="*/ 0 w 3216" name="T18"/>
              <a:gd fmla="*/ 282 h 2855" name="T19"/>
              <a:gd fmla="*/ 282 w 3216" name="T20"/>
              <a:gd fmla="*/ 0 h 2855" name="T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b="b" l="0" r="r" t="0"/>
            <a:pathLst>
              <a:path h="2855" w="3216">
                <a:moveTo>
                  <a:pt x="282" y="0"/>
                </a:moveTo>
                <a:lnTo>
                  <a:pt x="2934" y="0"/>
                </a:lnTo>
                <a:cubicBezTo>
                  <a:pt x="3089" y="0"/>
                  <a:pt x="3216" y="127"/>
                  <a:pt x="3216" y="282"/>
                </a:cubicBezTo>
                <a:lnTo>
                  <a:pt x="3216" y="2006"/>
                </a:lnTo>
                <a:cubicBezTo>
                  <a:pt x="3216" y="2122"/>
                  <a:pt x="3150" y="2221"/>
                  <a:pt x="3043" y="2266"/>
                </a:cubicBezTo>
                <a:lnTo>
                  <a:pt x="1717" y="2825"/>
                </a:lnTo>
                <a:cubicBezTo>
                  <a:pt x="1645" y="2855"/>
                  <a:pt x="1571" y="2855"/>
                  <a:pt x="1498" y="2825"/>
                </a:cubicBezTo>
                <a:lnTo>
                  <a:pt x="173" y="2266"/>
                </a:lnTo>
                <a:cubicBezTo>
                  <a:pt x="66" y="2221"/>
                  <a:pt x="0" y="2122"/>
                  <a:pt x="0" y="2006"/>
                </a:cubicBezTo>
                <a:lnTo>
                  <a:pt x="0" y="282"/>
                </a:lnTo>
                <a:cubicBezTo>
                  <a:pt x="0" y="127"/>
                  <a:pt x="127" y="0"/>
                  <a:pt x="282" y="0"/>
                </a:cubicBezTo>
                <a:close/>
              </a:path>
            </a:pathLst>
          </a:custGeom>
          <a:solidFill>
            <a:srgbClr val="0F406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1" name="稻壳儿：耗崽 13"/>
          <p:cNvSpPr/>
          <p:nvPr/>
        </p:nvSpPr>
        <p:spPr bwMode="auto">
          <a:xfrm>
            <a:off x="9045551" y="1832030"/>
            <a:ext cx="1435943" cy="626784"/>
          </a:xfrm>
          <a:custGeom>
            <a:avLst/>
            <a:gdLst>
              <a:gd fmla="*/ 106 w 2118" name="T0"/>
              <a:gd fmla="*/ 0 h 920" name="T1"/>
              <a:gd fmla="*/ 2012 w 2118" name="T2"/>
              <a:gd fmla="*/ 0 h 920" name="T3"/>
              <a:gd fmla="*/ 2118 w 2118" name="T4"/>
              <a:gd fmla="*/ 106 h 920" name="T5"/>
              <a:gd fmla="*/ 2118 w 2118" name="T6"/>
              <a:gd fmla="*/ 410 h 920" name="T7"/>
              <a:gd fmla="*/ 2053 w 2118" name="T8"/>
              <a:gd fmla="*/ 507 h 920" name="T9"/>
              <a:gd fmla="*/ 1100 w 2118" name="T10"/>
              <a:gd fmla="*/ 909 h 920" name="T11"/>
              <a:gd fmla="*/ 1018 w 2118" name="T12"/>
              <a:gd fmla="*/ 909 h 920" name="T13"/>
              <a:gd fmla="*/ 65 w 2118" name="T14"/>
              <a:gd fmla="*/ 507 h 920" name="T15"/>
              <a:gd fmla="*/ 0 w 2118" name="T16"/>
              <a:gd fmla="*/ 410 h 920" name="T17"/>
              <a:gd fmla="*/ 0 w 2118" name="T18"/>
              <a:gd fmla="*/ 106 h 920" name="T19"/>
              <a:gd fmla="*/ 106 w 2118" name="T20"/>
              <a:gd fmla="*/ 0 h 920" name="T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b="b" l="0" r="r" t="0"/>
            <a:pathLst>
              <a:path h="920" w="2118">
                <a:moveTo>
                  <a:pt x="106" y="0"/>
                </a:moveTo>
                <a:lnTo>
                  <a:pt x="2012" y="0"/>
                </a:lnTo>
                <a:cubicBezTo>
                  <a:pt x="2070" y="0"/>
                  <a:pt x="2118" y="48"/>
                  <a:pt x="2118" y="106"/>
                </a:cubicBezTo>
                <a:lnTo>
                  <a:pt x="2118" y="410"/>
                </a:lnTo>
                <a:cubicBezTo>
                  <a:pt x="2118" y="453"/>
                  <a:pt x="2093" y="490"/>
                  <a:pt x="2053" y="507"/>
                </a:cubicBezTo>
                <a:lnTo>
                  <a:pt x="1100" y="909"/>
                </a:lnTo>
                <a:cubicBezTo>
                  <a:pt x="1073" y="920"/>
                  <a:pt x="1045" y="920"/>
                  <a:pt x="1018" y="909"/>
                </a:cubicBezTo>
                <a:lnTo>
                  <a:pt x="65" y="507"/>
                </a:lnTo>
                <a:cubicBezTo>
                  <a:pt x="25" y="490"/>
                  <a:pt x="0" y="453"/>
                  <a:pt x="0" y="410"/>
                </a:cubicBezTo>
                <a:lnTo>
                  <a:pt x="0" y="106"/>
                </a:lnTo>
                <a:cubicBezTo>
                  <a:pt x="0" y="48"/>
                  <a:pt x="48" y="0"/>
                  <a:pt x="106" y="0"/>
                </a:cubicBezTo>
                <a:close/>
              </a:path>
            </a:pathLst>
          </a:custGeom>
          <a:solidFill>
            <a:srgbClr val="0F4061"/>
          </a:solidFill>
          <a:ln w="31750">
            <a:solidFill>
              <a:srgbClr val="FFFD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2" name="稻壳儿：耗崽 14"/>
          <p:cNvSpPr/>
          <p:nvPr/>
        </p:nvSpPr>
        <p:spPr>
          <a:xfrm>
            <a:off x="1326548" y="2713890"/>
            <a:ext cx="221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20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代码跟踪法</a:t>
            </a:r>
          </a:p>
        </p:txBody>
      </p:sp>
      <p:sp>
        <p:nvSpPr>
          <p:cNvPr id="13" name="稻壳儿：耗崽 15"/>
          <p:cNvSpPr/>
          <p:nvPr/>
        </p:nvSpPr>
        <p:spPr>
          <a:xfrm>
            <a:off x="3777794" y="2713890"/>
            <a:ext cx="221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dirty="0" lang="zh-CN" sz="2000">
                <a:solidFill>
                  <a:prstClr val="white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/>
            </a:r>
            <a:r>
              <a:rPr altLang="en-US" b="1" baseline="0" cap="none" dirty="0" i="0" kern="1200" kumimoji="0" lang="zh-CN" noProof="0" normalizeH="0" spc="0" strike="noStrike" sz="20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动手编程法</a:t>
            </a:r>
          </a:p>
        </p:txBody>
      </p:sp>
      <p:sp>
        <p:nvSpPr>
          <p:cNvPr id="14" name="稻壳儿：耗崽 16"/>
          <p:cNvSpPr/>
          <p:nvPr/>
        </p:nvSpPr>
        <p:spPr>
          <a:xfrm>
            <a:off x="6215690" y="2713890"/>
            <a:ext cx="221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20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自主学习法</a:t>
            </a:r>
          </a:p>
        </p:txBody>
      </p:sp>
      <p:sp>
        <p:nvSpPr>
          <p:cNvPr id="15" name="稻壳儿：耗崽 17"/>
          <p:cNvSpPr/>
          <p:nvPr/>
        </p:nvSpPr>
        <p:spPr>
          <a:xfrm>
            <a:off x="8653173" y="2713890"/>
            <a:ext cx="221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20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合作探究法</a:t>
            </a:r>
          </a:p>
        </p:txBody>
      </p:sp>
      <p:grpSp>
        <p:nvGrpSpPr>
          <p:cNvPr id="16" name="稻壳儿：耗崽 18"/>
          <p:cNvGrpSpPr/>
          <p:nvPr/>
        </p:nvGrpSpPr>
        <p:grpSpPr>
          <a:xfrm>
            <a:off x="2209761" y="1927746"/>
            <a:ext cx="439531" cy="414712"/>
            <a:chOff x="2209761" y="2404368"/>
            <a:chExt cx="439531" cy="414712"/>
          </a:xfrm>
        </p:grpSpPr>
        <p:sp>
          <p:nvSpPr>
            <p:cNvPr id="17" name="稻壳儿：耗崽 18-1"/>
            <p:cNvSpPr/>
            <p:nvPr/>
          </p:nvSpPr>
          <p:spPr bwMode="auto">
            <a:xfrm>
              <a:off x="2224027" y="2404368"/>
              <a:ext cx="425265" cy="268332"/>
            </a:xfrm>
            <a:custGeom>
              <a:avLst/>
              <a:gdLst>
                <a:gd fmla="*/ 880 w 921" name="T0"/>
                <a:gd fmla="*/ 447 h 581" name="T1"/>
                <a:gd fmla="*/ 879 w 921" name="T2"/>
                <a:gd fmla="*/ 427 h 581" name="T3"/>
                <a:gd fmla="*/ 431 w 921" name="T4"/>
                <a:gd fmla="*/ 0 h 581" name="T5"/>
                <a:gd fmla="*/ 3 w 921" name="T6"/>
                <a:gd fmla="*/ 317 h 581" name="T7"/>
                <a:gd fmla="*/ 0 w 921" name="T8"/>
                <a:gd fmla="*/ 326 h 581" name="T9"/>
                <a:gd fmla="*/ 108 w 921" name="T10"/>
                <a:gd fmla="*/ 326 h 581" name="T11"/>
                <a:gd fmla="*/ 109 w 921" name="T12"/>
                <a:gd fmla="*/ 322 h 581" name="T13"/>
                <a:gd fmla="*/ 431 w 921" name="T14"/>
                <a:gd fmla="*/ 102 h 581" name="T15"/>
                <a:gd fmla="*/ 776 w 921" name="T16"/>
                <a:gd fmla="*/ 424 h 581" name="T17"/>
                <a:gd fmla="*/ 778 w 921" name="T18"/>
                <a:gd fmla="*/ 447 h 581" name="T19"/>
                <a:gd fmla="*/ 729 w 921" name="T20"/>
                <a:gd fmla="*/ 447 h 581" name="T21"/>
                <a:gd fmla="*/ 826 w 921" name="T22"/>
                <a:gd fmla="*/ 581 h 581" name="T23"/>
                <a:gd fmla="*/ 921 w 921" name="T24"/>
                <a:gd fmla="*/ 447 h 581" name="T25"/>
                <a:gd fmla="*/ 880 w 921" name="T26"/>
                <a:gd fmla="*/ 447 h 581" name="T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b="b" l="0" r="r" t="0"/>
              <a:pathLst>
                <a:path h="581" w="921">
                  <a:moveTo>
                    <a:pt x="880" y="447"/>
                  </a:moveTo>
                  <a:cubicBezTo>
                    <a:pt x="879" y="427"/>
                    <a:pt x="879" y="427"/>
                    <a:pt x="879" y="427"/>
                  </a:cubicBezTo>
                  <a:cubicBezTo>
                    <a:pt x="867" y="187"/>
                    <a:pt x="670" y="0"/>
                    <a:pt x="431" y="0"/>
                  </a:cubicBezTo>
                  <a:cubicBezTo>
                    <a:pt x="236" y="0"/>
                    <a:pt x="60" y="130"/>
                    <a:pt x="3" y="317"/>
                  </a:cubicBezTo>
                  <a:cubicBezTo>
                    <a:pt x="0" y="326"/>
                    <a:pt x="0" y="326"/>
                    <a:pt x="0" y="326"/>
                  </a:cubicBezTo>
                  <a:cubicBezTo>
                    <a:pt x="108" y="326"/>
                    <a:pt x="108" y="326"/>
                    <a:pt x="108" y="326"/>
                  </a:cubicBezTo>
                  <a:cubicBezTo>
                    <a:pt x="109" y="322"/>
                    <a:pt x="109" y="322"/>
                    <a:pt x="109" y="322"/>
                  </a:cubicBezTo>
                  <a:cubicBezTo>
                    <a:pt x="162" y="188"/>
                    <a:pt x="288" y="102"/>
                    <a:pt x="431" y="102"/>
                  </a:cubicBezTo>
                  <a:cubicBezTo>
                    <a:pt x="612" y="102"/>
                    <a:pt x="763" y="244"/>
                    <a:pt x="776" y="424"/>
                  </a:cubicBezTo>
                  <a:cubicBezTo>
                    <a:pt x="778" y="447"/>
                    <a:pt x="778" y="447"/>
                    <a:pt x="778" y="447"/>
                  </a:cubicBezTo>
                  <a:cubicBezTo>
                    <a:pt x="729" y="447"/>
                    <a:pt x="729" y="447"/>
                    <a:pt x="729" y="447"/>
                  </a:cubicBezTo>
                  <a:cubicBezTo>
                    <a:pt x="826" y="581"/>
                    <a:pt x="826" y="581"/>
                    <a:pt x="826" y="581"/>
                  </a:cubicBezTo>
                  <a:cubicBezTo>
                    <a:pt x="921" y="447"/>
                    <a:pt x="921" y="447"/>
                    <a:pt x="921" y="447"/>
                  </a:cubicBezTo>
                  <a:lnTo>
                    <a:pt x="880" y="4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18" name="稻壳儿：耗崽 18-2"/>
            <p:cNvSpPr/>
            <p:nvPr/>
          </p:nvSpPr>
          <p:spPr bwMode="auto">
            <a:xfrm>
              <a:off x="2209761" y="2617782"/>
              <a:ext cx="386960" cy="201298"/>
            </a:xfrm>
            <a:custGeom>
              <a:avLst/>
              <a:gdLst>
                <a:gd fmla="*/ 704 w 838" name="T0"/>
                <a:gd fmla="*/ 235 h 436" name="T1"/>
                <a:gd fmla="*/ 462 w 838" name="T2"/>
                <a:gd fmla="*/ 334 h 436" name="T3"/>
                <a:gd fmla="*/ 166 w 838" name="T4"/>
                <a:gd fmla="*/ 166 h 436" name="T5"/>
                <a:gd fmla="*/ 147 w 838" name="T6"/>
                <a:gd fmla="*/ 134 h 436" name="T7"/>
                <a:gd fmla="*/ 192 w 838" name="T8"/>
                <a:gd fmla="*/ 134 h 436" name="T9"/>
                <a:gd fmla="*/ 95 w 838" name="T10"/>
                <a:gd fmla="*/ 0 h 436" name="T11"/>
                <a:gd fmla="*/ 0 w 838" name="T12"/>
                <a:gd fmla="*/ 134 h 436" name="T13"/>
                <a:gd fmla="*/ 38 w 838" name="T14"/>
                <a:gd fmla="*/ 134 h 436" name="T15"/>
                <a:gd fmla="*/ 43 w 838" name="T16"/>
                <a:gd fmla="*/ 147 h 436" name="T17"/>
                <a:gd fmla="*/ 462 w 838" name="T18"/>
                <a:gd fmla="*/ 436 h 436" name="T19"/>
                <a:gd fmla="*/ 830 w 838" name="T20"/>
                <a:gd fmla="*/ 244 h 436" name="T21"/>
                <a:gd fmla="*/ 838 w 838" name="T22"/>
                <a:gd fmla="*/ 233 h 436" name="T23"/>
                <a:gd fmla="*/ 706 w 838" name="T24"/>
                <a:gd fmla="*/ 233 h 436" name="T25"/>
                <a:gd fmla="*/ 704 w 838" name="T26"/>
                <a:gd fmla="*/ 235 h 436" name="T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b="b" l="0" r="r" t="0"/>
              <a:pathLst>
                <a:path h="436" w="838">
                  <a:moveTo>
                    <a:pt x="704" y="235"/>
                  </a:moveTo>
                  <a:cubicBezTo>
                    <a:pt x="640" y="298"/>
                    <a:pt x="551" y="334"/>
                    <a:pt x="462" y="334"/>
                  </a:cubicBezTo>
                  <a:cubicBezTo>
                    <a:pt x="342" y="334"/>
                    <a:pt x="228" y="270"/>
                    <a:pt x="166" y="166"/>
                  </a:cubicBezTo>
                  <a:cubicBezTo>
                    <a:pt x="147" y="134"/>
                    <a:pt x="147" y="134"/>
                    <a:pt x="147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43" y="147"/>
                    <a:pt x="43" y="147"/>
                    <a:pt x="43" y="147"/>
                  </a:cubicBezTo>
                  <a:cubicBezTo>
                    <a:pt x="109" y="320"/>
                    <a:pt x="278" y="436"/>
                    <a:pt x="462" y="436"/>
                  </a:cubicBezTo>
                  <a:cubicBezTo>
                    <a:pt x="609" y="436"/>
                    <a:pt x="746" y="364"/>
                    <a:pt x="830" y="244"/>
                  </a:cubicBezTo>
                  <a:cubicBezTo>
                    <a:pt x="838" y="233"/>
                    <a:pt x="838" y="233"/>
                    <a:pt x="838" y="233"/>
                  </a:cubicBezTo>
                  <a:cubicBezTo>
                    <a:pt x="706" y="233"/>
                    <a:pt x="706" y="233"/>
                    <a:pt x="706" y="233"/>
                  </a:cubicBezTo>
                  <a:lnTo>
                    <a:pt x="704" y="2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19" name="稻壳儿：耗崽 18-3"/>
            <p:cNvSpPr>
              <a:spLocks noEditPoints="1"/>
            </p:cNvSpPr>
            <p:nvPr/>
          </p:nvSpPr>
          <p:spPr bwMode="auto">
            <a:xfrm>
              <a:off x="2290866" y="2486646"/>
              <a:ext cx="260514" cy="254065"/>
            </a:xfrm>
            <a:custGeom>
              <a:avLst/>
              <a:gdLst>
                <a:gd fmla="*/ 0 w 564" name="T0"/>
                <a:gd fmla="*/ 227 h 550" name="T1"/>
                <a:gd fmla="*/ 0 w 564" name="T2"/>
                <a:gd fmla="*/ 327 h 550" name="T3"/>
                <a:gd fmla="*/ 46 w 564" name="T4"/>
                <a:gd fmla="*/ 327 h 550" name="T5"/>
                <a:gd fmla="*/ 80 w 564" name="T6"/>
                <a:gd fmla="*/ 407 h 550" name="T7"/>
                <a:gd fmla="*/ 48 w 564" name="T8"/>
                <a:gd fmla="*/ 439 h 550" name="T9"/>
                <a:gd fmla="*/ 119 w 564" name="T10"/>
                <a:gd fmla="*/ 510 h 550" name="T11"/>
                <a:gd fmla="*/ 151 w 564" name="T12"/>
                <a:gd fmla="*/ 478 h 550" name="T13"/>
                <a:gd fmla="*/ 230 w 564" name="T14"/>
                <a:gd fmla="*/ 511 h 550" name="T15"/>
                <a:gd fmla="*/ 230 w 564" name="T16"/>
                <a:gd fmla="*/ 550 h 550" name="T17"/>
                <a:gd fmla="*/ 330 w 564" name="T18"/>
                <a:gd fmla="*/ 550 h 550" name="T19"/>
                <a:gd fmla="*/ 330 w 564" name="T20"/>
                <a:gd fmla="*/ 512 h 550" name="T21"/>
                <a:gd fmla="*/ 414 w 564" name="T22"/>
                <a:gd fmla="*/ 478 h 550" name="T23"/>
                <a:gd fmla="*/ 444 w 564" name="T24"/>
                <a:gd fmla="*/ 509 h 550" name="T25"/>
                <a:gd fmla="*/ 515 w 564" name="T26"/>
                <a:gd fmla="*/ 438 h 550" name="T27"/>
                <a:gd fmla="*/ 485 w 564" name="T28"/>
                <a:gd fmla="*/ 408 h 550" name="T29"/>
                <a:gd fmla="*/ 520 w 564" name="T30"/>
                <a:gd fmla="*/ 327 h 550" name="T31"/>
                <a:gd fmla="*/ 564 w 564" name="T32"/>
                <a:gd fmla="*/ 327 h 550" name="T33"/>
                <a:gd fmla="*/ 564 w 564" name="T34"/>
                <a:gd fmla="*/ 227 h 550" name="T35"/>
                <a:gd fmla="*/ 521 w 564" name="T36"/>
                <a:gd fmla="*/ 227 h 550" name="T37"/>
                <a:gd fmla="*/ 486 w 564" name="T38"/>
                <a:gd fmla="*/ 143 h 550" name="T39"/>
                <a:gd fmla="*/ 518 w 564" name="T40"/>
                <a:gd fmla="*/ 111 h 550" name="T41"/>
                <a:gd fmla="*/ 447 w 564" name="T42"/>
                <a:gd fmla="*/ 40 h 550" name="T43"/>
                <a:gd fmla="*/ 415 w 564" name="T44"/>
                <a:gd fmla="*/ 72 h 550" name="T45"/>
                <a:gd fmla="*/ 330 w 564" name="T46"/>
                <a:gd fmla="*/ 38 h 550" name="T47"/>
                <a:gd fmla="*/ 330 w 564" name="T48"/>
                <a:gd fmla="*/ 0 h 550" name="T49"/>
                <a:gd fmla="*/ 230 w 564" name="T50"/>
                <a:gd fmla="*/ 0 h 550" name="T51"/>
                <a:gd fmla="*/ 230 w 564" name="T52"/>
                <a:gd fmla="*/ 39 h 550" name="T53"/>
                <a:gd fmla="*/ 150 w 564" name="T54"/>
                <a:gd fmla="*/ 73 h 550" name="T55"/>
                <a:gd fmla="*/ 116 w 564" name="T56"/>
                <a:gd fmla="*/ 39 h 550" name="T57"/>
                <a:gd fmla="*/ 45 w 564" name="T58"/>
                <a:gd fmla="*/ 110 h 550" name="T59"/>
                <a:gd fmla="*/ 79 w 564" name="T60"/>
                <a:gd fmla="*/ 144 h 550" name="T61"/>
                <a:gd fmla="*/ 45 w 564" name="T62"/>
                <a:gd fmla="*/ 227 h 550" name="T63"/>
                <a:gd fmla="*/ 0 w 564" name="T64"/>
                <a:gd fmla="*/ 227 h 550" name="T65"/>
                <a:gd fmla="*/ 283 w 564" name="T66"/>
                <a:gd fmla="*/ 104 h 550" name="T67"/>
                <a:gd fmla="*/ 456 w 564" name="T68"/>
                <a:gd fmla="*/ 275 h 550" name="T69"/>
                <a:gd fmla="*/ 283 w 564" name="T70"/>
                <a:gd fmla="*/ 446 h 550" name="T71"/>
                <a:gd fmla="*/ 110 w 564" name="T72"/>
                <a:gd fmla="*/ 275 h 550" name="T73"/>
                <a:gd fmla="*/ 283 w 564" name="T74"/>
                <a:gd fmla="*/ 104 h 550" name="T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b="b" l="0" r="r" t="0"/>
              <a:pathLst>
                <a:path h="550" w="564">
                  <a:moveTo>
                    <a:pt x="0" y="227"/>
                  </a:moveTo>
                  <a:cubicBezTo>
                    <a:pt x="0" y="327"/>
                    <a:pt x="0" y="327"/>
                    <a:pt x="0" y="327"/>
                  </a:cubicBezTo>
                  <a:cubicBezTo>
                    <a:pt x="46" y="327"/>
                    <a:pt x="46" y="327"/>
                    <a:pt x="46" y="327"/>
                  </a:cubicBezTo>
                  <a:cubicBezTo>
                    <a:pt x="52" y="356"/>
                    <a:pt x="64" y="383"/>
                    <a:pt x="80" y="407"/>
                  </a:cubicBezTo>
                  <a:cubicBezTo>
                    <a:pt x="48" y="439"/>
                    <a:pt x="48" y="439"/>
                    <a:pt x="48" y="439"/>
                  </a:cubicBezTo>
                  <a:cubicBezTo>
                    <a:pt x="119" y="510"/>
                    <a:pt x="119" y="510"/>
                    <a:pt x="119" y="510"/>
                  </a:cubicBezTo>
                  <a:cubicBezTo>
                    <a:pt x="151" y="478"/>
                    <a:pt x="151" y="478"/>
                    <a:pt x="151" y="478"/>
                  </a:cubicBezTo>
                  <a:cubicBezTo>
                    <a:pt x="175" y="493"/>
                    <a:pt x="202" y="504"/>
                    <a:pt x="230" y="511"/>
                  </a:cubicBezTo>
                  <a:cubicBezTo>
                    <a:pt x="230" y="550"/>
                    <a:pt x="230" y="550"/>
                    <a:pt x="230" y="550"/>
                  </a:cubicBezTo>
                  <a:cubicBezTo>
                    <a:pt x="330" y="550"/>
                    <a:pt x="330" y="550"/>
                    <a:pt x="330" y="550"/>
                  </a:cubicBezTo>
                  <a:cubicBezTo>
                    <a:pt x="330" y="512"/>
                    <a:pt x="330" y="512"/>
                    <a:pt x="330" y="512"/>
                  </a:cubicBezTo>
                  <a:cubicBezTo>
                    <a:pt x="360" y="506"/>
                    <a:pt x="389" y="494"/>
                    <a:pt x="414" y="478"/>
                  </a:cubicBezTo>
                  <a:cubicBezTo>
                    <a:pt x="444" y="509"/>
                    <a:pt x="444" y="509"/>
                    <a:pt x="444" y="509"/>
                  </a:cubicBezTo>
                  <a:cubicBezTo>
                    <a:pt x="515" y="438"/>
                    <a:pt x="515" y="438"/>
                    <a:pt x="515" y="438"/>
                  </a:cubicBezTo>
                  <a:cubicBezTo>
                    <a:pt x="485" y="408"/>
                    <a:pt x="485" y="408"/>
                    <a:pt x="485" y="408"/>
                  </a:cubicBezTo>
                  <a:cubicBezTo>
                    <a:pt x="502" y="384"/>
                    <a:pt x="514" y="356"/>
                    <a:pt x="520" y="327"/>
                  </a:cubicBezTo>
                  <a:cubicBezTo>
                    <a:pt x="564" y="327"/>
                    <a:pt x="564" y="327"/>
                    <a:pt x="564" y="327"/>
                  </a:cubicBezTo>
                  <a:cubicBezTo>
                    <a:pt x="564" y="227"/>
                    <a:pt x="564" y="227"/>
                    <a:pt x="564" y="227"/>
                  </a:cubicBezTo>
                  <a:cubicBezTo>
                    <a:pt x="521" y="227"/>
                    <a:pt x="521" y="227"/>
                    <a:pt x="521" y="227"/>
                  </a:cubicBezTo>
                  <a:cubicBezTo>
                    <a:pt x="515" y="196"/>
                    <a:pt x="503" y="168"/>
                    <a:pt x="486" y="143"/>
                  </a:cubicBezTo>
                  <a:cubicBezTo>
                    <a:pt x="518" y="111"/>
                    <a:pt x="518" y="111"/>
                    <a:pt x="518" y="111"/>
                  </a:cubicBezTo>
                  <a:cubicBezTo>
                    <a:pt x="447" y="40"/>
                    <a:pt x="447" y="40"/>
                    <a:pt x="447" y="40"/>
                  </a:cubicBezTo>
                  <a:cubicBezTo>
                    <a:pt x="415" y="72"/>
                    <a:pt x="415" y="72"/>
                    <a:pt x="415" y="72"/>
                  </a:cubicBezTo>
                  <a:cubicBezTo>
                    <a:pt x="389" y="56"/>
                    <a:pt x="361" y="44"/>
                    <a:pt x="330" y="38"/>
                  </a:cubicBezTo>
                  <a:cubicBezTo>
                    <a:pt x="330" y="0"/>
                    <a:pt x="330" y="0"/>
                    <a:pt x="330" y="0"/>
                  </a:cubicBezTo>
                  <a:cubicBezTo>
                    <a:pt x="230" y="0"/>
                    <a:pt x="230" y="0"/>
                    <a:pt x="230" y="0"/>
                  </a:cubicBezTo>
                  <a:cubicBezTo>
                    <a:pt x="230" y="39"/>
                    <a:pt x="230" y="39"/>
                    <a:pt x="230" y="39"/>
                  </a:cubicBezTo>
                  <a:cubicBezTo>
                    <a:pt x="201" y="46"/>
                    <a:pt x="174" y="57"/>
                    <a:pt x="150" y="73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45" y="110"/>
                    <a:pt x="45" y="110"/>
                    <a:pt x="45" y="110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63" y="169"/>
                    <a:pt x="51" y="197"/>
                    <a:pt x="45" y="227"/>
                  </a:cubicBezTo>
                  <a:lnTo>
                    <a:pt x="0" y="227"/>
                  </a:lnTo>
                  <a:close/>
                  <a:moveTo>
                    <a:pt x="283" y="104"/>
                  </a:moveTo>
                  <a:cubicBezTo>
                    <a:pt x="378" y="104"/>
                    <a:pt x="456" y="181"/>
                    <a:pt x="456" y="275"/>
                  </a:cubicBezTo>
                  <a:cubicBezTo>
                    <a:pt x="456" y="369"/>
                    <a:pt x="378" y="446"/>
                    <a:pt x="283" y="446"/>
                  </a:cubicBezTo>
                  <a:cubicBezTo>
                    <a:pt x="188" y="446"/>
                    <a:pt x="110" y="369"/>
                    <a:pt x="110" y="275"/>
                  </a:cubicBezTo>
                  <a:cubicBezTo>
                    <a:pt x="110" y="181"/>
                    <a:pt x="188" y="104"/>
                    <a:pt x="283" y="1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0" name="稻壳儿：耗崽 18-4"/>
            <p:cNvSpPr>
              <a:spLocks noEditPoints="1"/>
            </p:cNvSpPr>
            <p:nvPr/>
          </p:nvSpPr>
          <p:spPr bwMode="auto">
            <a:xfrm>
              <a:off x="2360636" y="2554071"/>
              <a:ext cx="120583" cy="119606"/>
            </a:xfrm>
            <a:custGeom>
              <a:avLst/>
              <a:gdLst>
                <a:gd fmla="*/ 131 w 261" name="T0"/>
                <a:gd fmla="*/ 259 h 259" name="T1"/>
                <a:gd fmla="*/ 261 w 261" name="T2"/>
                <a:gd fmla="*/ 129 h 259" name="T3"/>
                <a:gd fmla="*/ 131 w 261" name="T4"/>
                <a:gd fmla="*/ 0 h 259" name="T5"/>
                <a:gd fmla="*/ 0 w 261" name="T6"/>
                <a:gd fmla="*/ 129 h 259" name="T7"/>
                <a:gd fmla="*/ 131 w 261" name="T8"/>
                <a:gd fmla="*/ 259 h 259" name="T9"/>
                <a:gd fmla="*/ 131 w 261" name="T10"/>
                <a:gd fmla="*/ 42 h 259" name="T11"/>
                <a:gd fmla="*/ 219 w 261" name="T12"/>
                <a:gd fmla="*/ 129 h 259" name="T13"/>
                <a:gd fmla="*/ 131 w 261" name="T14"/>
                <a:gd fmla="*/ 217 h 259" name="T15"/>
                <a:gd fmla="*/ 42 w 261" name="T16"/>
                <a:gd fmla="*/ 129 h 259" name="T17"/>
                <a:gd fmla="*/ 131 w 261" name="T18"/>
                <a:gd fmla="*/ 42 h 259" name="T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b="b" l="0" r="r" t="0"/>
              <a:pathLst>
                <a:path h="259" w="261">
                  <a:moveTo>
                    <a:pt x="131" y="259"/>
                  </a:moveTo>
                  <a:cubicBezTo>
                    <a:pt x="203" y="259"/>
                    <a:pt x="261" y="201"/>
                    <a:pt x="261" y="129"/>
                  </a:cubicBezTo>
                  <a:cubicBezTo>
                    <a:pt x="261" y="58"/>
                    <a:pt x="203" y="0"/>
                    <a:pt x="131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1"/>
                    <a:pt x="58" y="259"/>
                    <a:pt x="131" y="259"/>
                  </a:cubicBezTo>
                  <a:close/>
                  <a:moveTo>
                    <a:pt x="131" y="42"/>
                  </a:moveTo>
                  <a:cubicBezTo>
                    <a:pt x="179" y="42"/>
                    <a:pt x="219" y="81"/>
                    <a:pt x="219" y="129"/>
                  </a:cubicBezTo>
                  <a:cubicBezTo>
                    <a:pt x="219" y="177"/>
                    <a:pt x="179" y="217"/>
                    <a:pt x="131" y="217"/>
                  </a:cubicBezTo>
                  <a:cubicBezTo>
                    <a:pt x="82" y="217"/>
                    <a:pt x="42" y="177"/>
                    <a:pt x="42" y="129"/>
                  </a:cubicBezTo>
                  <a:cubicBezTo>
                    <a:pt x="42" y="81"/>
                    <a:pt x="82" y="42"/>
                    <a:pt x="131" y="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1" name="稻壳儿：耗崽 18-5"/>
            <p:cNvSpPr>
              <a:spLocks noChangeArrowheads="1"/>
            </p:cNvSpPr>
            <p:nvPr/>
          </p:nvSpPr>
          <p:spPr bwMode="auto">
            <a:xfrm>
              <a:off x="2399527" y="2592767"/>
              <a:ext cx="42800" cy="41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</p:grpSp>
      <p:sp>
        <p:nvSpPr>
          <p:cNvPr id="22" name="稻壳儿：耗崽 19"/>
          <p:cNvSpPr>
            <a:spLocks noEditPoints="1"/>
          </p:cNvSpPr>
          <p:nvPr/>
        </p:nvSpPr>
        <p:spPr bwMode="auto">
          <a:xfrm>
            <a:off x="4714573" y="1904260"/>
            <a:ext cx="318539" cy="423139"/>
          </a:xfrm>
          <a:custGeom>
            <a:avLst/>
            <a:gdLst>
              <a:gd fmla="*/ 73939 w 625" name="T0"/>
              <a:gd fmla="*/ 124194 h 852" name="T1"/>
              <a:gd fmla="*/ 62217 w 625" name="T2"/>
              <a:gd fmla="*/ 766762 h 852" name="T3"/>
              <a:gd fmla="*/ 563563 w 625" name="T4"/>
              <a:gd fmla="*/ 188091 h 852" name="T5"/>
              <a:gd fmla="*/ 520281 w 625" name="T6"/>
              <a:gd fmla="*/ 201590 h 852" name="T7"/>
              <a:gd fmla="*/ 64021 w 625" name="T8"/>
              <a:gd fmla="*/ 722664 h 852" name="T9"/>
              <a:gd fmla="*/ 243459 w 625" name="T10"/>
              <a:gd fmla="*/ 81896 h 852" name="T11"/>
              <a:gd fmla="*/ 320104 w 625" name="T12"/>
              <a:gd fmla="*/ 81896 h 852" name="T13"/>
              <a:gd fmla="*/ 280429 w 625" name="T14"/>
              <a:gd fmla="*/ 122394 h 852" name="T15"/>
              <a:gd fmla="*/ 196571 w 625" name="T16"/>
              <a:gd fmla="*/ 83696 h 852" name="T17"/>
              <a:gd fmla="*/ 103696 w 625" name="T18"/>
              <a:gd fmla="*/ 194390 h 852" name="T19"/>
              <a:gd fmla="*/ 459867 w 625" name="T20"/>
              <a:gd fmla="*/ 194390 h 852" name="T21"/>
              <a:gd fmla="*/ 366992 w 625" name="T22"/>
              <a:gd fmla="*/ 83696 h 852" name="T23"/>
              <a:gd fmla="*/ 196571 w 625" name="T24"/>
              <a:gd fmla="*/ 83696 h 852" name="T25"/>
              <a:gd fmla="*/ 199276 w 625" name="T26"/>
              <a:gd fmla="*/ 582271 h 852" name="T27"/>
              <a:gd fmla="*/ 136157 w 625" name="T28"/>
              <a:gd fmla="*/ 600270 h 852" name="T29"/>
              <a:gd fmla="*/ 122631 w 625" name="T30"/>
              <a:gd fmla="*/ 613770 h 852" name="T31"/>
              <a:gd fmla="*/ 199276 w 625" name="T32"/>
              <a:gd fmla="*/ 619169 h 852" name="T33"/>
              <a:gd fmla="*/ 119025 w 625" name="T34"/>
              <a:gd fmla="*/ 658767 h 852" name="T35"/>
              <a:gd fmla="*/ 218212 w 625" name="T36"/>
              <a:gd fmla="*/ 610170 h 852" name="T37"/>
              <a:gd fmla="*/ 218212 w 625" name="T38"/>
              <a:gd fmla="*/ 578671 h 852" name="T39"/>
              <a:gd fmla="*/ 99187 w 625" name="T40"/>
              <a:gd fmla="*/ 584971 h 852" name="T41"/>
              <a:gd fmla="*/ 192964 w 625" name="T42"/>
              <a:gd fmla="*/ 683966 h 852" name="T43"/>
              <a:gd fmla="*/ 192964 w 625" name="T44"/>
              <a:gd fmla="*/ 301485 h 852" name="T45"/>
              <a:gd fmla="*/ 136157 w 625" name="T46"/>
              <a:gd fmla="*/ 318584 h 852" name="T47"/>
              <a:gd fmla="*/ 155994 w 625" name="T48"/>
              <a:gd fmla="*/ 368982 h 852" name="T49"/>
              <a:gd fmla="*/ 119025 w 625" name="T50"/>
              <a:gd fmla="*/ 382481 h 852" name="T51"/>
              <a:gd fmla="*/ 192964 w 625" name="T52"/>
              <a:gd fmla="*/ 281686 h 852" name="T53"/>
              <a:gd fmla="*/ 99187 w 625" name="T54"/>
              <a:gd fmla="*/ 380681 h 852" name="T55"/>
              <a:gd fmla="*/ 217310 w 625" name="T56"/>
              <a:gd fmla="*/ 323084 h 852" name="T57"/>
              <a:gd fmla="*/ 216408 w 625" name="T58"/>
              <a:gd fmla="*/ 296985 h 852" name="T59"/>
              <a:gd fmla="*/ 199276 w 625" name="T60"/>
              <a:gd fmla="*/ 452678 h 852" name="T61"/>
              <a:gd fmla="*/ 122631 w 625" name="T62"/>
              <a:gd fmla="*/ 471577 h 852" name="T63"/>
              <a:gd fmla="*/ 199276 w 625" name="T64"/>
              <a:gd fmla="*/ 522874 h 852" name="T65"/>
              <a:gd fmla="*/ 218212 w 625" name="T66"/>
              <a:gd fmla="*/ 438278 h 852" name="T67"/>
              <a:gd fmla="*/ 99187 w 625" name="T68"/>
              <a:gd fmla="*/ 442778 h 852" name="T69"/>
              <a:gd fmla="*/ 199276 w 625" name="T70"/>
              <a:gd fmla="*/ 541773 h 852" name="T71"/>
              <a:gd fmla="*/ 260592 w 625" name="T72"/>
              <a:gd fmla="*/ 418479 h 852" name="T73"/>
              <a:gd fmla="*/ 294856 w 625" name="T74"/>
              <a:gd fmla="*/ 650668 h 852" name="T75"/>
              <a:gd fmla="*/ 452654 w 625" name="T76"/>
              <a:gd fmla="*/ 602070 h 852" name="T77"/>
              <a:gd fmla="*/ 288544 w 625" name="T78"/>
              <a:gd fmla="*/ 644368 h 852" name="T79"/>
              <a:gd fmla="*/ 452654 w 625" name="T80"/>
              <a:gd fmla="*/ 456277 h 852" name="T81"/>
              <a:gd fmla="*/ 288544 w 625" name="T82"/>
              <a:gd fmla="*/ 368982 h 852" name="T83"/>
              <a:gd fmla="*/ 288544 w 625" name="T84"/>
              <a:gd fmla="*/ 316784 h 852" name="T85"/>
              <a:gd fmla="*/ 0 60000 65536" name="T86"/>
              <a:gd fmla="*/ 0 60000 65536" name="T87"/>
              <a:gd fmla="*/ 0 60000 65536" name="T88"/>
              <a:gd fmla="*/ 0 60000 65536" name="T89"/>
              <a:gd fmla="*/ 0 60000 65536" name="T90"/>
              <a:gd fmla="*/ 0 60000 65536" name="T91"/>
              <a:gd fmla="*/ 0 60000 65536" name="T92"/>
              <a:gd fmla="*/ 0 60000 65536" name="T93"/>
              <a:gd fmla="*/ 0 60000 65536" name="T94"/>
              <a:gd fmla="*/ 0 60000 65536" name="T95"/>
              <a:gd fmla="*/ 0 60000 65536" name="T96"/>
              <a:gd fmla="*/ 0 60000 65536" name="T97"/>
              <a:gd fmla="*/ 0 60000 65536" name="T98"/>
              <a:gd fmla="*/ 0 60000 65536" name="T99"/>
              <a:gd fmla="*/ 0 60000 65536" name="T100"/>
              <a:gd fmla="*/ 0 60000 65536" name="T101"/>
              <a:gd fmla="*/ 0 60000 65536" name="T102"/>
              <a:gd fmla="*/ 0 60000 65536" name="T103"/>
              <a:gd fmla="*/ 0 60000 65536" name="T104"/>
              <a:gd fmla="*/ 0 60000 65536" name="T105"/>
              <a:gd fmla="*/ 0 60000 65536" name="T106"/>
              <a:gd fmla="*/ 0 60000 65536" name="T107"/>
              <a:gd fmla="*/ 0 60000 65536" name="T108"/>
              <a:gd fmla="*/ 0 60000 65536" name="T109"/>
              <a:gd fmla="*/ 0 60000 65536" name="T110"/>
              <a:gd fmla="*/ 0 60000 65536" name="T111"/>
              <a:gd fmla="*/ 0 60000 65536" name="T112"/>
              <a:gd fmla="*/ 0 60000 65536" name="T113"/>
              <a:gd fmla="*/ 0 60000 65536" name="T114"/>
              <a:gd fmla="*/ 0 60000 65536" name="T115"/>
              <a:gd fmla="*/ 0 60000 65536" name="T116"/>
              <a:gd fmla="*/ 0 60000 65536" name="T117"/>
              <a:gd fmla="*/ 0 60000 65536" name="T118"/>
              <a:gd fmla="*/ 0 60000 65536" name="T119"/>
              <a:gd fmla="*/ 0 60000 65536" name="T120"/>
              <a:gd fmla="*/ 0 60000 65536" name="T121"/>
              <a:gd fmla="*/ 0 60000 65536" name="T122"/>
              <a:gd fmla="*/ 0 60000 65536" name="T123"/>
              <a:gd fmla="*/ 0 60000 65536" name="T124"/>
              <a:gd fmla="*/ 0 60000 65536" name="T125"/>
              <a:gd fmla="*/ 0 60000 65536" name="T126"/>
              <a:gd fmla="*/ 0 60000 65536" name="T127"/>
              <a:gd fmla="*/ 0 60000 65536" name="T128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b="b" l="0" r="r" t="0"/>
            <a:pathLst>
              <a:path h="852" w="625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23" name="稻壳儿：耗崽 20"/>
          <p:cNvGrpSpPr/>
          <p:nvPr/>
        </p:nvGrpSpPr>
        <p:grpSpPr>
          <a:xfrm>
            <a:off x="7132259" y="1950483"/>
            <a:ext cx="371800" cy="330383"/>
            <a:chOff x="6007636" y="4287159"/>
            <a:chExt cx="438051" cy="389258"/>
          </a:xfrm>
          <a:solidFill>
            <a:schemeClr val="bg1"/>
          </a:solidFill>
        </p:grpSpPr>
        <p:sp>
          <p:nvSpPr>
            <p:cNvPr id="24" name="稻壳儿：耗崽 20-1"/>
            <p:cNvSpPr>
              <a:spLocks noEditPoints="1"/>
            </p:cNvSpPr>
            <p:nvPr/>
          </p:nvSpPr>
          <p:spPr bwMode="auto">
            <a:xfrm>
              <a:off x="6007636" y="4287159"/>
              <a:ext cx="438051" cy="389258"/>
            </a:xfrm>
            <a:custGeom>
              <a:avLst/>
              <a:gdLst>
                <a:gd fmla="*/ 166 w 171" name="T0"/>
                <a:gd fmla="*/ 0 h 152" name="T1"/>
                <a:gd fmla="*/ 6 w 171" name="T2"/>
                <a:gd fmla="*/ 0 h 152" name="T3"/>
                <a:gd fmla="*/ 0 w 171" name="T4"/>
                <a:gd fmla="*/ 5 h 152" name="T5"/>
                <a:gd fmla="*/ 0 w 171" name="T6"/>
                <a:gd fmla="*/ 146 h 152" name="T7"/>
                <a:gd fmla="*/ 6 w 171" name="T8"/>
                <a:gd fmla="*/ 152 h 152" name="T9"/>
                <a:gd fmla="*/ 166 w 171" name="T10"/>
                <a:gd fmla="*/ 152 h 152" name="T11"/>
                <a:gd fmla="*/ 171 w 171" name="T12"/>
                <a:gd fmla="*/ 146 h 152" name="T13"/>
                <a:gd fmla="*/ 171 w 171" name="T14"/>
                <a:gd fmla="*/ 5 h 152" name="T15"/>
                <a:gd fmla="*/ 166 w 171" name="T16"/>
                <a:gd fmla="*/ 0 h 152" name="T17"/>
                <a:gd fmla="*/ 132 w 171" name="T18"/>
                <a:gd fmla="*/ 12 h 152" name="T19"/>
                <a:gd fmla="*/ 139 w 171" name="T20"/>
                <a:gd fmla="*/ 19 h 152" name="T21"/>
                <a:gd fmla="*/ 132 w 171" name="T22"/>
                <a:gd fmla="*/ 26 h 152" name="T23"/>
                <a:gd fmla="*/ 125 w 171" name="T24"/>
                <a:gd fmla="*/ 19 h 152" name="T25"/>
                <a:gd fmla="*/ 132 w 171" name="T26"/>
                <a:gd fmla="*/ 12 h 152" name="T27"/>
                <a:gd fmla="*/ 111 w 171" name="T28"/>
                <a:gd fmla="*/ 12 h 152" name="T29"/>
                <a:gd fmla="*/ 118 w 171" name="T30"/>
                <a:gd fmla="*/ 19 h 152" name="T31"/>
                <a:gd fmla="*/ 111 w 171" name="T32"/>
                <a:gd fmla="*/ 26 h 152" name="T33"/>
                <a:gd fmla="*/ 103 w 171" name="T34"/>
                <a:gd fmla="*/ 19 h 152" name="T35"/>
                <a:gd fmla="*/ 111 w 171" name="T36"/>
                <a:gd fmla="*/ 12 h 152" name="T37"/>
                <a:gd fmla="*/ 160 w 171" name="T38"/>
                <a:gd fmla="*/ 141 h 152" name="T39"/>
                <a:gd fmla="*/ 11 w 171" name="T40"/>
                <a:gd fmla="*/ 141 h 152" name="T41"/>
                <a:gd fmla="*/ 11 w 171" name="T42"/>
                <a:gd fmla="*/ 38 h 152" name="T43"/>
                <a:gd fmla="*/ 160 w 171" name="T44"/>
                <a:gd fmla="*/ 38 h 152" name="T45"/>
                <a:gd fmla="*/ 160 w 171" name="T46"/>
                <a:gd fmla="*/ 141 h 152" name="T47"/>
                <a:gd fmla="*/ 153 w 171" name="T48"/>
                <a:gd fmla="*/ 26 h 152" name="T49"/>
                <a:gd fmla="*/ 146 w 171" name="T50"/>
                <a:gd fmla="*/ 19 h 152" name="T51"/>
                <a:gd fmla="*/ 153 w 171" name="T52"/>
                <a:gd fmla="*/ 12 h 152" name="T53"/>
                <a:gd fmla="*/ 160 w 171" name="T54"/>
                <a:gd fmla="*/ 19 h 152" name="T55"/>
                <a:gd fmla="*/ 153 w 171" name="T56"/>
                <a:gd fmla="*/ 26 h 152" name="T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b="b" l="0" r="r" t="0"/>
              <a:pathLst>
                <a:path h="152" w="171">
                  <a:moveTo>
                    <a:pt x="16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9"/>
                    <a:pt x="3" y="152"/>
                    <a:pt x="6" y="152"/>
                  </a:cubicBezTo>
                  <a:cubicBezTo>
                    <a:pt x="166" y="152"/>
                    <a:pt x="166" y="152"/>
                    <a:pt x="166" y="152"/>
                  </a:cubicBezTo>
                  <a:cubicBezTo>
                    <a:pt x="169" y="152"/>
                    <a:pt x="171" y="149"/>
                    <a:pt x="171" y="146"/>
                  </a:cubicBezTo>
                  <a:cubicBezTo>
                    <a:pt x="171" y="5"/>
                    <a:pt x="171" y="5"/>
                    <a:pt x="171" y="5"/>
                  </a:cubicBezTo>
                  <a:cubicBezTo>
                    <a:pt x="171" y="2"/>
                    <a:pt x="169" y="0"/>
                    <a:pt x="166" y="0"/>
                  </a:cubicBezTo>
                  <a:close/>
                  <a:moveTo>
                    <a:pt x="132" y="12"/>
                  </a:moveTo>
                  <a:cubicBezTo>
                    <a:pt x="136" y="12"/>
                    <a:pt x="139" y="15"/>
                    <a:pt x="139" y="19"/>
                  </a:cubicBezTo>
                  <a:cubicBezTo>
                    <a:pt x="139" y="23"/>
                    <a:pt x="136" y="26"/>
                    <a:pt x="132" y="26"/>
                  </a:cubicBezTo>
                  <a:cubicBezTo>
                    <a:pt x="128" y="26"/>
                    <a:pt x="125" y="23"/>
                    <a:pt x="125" y="19"/>
                  </a:cubicBezTo>
                  <a:cubicBezTo>
                    <a:pt x="125" y="15"/>
                    <a:pt x="128" y="12"/>
                    <a:pt x="132" y="12"/>
                  </a:cubicBezTo>
                  <a:close/>
                  <a:moveTo>
                    <a:pt x="111" y="12"/>
                  </a:moveTo>
                  <a:cubicBezTo>
                    <a:pt x="115" y="12"/>
                    <a:pt x="118" y="15"/>
                    <a:pt x="118" y="19"/>
                  </a:cubicBezTo>
                  <a:cubicBezTo>
                    <a:pt x="118" y="23"/>
                    <a:pt x="115" y="26"/>
                    <a:pt x="111" y="26"/>
                  </a:cubicBezTo>
                  <a:cubicBezTo>
                    <a:pt x="107" y="26"/>
                    <a:pt x="103" y="23"/>
                    <a:pt x="103" y="19"/>
                  </a:cubicBezTo>
                  <a:cubicBezTo>
                    <a:pt x="103" y="15"/>
                    <a:pt x="107" y="12"/>
                    <a:pt x="111" y="12"/>
                  </a:cubicBezTo>
                  <a:close/>
                  <a:moveTo>
                    <a:pt x="160" y="141"/>
                  </a:moveTo>
                  <a:cubicBezTo>
                    <a:pt x="11" y="141"/>
                    <a:pt x="11" y="141"/>
                    <a:pt x="11" y="14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60" y="38"/>
                    <a:pt x="160" y="38"/>
                    <a:pt x="160" y="38"/>
                  </a:cubicBezTo>
                  <a:lnTo>
                    <a:pt x="160" y="141"/>
                  </a:lnTo>
                  <a:close/>
                  <a:moveTo>
                    <a:pt x="153" y="26"/>
                  </a:moveTo>
                  <a:cubicBezTo>
                    <a:pt x="149" y="26"/>
                    <a:pt x="146" y="23"/>
                    <a:pt x="146" y="19"/>
                  </a:cubicBezTo>
                  <a:cubicBezTo>
                    <a:pt x="146" y="15"/>
                    <a:pt x="149" y="12"/>
                    <a:pt x="153" y="12"/>
                  </a:cubicBezTo>
                  <a:cubicBezTo>
                    <a:pt x="157" y="12"/>
                    <a:pt x="160" y="15"/>
                    <a:pt x="160" y="19"/>
                  </a:cubicBezTo>
                  <a:cubicBezTo>
                    <a:pt x="160" y="23"/>
                    <a:pt x="157" y="26"/>
                    <a:pt x="153" y="2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5" name="稻壳儿：耗崽 20-2"/>
            <p:cNvSpPr/>
            <p:nvPr/>
          </p:nvSpPr>
          <p:spPr bwMode="auto">
            <a:xfrm>
              <a:off x="6287381" y="4404262"/>
              <a:ext cx="40119" cy="33613"/>
            </a:xfrm>
            <a:custGeom>
              <a:avLst/>
              <a:gdLst>
                <a:gd fmla="*/ 16 w 16" name="T0"/>
                <a:gd fmla="*/ 11 h 13" name="T1"/>
                <a:gd fmla="*/ 13 w 16" name="T2"/>
                <a:gd fmla="*/ 13 h 13" name="T3"/>
                <a:gd fmla="*/ 2 w 16" name="T4"/>
                <a:gd fmla="*/ 13 h 13" name="T5"/>
                <a:gd fmla="*/ 0 w 16" name="T6"/>
                <a:gd fmla="*/ 11 h 13" name="T7"/>
                <a:gd fmla="*/ 0 w 16" name="T8"/>
                <a:gd fmla="*/ 2 h 13" name="T9"/>
                <a:gd fmla="*/ 2 w 16" name="T10"/>
                <a:gd fmla="*/ 0 h 13" name="T11"/>
                <a:gd fmla="*/ 13 w 16" name="T12"/>
                <a:gd fmla="*/ 0 h 13" name="T13"/>
                <a:gd fmla="*/ 16 w 16" name="T14"/>
                <a:gd fmla="*/ 2 h 13" name="T15"/>
                <a:gd fmla="*/ 16 w 16" name="T16"/>
                <a:gd fmla="*/ 11 h 13" name="T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b="b" l="0" r="r" t="0"/>
              <a:pathLst>
                <a:path h="13" w="16">
                  <a:moveTo>
                    <a:pt x="16" y="11"/>
                  </a:moveTo>
                  <a:cubicBezTo>
                    <a:pt x="16" y="12"/>
                    <a:pt x="15" y="13"/>
                    <a:pt x="13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0" y="12"/>
                    <a:pt x="0" y="1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6" y="1"/>
                    <a:pt x="16" y="2"/>
                  </a:cubicBezTo>
                  <a:lnTo>
                    <a:pt x="16" y="1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6" name="稻壳儿：耗崽 20-3"/>
            <p:cNvSpPr/>
            <p:nvPr/>
          </p:nvSpPr>
          <p:spPr bwMode="auto">
            <a:xfrm>
              <a:off x="6222324" y="4435706"/>
              <a:ext cx="46625" cy="48793"/>
            </a:xfrm>
            <a:custGeom>
              <a:avLst/>
              <a:gdLst>
                <a:gd fmla="*/ 17 w 18" name="T0"/>
                <a:gd fmla="*/ 4 h 19" name="T1"/>
                <a:gd fmla="*/ 18 w 18" name="T2"/>
                <a:gd fmla="*/ 8 h 19" name="T3"/>
                <a:gd fmla="*/ 12 w 18" name="T4"/>
                <a:gd fmla="*/ 17 h 19" name="T5"/>
                <a:gd fmla="*/ 9 w 18" name="T6"/>
                <a:gd fmla="*/ 18 h 19" name="T7"/>
                <a:gd fmla="*/ 1 w 18" name="T8"/>
                <a:gd fmla="*/ 14 h 19" name="T9"/>
                <a:gd fmla="*/ 0 w 18" name="T10"/>
                <a:gd fmla="*/ 11 h 19" name="T11"/>
                <a:gd fmla="*/ 6 w 18" name="T12"/>
                <a:gd fmla="*/ 1 h 19" name="T13"/>
                <a:gd fmla="*/ 9 w 18" name="T14"/>
                <a:gd fmla="*/ 0 h 19" name="T15"/>
                <a:gd fmla="*/ 17 w 18" name="T16"/>
                <a:gd fmla="*/ 4 h 19" name="T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b="b" l="0" r="r" t="0"/>
              <a:pathLst>
                <a:path h="19" w="18">
                  <a:moveTo>
                    <a:pt x="17" y="4"/>
                  </a:moveTo>
                  <a:cubicBezTo>
                    <a:pt x="18" y="5"/>
                    <a:pt x="18" y="7"/>
                    <a:pt x="18" y="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10" y="19"/>
                    <a:pt x="9" y="18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4"/>
                    <a:pt x="0" y="12"/>
                    <a:pt x="0" y="1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0"/>
                    <a:pt x="8" y="0"/>
                    <a:pt x="9" y="0"/>
                  </a:cubicBezTo>
                  <a:lnTo>
                    <a:pt x="17" y="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7" name="稻壳儿：耗崽 20-4"/>
            <p:cNvSpPr/>
            <p:nvPr/>
          </p:nvSpPr>
          <p:spPr bwMode="auto">
            <a:xfrm>
              <a:off x="6225577" y="4505100"/>
              <a:ext cx="45540" cy="50962"/>
            </a:xfrm>
            <a:custGeom>
              <a:avLst/>
              <a:gdLst>
                <a:gd fmla="*/ 9 w 18" name="T0"/>
                <a:gd fmla="*/ 1 h 20" name="T1"/>
                <a:gd fmla="*/ 12 w 18" name="T2"/>
                <a:gd fmla="*/ 2 h 20" name="T3"/>
                <a:gd fmla="*/ 18 w 18" name="T4"/>
                <a:gd fmla="*/ 12 h 20" name="T5"/>
                <a:gd fmla="*/ 17 w 18" name="T6"/>
                <a:gd fmla="*/ 15 h 20" name="T7"/>
                <a:gd fmla="*/ 9 w 18" name="T8"/>
                <a:gd fmla="*/ 19 h 20" name="T9"/>
                <a:gd fmla="*/ 6 w 18" name="T10"/>
                <a:gd fmla="*/ 18 h 20" name="T11"/>
                <a:gd fmla="*/ 0 w 18" name="T12"/>
                <a:gd fmla="*/ 9 h 20" name="T13"/>
                <a:gd fmla="*/ 1 w 18" name="T14"/>
                <a:gd fmla="*/ 5 h 20" name="T15"/>
                <a:gd fmla="*/ 9 w 18" name="T16"/>
                <a:gd fmla="*/ 1 h 20" name="T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b="b" l="0" r="r" t="0"/>
              <a:pathLst>
                <a:path h="20" w="18">
                  <a:moveTo>
                    <a:pt x="9" y="1"/>
                  </a:moveTo>
                  <a:cubicBezTo>
                    <a:pt x="10" y="0"/>
                    <a:pt x="11" y="1"/>
                    <a:pt x="12" y="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3"/>
                    <a:pt x="18" y="14"/>
                    <a:pt x="17" y="15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20"/>
                    <a:pt x="7" y="20"/>
                    <a:pt x="6" y="1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8"/>
                    <a:pt x="0" y="6"/>
                    <a:pt x="1" y="5"/>
                  </a:cubicBezTo>
                  <a:lnTo>
                    <a:pt x="9" y="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8" name="稻壳儿：耗崽 20-5"/>
            <p:cNvSpPr/>
            <p:nvPr/>
          </p:nvSpPr>
          <p:spPr bwMode="auto">
            <a:xfrm>
              <a:off x="6291718" y="4548471"/>
              <a:ext cx="41203" cy="33613"/>
            </a:xfrm>
            <a:custGeom>
              <a:avLst/>
              <a:gdLst>
                <a:gd fmla="*/ 0 w 16" name="T0"/>
                <a:gd fmla="*/ 2 h 13" name="T1"/>
                <a:gd fmla="*/ 2 w 16" name="T2"/>
                <a:gd fmla="*/ 0 h 13" name="T3"/>
                <a:gd fmla="*/ 13 w 16" name="T4"/>
                <a:gd fmla="*/ 0 h 13" name="T5"/>
                <a:gd fmla="*/ 16 w 16" name="T6"/>
                <a:gd fmla="*/ 2 h 13" name="T7"/>
                <a:gd fmla="*/ 16 w 16" name="T8"/>
                <a:gd fmla="*/ 10 h 13" name="T9"/>
                <a:gd fmla="*/ 13 w 16" name="T10"/>
                <a:gd fmla="*/ 13 h 13" name="T11"/>
                <a:gd fmla="*/ 2 w 16" name="T12"/>
                <a:gd fmla="*/ 13 h 13" name="T13"/>
                <a:gd fmla="*/ 0 w 16" name="T14"/>
                <a:gd fmla="*/ 10 h 13" name="T15"/>
                <a:gd fmla="*/ 0 w 16" name="T16"/>
                <a:gd fmla="*/ 2 h 13" name="T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b="b" l="0" r="r" t="0"/>
              <a:pathLst>
                <a:path h="13" w="16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2"/>
                    <a:pt x="15" y="13"/>
                    <a:pt x="13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0" y="12"/>
                    <a:pt x="0" y="10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29" name="稻壳儿：耗崽 20-6"/>
            <p:cNvSpPr/>
            <p:nvPr/>
          </p:nvSpPr>
          <p:spPr bwMode="auto">
            <a:xfrm>
              <a:off x="6348101" y="4501847"/>
              <a:ext cx="48793" cy="48793"/>
            </a:xfrm>
            <a:custGeom>
              <a:avLst/>
              <a:gdLst>
                <a:gd fmla="*/ 2 w 19" name="T0"/>
                <a:gd fmla="*/ 14 h 19" name="T1"/>
                <a:gd fmla="*/ 1 w 19" name="T2"/>
                <a:gd fmla="*/ 11 h 19" name="T3"/>
                <a:gd fmla="*/ 6 w 19" name="T4"/>
                <a:gd fmla="*/ 1 h 19" name="T5"/>
                <a:gd fmla="*/ 10 w 19" name="T6"/>
                <a:gd fmla="*/ 0 h 19" name="T7"/>
                <a:gd fmla="*/ 17 w 19" name="T8"/>
                <a:gd fmla="*/ 5 h 19" name="T9"/>
                <a:gd fmla="*/ 18 w 19" name="T10"/>
                <a:gd fmla="*/ 8 h 19" name="T11"/>
                <a:gd fmla="*/ 12 w 19" name="T12"/>
                <a:gd fmla="*/ 18 h 19" name="T13"/>
                <a:gd fmla="*/ 9 w 19" name="T14"/>
                <a:gd fmla="*/ 19 h 19" name="T15"/>
                <a:gd fmla="*/ 2 w 19" name="T16"/>
                <a:gd fmla="*/ 14 h 19" name="T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b="b" l="0" r="r" t="0"/>
              <a:pathLst>
                <a:path h="19" w="19">
                  <a:moveTo>
                    <a:pt x="2" y="14"/>
                  </a:moveTo>
                  <a:cubicBezTo>
                    <a:pt x="1" y="14"/>
                    <a:pt x="0" y="12"/>
                    <a:pt x="1" y="1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5"/>
                    <a:pt x="19" y="7"/>
                    <a:pt x="18" y="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0" y="19"/>
                    <a:pt x="9" y="19"/>
                  </a:cubicBezTo>
                  <a:lnTo>
                    <a:pt x="2" y="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30" name="稻壳儿：耗崽 20-7"/>
            <p:cNvSpPr/>
            <p:nvPr/>
          </p:nvSpPr>
          <p:spPr bwMode="auto">
            <a:xfrm>
              <a:off x="6345932" y="4430285"/>
              <a:ext cx="48793" cy="48793"/>
            </a:xfrm>
            <a:custGeom>
              <a:avLst/>
              <a:gdLst>
                <a:gd fmla="*/ 10 w 19" name="T0"/>
                <a:gd fmla="*/ 19 h 19" name="T1"/>
                <a:gd fmla="*/ 6 w 19" name="T2"/>
                <a:gd fmla="*/ 18 h 19" name="T3"/>
                <a:gd fmla="*/ 1 w 19" name="T4"/>
                <a:gd fmla="*/ 8 h 19" name="T5"/>
                <a:gd fmla="*/ 2 w 19" name="T6"/>
                <a:gd fmla="*/ 5 h 19" name="T7"/>
                <a:gd fmla="*/ 9 w 19" name="T8"/>
                <a:gd fmla="*/ 1 h 19" name="T9"/>
                <a:gd fmla="*/ 12 w 19" name="T10"/>
                <a:gd fmla="*/ 2 h 19" name="T11"/>
                <a:gd fmla="*/ 18 w 19" name="T12"/>
                <a:gd fmla="*/ 11 h 19" name="T13"/>
                <a:gd fmla="*/ 17 w 19" name="T14"/>
                <a:gd fmla="*/ 14 h 19" name="T15"/>
                <a:gd fmla="*/ 10 w 19" name="T16"/>
                <a:gd fmla="*/ 19 h 19" name="T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b="b" l="0" r="r" t="0"/>
              <a:pathLst>
                <a:path h="19" w="19">
                  <a:moveTo>
                    <a:pt x="10" y="19"/>
                  </a:moveTo>
                  <a:cubicBezTo>
                    <a:pt x="9" y="19"/>
                    <a:pt x="7" y="19"/>
                    <a:pt x="6" y="1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7"/>
                    <a:pt x="0" y="5"/>
                    <a:pt x="2" y="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0" y="0"/>
                    <a:pt x="12" y="0"/>
                    <a:pt x="12" y="2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12"/>
                    <a:pt x="18" y="14"/>
                    <a:pt x="17" y="14"/>
                  </a:cubicBezTo>
                  <a:lnTo>
                    <a:pt x="10" y="1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31" name="稻壳儿：耗崽 20-8"/>
            <p:cNvSpPr>
              <a:spLocks noEditPoints="1"/>
            </p:cNvSpPr>
            <p:nvPr/>
          </p:nvSpPr>
          <p:spPr bwMode="auto">
            <a:xfrm>
              <a:off x="6246178" y="4428116"/>
              <a:ext cx="127945" cy="127945"/>
            </a:xfrm>
            <a:custGeom>
              <a:avLst/>
              <a:gdLst>
                <a:gd fmla="*/ 25 w 50" name="T0"/>
                <a:gd fmla="*/ 0 h 50" name="T1"/>
                <a:gd fmla="*/ 0 w 50" name="T2"/>
                <a:gd fmla="*/ 25 h 50" name="T3"/>
                <a:gd fmla="*/ 25 w 50" name="T4"/>
                <a:gd fmla="*/ 50 h 50" name="T5"/>
                <a:gd fmla="*/ 50 w 50" name="T6"/>
                <a:gd fmla="*/ 25 h 50" name="T7"/>
                <a:gd fmla="*/ 25 w 50" name="T8"/>
                <a:gd fmla="*/ 0 h 50" name="T9"/>
                <a:gd fmla="*/ 25 w 50" name="T10"/>
                <a:gd fmla="*/ 37 h 50" name="T11"/>
                <a:gd fmla="*/ 13 w 50" name="T12"/>
                <a:gd fmla="*/ 25 h 50" name="T13"/>
                <a:gd fmla="*/ 25 w 50" name="T14"/>
                <a:gd fmla="*/ 13 h 50" name="T15"/>
                <a:gd fmla="*/ 37 w 50" name="T16"/>
                <a:gd fmla="*/ 25 h 50" name="T17"/>
                <a:gd fmla="*/ 25 w 50" name="T18"/>
                <a:gd fmla="*/ 37 h 50" name="T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b="b" l="0" r="r" t="0"/>
              <a:pathLst>
                <a:path h="50" w="50">
                  <a:moveTo>
                    <a:pt x="25" y="0"/>
                  </a:moveTo>
                  <a:cubicBezTo>
                    <a:pt x="11" y="0"/>
                    <a:pt x="0" y="12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0" y="39"/>
                    <a:pt x="50" y="25"/>
                  </a:cubicBezTo>
                  <a:cubicBezTo>
                    <a:pt x="50" y="12"/>
                    <a:pt x="39" y="0"/>
                    <a:pt x="25" y="0"/>
                  </a:cubicBezTo>
                  <a:close/>
                  <a:moveTo>
                    <a:pt x="25" y="37"/>
                  </a:moveTo>
                  <a:cubicBezTo>
                    <a:pt x="18" y="37"/>
                    <a:pt x="13" y="32"/>
                    <a:pt x="13" y="25"/>
                  </a:cubicBezTo>
                  <a:cubicBezTo>
                    <a:pt x="13" y="19"/>
                    <a:pt x="18" y="13"/>
                    <a:pt x="25" y="13"/>
                  </a:cubicBezTo>
                  <a:cubicBezTo>
                    <a:pt x="31" y="13"/>
                    <a:pt x="37" y="19"/>
                    <a:pt x="37" y="25"/>
                  </a:cubicBezTo>
                  <a:cubicBezTo>
                    <a:pt x="37" y="32"/>
                    <a:pt x="31" y="37"/>
                    <a:pt x="25" y="3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32" name="稻壳儿：耗崽 20-9"/>
            <p:cNvSpPr/>
            <p:nvPr/>
          </p:nvSpPr>
          <p:spPr bwMode="auto">
            <a:xfrm>
              <a:off x="6058597" y="4412936"/>
              <a:ext cx="161559" cy="201677"/>
            </a:xfrm>
            <a:custGeom>
              <a:avLst/>
              <a:gdLst>
                <a:gd fmla="*/ 27 w 63" name="T0"/>
                <a:gd fmla="*/ 78 h 79" name="T1"/>
                <a:gd fmla="*/ 28 w 63" name="T2"/>
                <a:gd fmla="*/ 78 h 79" name="T3"/>
                <a:gd fmla="*/ 29 w 63" name="T4"/>
                <a:gd fmla="*/ 78 h 79" name="T5"/>
                <a:gd fmla="*/ 30 w 63" name="T6"/>
                <a:gd fmla="*/ 78 h 79" name="T7"/>
                <a:gd fmla="*/ 30 w 63" name="T8"/>
                <a:gd fmla="*/ 79 h 79" name="T9"/>
                <a:gd fmla="*/ 31 w 63" name="T10"/>
                <a:gd fmla="*/ 79 h 79" name="T11"/>
                <a:gd fmla="*/ 31 w 63" name="T12"/>
                <a:gd fmla="*/ 79 h 79" name="T13"/>
                <a:gd fmla="*/ 31 w 63" name="T14"/>
                <a:gd fmla="*/ 79 h 79" name="T15"/>
                <a:gd fmla="*/ 33 w 63" name="T16"/>
                <a:gd fmla="*/ 79 h 79" name="T17"/>
                <a:gd fmla="*/ 33 w 63" name="T18"/>
                <a:gd fmla="*/ 78 h 79" name="T19"/>
                <a:gd fmla="*/ 34 w 63" name="T20"/>
                <a:gd fmla="*/ 78 h 79" name="T21"/>
                <a:gd fmla="*/ 35 w 63" name="T22"/>
                <a:gd fmla="*/ 78 h 79" name="T23"/>
                <a:gd fmla="*/ 35 w 63" name="T24"/>
                <a:gd fmla="*/ 78 h 79" name="T25"/>
                <a:gd fmla="*/ 36 w 63" name="T26"/>
                <a:gd fmla="*/ 77 h 79" name="T27"/>
                <a:gd fmla="*/ 36 w 63" name="T28"/>
                <a:gd fmla="*/ 77 h 79" name="T29"/>
                <a:gd fmla="*/ 59 w 63" name="T30"/>
                <a:gd fmla="*/ 60 h 79" name="T31"/>
                <a:gd fmla="*/ 61 w 63" name="T32"/>
                <a:gd fmla="*/ 50 h 79" name="T33"/>
                <a:gd fmla="*/ 50 w 63" name="T34"/>
                <a:gd fmla="*/ 48 h 79" name="T35"/>
                <a:gd fmla="*/ 39 w 63" name="T36"/>
                <a:gd fmla="*/ 56 h 79" name="T37"/>
                <a:gd fmla="*/ 39 w 63" name="T38"/>
                <a:gd fmla="*/ 7 h 79" name="T39"/>
                <a:gd fmla="*/ 31 w 63" name="T40"/>
                <a:gd fmla="*/ 0 h 79" name="T41"/>
                <a:gd fmla="*/ 24 w 63" name="T42"/>
                <a:gd fmla="*/ 7 h 79" name="T43"/>
                <a:gd fmla="*/ 24 w 63" name="T44"/>
                <a:gd fmla="*/ 56 h 79" name="T45"/>
                <a:gd fmla="*/ 13 w 63" name="T46"/>
                <a:gd fmla="*/ 48 h 79" name="T47"/>
                <a:gd fmla="*/ 2 w 63" name="T48"/>
                <a:gd fmla="*/ 50 h 79" name="T49"/>
                <a:gd fmla="*/ 0 w 63" name="T50"/>
                <a:gd fmla="*/ 54 h 79" name="T51"/>
                <a:gd fmla="*/ 4 w 63" name="T52"/>
                <a:gd fmla="*/ 60 h 79" name="T53"/>
                <a:gd fmla="*/ 27 w 63" name="T54"/>
                <a:gd fmla="*/ 77 h 79" name="T55"/>
                <a:gd fmla="*/ 27 w 63" name="T56"/>
                <a:gd fmla="*/ 77 h 79" name="T57"/>
                <a:gd fmla="*/ 27 w 63" name="T58"/>
                <a:gd fmla="*/ 78 h 79" name="T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b="b" l="0" r="r" t="0"/>
              <a:pathLst>
                <a:path h="79" w="63">
                  <a:moveTo>
                    <a:pt x="27" y="78"/>
                  </a:moveTo>
                  <a:cubicBezTo>
                    <a:pt x="28" y="78"/>
                    <a:pt x="28" y="78"/>
                    <a:pt x="28" y="78"/>
                  </a:cubicBezTo>
                  <a:cubicBezTo>
                    <a:pt x="28" y="78"/>
                    <a:pt x="29" y="78"/>
                    <a:pt x="29" y="78"/>
                  </a:cubicBezTo>
                  <a:cubicBezTo>
                    <a:pt x="29" y="78"/>
                    <a:pt x="29" y="78"/>
                    <a:pt x="30" y="7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1" y="79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2" y="79"/>
                    <a:pt x="32" y="79"/>
                    <a:pt x="33" y="79"/>
                  </a:cubicBezTo>
                  <a:cubicBezTo>
                    <a:pt x="33" y="79"/>
                    <a:pt x="33" y="79"/>
                    <a:pt x="33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4" y="78"/>
                    <a:pt x="34" y="78"/>
                    <a:pt x="35" y="78"/>
                  </a:cubicBezTo>
                  <a:cubicBezTo>
                    <a:pt x="35" y="78"/>
                    <a:pt x="35" y="78"/>
                    <a:pt x="35" y="78"/>
                  </a:cubicBezTo>
                  <a:cubicBezTo>
                    <a:pt x="36" y="78"/>
                    <a:pt x="36" y="77"/>
                    <a:pt x="36" y="77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63" y="58"/>
                    <a:pt x="63" y="53"/>
                    <a:pt x="61" y="50"/>
                  </a:cubicBezTo>
                  <a:cubicBezTo>
                    <a:pt x="59" y="46"/>
                    <a:pt x="54" y="45"/>
                    <a:pt x="50" y="48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3"/>
                    <a:pt x="36" y="0"/>
                    <a:pt x="31" y="0"/>
                  </a:cubicBezTo>
                  <a:cubicBezTo>
                    <a:pt x="27" y="0"/>
                    <a:pt x="24" y="3"/>
                    <a:pt x="24" y="7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9" y="45"/>
                    <a:pt x="4" y="46"/>
                    <a:pt x="2" y="50"/>
                  </a:cubicBezTo>
                  <a:cubicBezTo>
                    <a:pt x="1" y="51"/>
                    <a:pt x="0" y="53"/>
                    <a:pt x="0" y="54"/>
                  </a:cubicBezTo>
                  <a:cubicBezTo>
                    <a:pt x="0" y="56"/>
                    <a:pt x="1" y="59"/>
                    <a:pt x="4" y="60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77"/>
                    <a:pt x="27" y="78"/>
                    <a:pt x="27" y="7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33" name="稻壳儿：耗崽 21"/>
          <p:cNvGrpSpPr/>
          <p:nvPr/>
        </p:nvGrpSpPr>
        <p:grpSpPr>
          <a:xfrm>
            <a:off x="9583015" y="1893703"/>
            <a:ext cx="352927" cy="475730"/>
            <a:chOff x="3722033" y="3714538"/>
            <a:chExt cx="500321" cy="674410"/>
          </a:xfrm>
          <a:solidFill>
            <a:schemeClr val="bg1"/>
          </a:solidFill>
        </p:grpSpPr>
        <p:sp>
          <p:nvSpPr>
            <p:cNvPr id="34" name="稻壳儿：耗崽 21-1"/>
            <p:cNvSpPr>
              <a:spLocks noEditPoints="1"/>
            </p:cNvSpPr>
            <p:nvPr/>
          </p:nvSpPr>
          <p:spPr bwMode="auto">
            <a:xfrm>
              <a:off x="3818586" y="4203888"/>
              <a:ext cx="306118" cy="185060"/>
            </a:xfrm>
            <a:custGeom>
              <a:avLst/>
              <a:gdLst>
                <a:gd fmla="*/ 317 w 354" name="T0"/>
                <a:gd fmla="*/ 5 h 214" name="T1"/>
                <a:gd fmla="*/ 354 w 354" name="T2"/>
                <a:gd fmla="*/ 186 h 214" name="T3"/>
                <a:gd fmla="*/ 294 w 354" name="T4"/>
                <a:gd fmla="*/ 171 h 214" name="T5"/>
                <a:gd fmla="*/ 250 w 354" name="T6"/>
                <a:gd fmla="*/ 214 h 214" name="T7"/>
                <a:gd fmla="*/ 215 w 354" name="T8"/>
                <a:gd fmla="*/ 44 h 214" name="T9"/>
                <a:gd fmla="*/ 230 w 354" name="T10"/>
                <a:gd fmla="*/ 46 h 214" name="T11"/>
                <a:gd fmla="*/ 241 w 354" name="T12"/>
                <a:gd fmla="*/ 45 h 214" name="T13"/>
                <a:gd fmla="*/ 287 w 354" name="T14"/>
                <a:gd fmla="*/ 7 h 214" name="T15"/>
                <a:gd fmla="*/ 292 w 354" name="T16"/>
                <a:gd fmla="*/ 0 h 214" name="T17"/>
                <a:gd fmla="*/ 300 w 354" name="T18"/>
                <a:gd fmla="*/ 2 h 214" name="T19"/>
                <a:gd fmla="*/ 317 w 354" name="T20"/>
                <a:gd fmla="*/ 5 h 214" name="T21"/>
                <a:gd fmla="*/ 140 w 354" name="T22"/>
                <a:gd fmla="*/ 44 h 214" name="T23"/>
                <a:gd fmla="*/ 105 w 354" name="T24"/>
                <a:gd fmla="*/ 214 h 214" name="T25"/>
                <a:gd fmla="*/ 60 w 354" name="T26"/>
                <a:gd fmla="*/ 171 h 214" name="T27"/>
                <a:gd fmla="*/ 0 w 354" name="T28"/>
                <a:gd fmla="*/ 186 h 214" name="T29"/>
                <a:gd fmla="*/ 38 w 354" name="T30"/>
                <a:gd fmla="*/ 5 h 214" name="T31"/>
                <a:gd fmla="*/ 55 w 354" name="T32"/>
                <a:gd fmla="*/ 2 h 214" name="T33"/>
                <a:gd fmla="*/ 63 w 354" name="T34"/>
                <a:gd fmla="*/ 0 h 214" name="T35"/>
                <a:gd fmla="*/ 67 w 354" name="T36"/>
                <a:gd fmla="*/ 7 h 214" name="T37"/>
                <a:gd fmla="*/ 103 w 354" name="T38"/>
                <a:gd fmla="*/ 42 h 214" name="T39"/>
                <a:gd fmla="*/ 114 w 354" name="T40"/>
                <a:gd fmla="*/ 45 h 214" name="T41"/>
                <a:gd fmla="*/ 140 w 354" name="T42"/>
                <a:gd fmla="*/ 44 h 214" name="T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b="b" l="0" r="r" t="0"/>
              <a:pathLst>
                <a:path h="214" w="354">
                  <a:moveTo>
                    <a:pt x="317" y="5"/>
                  </a:moveTo>
                  <a:cubicBezTo>
                    <a:pt x="354" y="186"/>
                    <a:pt x="354" y="186"/>
                    <a:pt x="354" y="186"/>
                  </a:cubicBezTo>
                  <a:cubicBezTo>
                    <a:pt x="294" y="171"/>
                    <a:pt x="294" y="171"/>
                    <a:pt x="294" y="171"/>
                  </a:cubicBezTo>
                  <a:cubicBezTo>
                    <a:pt x="250" y="214"/>
                    <a:pt x="250" y="214"/>
                    <a:pt x="250" y="214"/>
                  </a:cubicBezTo>
                  <a:cubicBezTo>
                    <a:pt x="215" y="44"/>
                    <a:pt x="215" y="44"/>
                    <a:pt x="215" y="44"/>
                  </a:cubicBezTo>
                  <a:cubicBezTo>
                    <a:pt x="220" y="45"/>
                    <a:pt x="225" y="46"/>
                    <a:pt x="230" y="46"/>
                  </a:cubicBezTo>
                  <a:cubicBezTo>
                    <a:pt x="234" y="46"/>
                    <a:pt x="238" y="46"/>
                    <a:pt x="241" y="45"/>
                  </a:cubicBezTo>
                  <a:cubicBezTo>
                    <a:pt x="264" y="40"/>
                    <a:pt x="276" y="25"/>
                    <a:pt x="287" y="7"/>
                  </a:cubicBezTo>
                  <a:cubicBezTo>
                    <a:pt x="289" y="5"/>
                    <a:pt x="290" y="2"/>
                    <a:pt x="292" y="0"/>
                  </a:cubicBezTo>
                  <a:cubicBezTo>
                    <a:pt x="295" y="0"/>
                    <a:pt x="298" y="1"/>
                    <a:pt x="300" y="2"/>
                  </a:cubicBezTo>
                  <a:cubicBezTo>
                    <a:pt x="306" y="3"/>
                    <a:pt x="311" y="4"/>
                    <a:pt x="317" y="5"/>
                  </a:cubicBezTo>
                  <a:close/>
                  <a:moveTo>
                    <a:pt x="140" y="44"/>
                  </a:moveTo>
                  <a:cubicBezTo>
                    <a:pt x="105" y="214"/>
                    <a:pt x="105" y="214"/>
                    <a:pt x="105" y="214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43" y="4"/>
                    <a:pt x="49" y="3"/>
                    <a:pt x="55" y="2"/>
                  </a:cubicBezTo>
                  <a:cubicBezTo>
                    <a:pt x="57" y="1"/>
                    <a:pt x="60" y="1"/>
                    <a:pt x="63" y="0"/>
                  </a:cubicBezTo>
                  <a:cubicBezTo>
                    <a:pt x="65" y="2"/>
                    <a:pt x="66" y="5"/>
                    <a:pt x="67" y="7"/>
                  </a:cubicBezTo>
                  <a:cubicBezTo>
                    <a:pt x="77" y="21"/>
                    <a:pt x="86" y="35"/>
                    <a:pt x="103" y="42"/>
                  </a:cubicBezTo>
                  <a:cubicBezTo>
                    <a:pt x="106" y="43"/>
                    <a:pt x="110" y="44"/>
                    <a:pt x="114" y="45"/>
                  </a:cubicBezTo>
                  <a:cubicBezTo>
                    <a:pt x="123" y="47"/>
                    <a:pt x="131" y="46"/>
                    <a:pt x="140" y="4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35" name="稻壳儿：耗崽 21-2"/>
            <p:cNvSpPr>
              <a:spLocks noEditPoints="1"/>
            </p:cNvSpPr>
            <p:nvPr/>
          </p:nvSpPr>
          <p:spPr bwMode="auto">
            <a:xfrm>
              <a:off x="3722033" y="3714538"/>
              <a:ext cx="500321" cy="500687"/>
            </a:xfrm>
            <a:custGeom>
              <a:avLst/>
              <a:gdLst>
                <a:gd fmla="*/ 289 w 579" name="T0"/>
                <a:gd fmla="*/ 28 h 579" name="T1"/>
                <a:gd fmla="*/ 346 w 579" name="T2"/>
                <a:gd fmla="*/ 4 h 579" name="T3"/>
                <a:gd fmla="*/ 390 w 579" name="T4"/>
                <a:gd fmla="*/ 48 h 579" name="T5"/>
                <a:gd fmla="*/ 451 w 579" name="T6"/>
                <a:gd fmla="*/ 48 h 579" name="T7"/>
                <a:gd fmla="*/ 475 w 579" name="T8"/>
                <a:gd fmla="*/ 105 h 579" name="T9"/>
                <a:gd fmla="*/ 532 w 579" name="T10"/>
                <a:gd fmla="*/ 128 h 579" name="T11"/>
                <a:gd fmla="*/ 531 w 579" name="T12"/>
                <a:gd fmla="*/ 190 h 579" name="T13"/>
                <a:gd fmla="*/ 575 w 579" name="T14"/>
                <a:gd fmla="*/ 233 h 579" name="T15"/>
                <a:gd fmla="*/ 551 w 579" name="T16"/>
                <a:gd fmla="*/ 290 h 579" name="T17"/>
                <a:gd fmla="*/ 575 w 579" name="T18"/>
                <a:gd fmla="*/ 347 h 579" name="T19"/>
                <a:gd fmla="*/ 531 w 579" name="T20"/>
                <a:gd fmla="*/ 390 h 579" name="T21"/>
                <a:gd fmla="*/ 532 w 579" name="T22"/>
                <a:gd fmla="*/ 452 h 579" name="T23"/>
                <a:gd fmla="*/ 475 w 579" name="T24"/>
                <a:gd fmla="*/ 475 h 579" name="T25"/>
                <a:gd fmla="*/ 451 w 579" name="T26"/>
                <a:gd fmla="*/ 532 h 579" name="T27"/>
                <a:gd fmla="*/ 390 w 579" name="T28"/>
                <a:gd fmla="*/ 532 h 579" name="T29"/>
                <a:gd fmla="*/ 346 w 579" name="T30"/>
                <a:gd fmla="*/ 575 h 579" name="T31"/>
                <a:gd fmla="*/ 289 w 579" name="T32"/>
                <a:gd fmla="*/ 552 h 579" name="T33"/>
                <a:gd fmla="*/ 233 w 579" name="T34"/>
                <a:gd fmla="*/ 575 h 579" name="T35"/>
                <a:gd fmla="*/ 189 w 579" name="T36"/>
                <a:gd fmla="*/ 532 h 579" name="T37"/>
                <a:gd fmla="*/ 128 w 579" name="T38"/>
                <a:gd fmla="*/ 532 h 579" name="T39"/>
                <a:gd fmla="*/ 104 w 579" name="T40"/>
                <a:gd fmla="*/ 475 h 579" name="T41"/>
                <a:gd fmla="*/ 47 w 579" name="T42"/>
                <a:gd fmla="*/ 452 h 579" name="T43"/>
                <a:gd fmla="*/ 47 w 579" name="T44"/>
                <a:gd fmla="*/ 390 h 579" name="T45"/>
                <a:gd fmla="*/ 4 w 579" name="T46"/>
                <a:gd fmla="*/ 347 h 579" name="T47"/>
                <a:gd fmla="*/ 27 w 579" name="T48"/>
                <a:gd fmla="*/ 290 h 579" name="T49"/>
                <a:gd fmla="*/ 4 w 579" name="T50"/>
                <a:gd fmla="*/ 233 h 579" name="T51"/>
                <a:gd fmla="*/ 47 w 579" name="T52"/>
                <a:gd fmla="*/ 190 h 579" name="T53"/>
                <a:gd fmla="*/ 47 w 579" name="T54"/>
                <a:gd fmla="*/ 128 h 579" name="T55"/>
                <a:gd fmla="*/ 104 w 579" name="T56"/>
                <a:gd fmla="*/ 105 h 579" name="T57"/>
                <a:gd fmla="*/ 128 w 579" name="T58"/>
                <a:gd fmla="*/ 48 h 579" name="T59"/>
                <a:gd fmla="*/ 189 w 579" name="T60"/>
                <a:gd fmla="*/ 48 h 579" name="T61"/>
                <a:gd fmla="*/ 233 w 579" name="T62"/>
                <a:gd fmla="*/ 4 h 579" name="T63"/>
                <a:gd fmla="*/ 289 w 579" name="T64"/>
                <a:gd fmla="*/ 28 h 579" name="T65"/>
                <a:gd fmla="*/ 367 w 579" name="T66"/>
                <a:gd fmla="*/ 103 h 579" name="T67"/>
                <a:gd fmla="*/ 87 w 579" name="T68"/>
                <a:gd fmla="*/ 288 h 579" name="T69"/>
                <a:gd fmla="*/ 367 w 579" name="T70"/>
                <a:gd fmla="*/ 477 h 579" name="T71"/>
                <a:gd fmla="*/ 431 w 579" name="T72"/>
                <a:gd fmla="*/ 146 h 579" name="T73"/>
                <a:gd fmla="*/ 367 w 579" name="T74"/>
                <a:gd fmla="*/ 103 h 579" name="T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b="b" l="0" r="r" t="0"/>
              <a:pathLst>
                <a:path h="579" w="579">
                  <a:moveTo>
                    <a:pt x="289" y="28"/>
                  </a:moveTo>
                  <a:cubicBezTo>
                    <a:pt x="308" y="29"/>
                    <a:pt x="327" y="0"/>
                    <a:pt x="346" y="4"/>
                  </a:cubicBezTo>
                  <a:cubicBezTo>
                    <a:pt x="365" y="8"/>
                    <a:pt x="371" y="42"/>
                    <a:pt x="390" y="48"/>
                  </a:cubicBezTo>
                  <a:cubicBezTo>
                    <a:pt x="407" y="56"/>
                    <a:pt x="435" y="37"/>
                    <a:pt x="451" y="48"/>
                  </a:cubicBezTo>
                  <a:cubicBezTo>
                    <a:pt x="467" y="58"/>
                    <a:pt x="460" y="92"/>
                    <a:pt x="475" y="105"/>
                  </a:cubicBezTo>
                  <a:cubicBezTo>
                    <a:pt x="487" y="119"/>
                    <a:pt x="521" y="112"/>
                    <a:pt x="532" y="128"/>
                  </a:cubicBezTo>
                  <a:cubicBezTo>
                    <a:pt x="542" y="144"/>
                    <a:pt x="523" y="172"/>
                    <a:pt x="531" y="190"/>
                  </a:cubicBezTo>
                  <a:cubicBezTo>
                    <a:pt x="537" y="208"/>
                    <a:pt x="571" y="214"/>
                    <a:pt x="575" y="233"/>
                  </a:cubicBezTo>
                  <a:cubicBezTo>
                    <a:pt x="579" y="252"/>
                    <a:pt x="550" y="271"/>
                    <a:pt x="551" y="290"/>
                  </a:cubicBezTo>
                  <a:cubicBezTo>
                    <a:pt x="550" y="309"/>
                    <a:pt x="579" y="328"/>
                    <a:pt x="575" y="347"/>
                  </a:cubicBezTo>
                  <a:cubicBezTo>
                    <a:pt x="571" y="366"/>
                    <a:pt x="538" y="372"/>
                    <a:pt x="531" y="390"/>
                  </a:cubicBezTo>
                  <a:cubicBezTo>
                    <a:pt x="523" y="407"/>
                    <a:pt x="542" y="436"/>
                    <a:pt x="532" y="452"/>
                  </a:cubicBezTo>
                  <a:cubicBezTo>
                    <a:pt x="521" y="468"/>
                    <a:pt x="487" y="461"/>
                    <a:pt x="475" y="475"/>
                  </a:cubicBezTo>
                  <a:cubicBezTo>
                    <a:pt x="460" y="488"/>
                    <a:pt x="467" y="521"/>
                    <a:pt x="451" y="532"/>
                  </a:cubicBezTo>
                  <a:cubicBezTo>
                    <a:pt x="435" y="543"/>
                    <a:pt x="407" y="523"/>
                    <a:pt x="390" y="532"/>
                  </a:cubicBezTo>
                  <a:cubicBezTo>
                    <a:pt x="372" y="538"/>
                    <a:pt x="365" y="572"/>
                    <a:pt x="346" y="575"/>
                  </a:cubicBezTo>
                  <a:cubicBezTo>
                    <a:pt x="327" y="579"/>
                    <a:pt x="309" y="550"/>
                    <a:pt x="289" y="552"/>
                  </a:cubicBezTo>
                  <a:cubicBezTo>
                    <a:pt x="270" y="550"/>
                    <a:pt x="252" y="579"/>
                    <a:pt x="233" y="575"/>
                  </a:cubicBezTo>
                  <a:cubicBezTo>
                    <a:pt x="214" y="572"/>
                    <a:pt x="207" y="538"/>
                    <a:pt x="189" y="532"/>
                  </a:cubicBezTo>
                  <a:cubicBezTo>
                    <a:pt x="172" y="523"/>
                    <a:pt x="144" y="543"/>
                    <a:pt x="128" y="532"/>
                  </a:cubicBezTo>
                  <a:cubicBezTo>
                    <a:pt x="112" y="521"/>
                    <a:pt x="119" y="488"/>
                    <a:pt x="104" y="475"/>
                  </a:cubicBezTo>
                  <a:cubicBezTo>
                    <a:pt x="92" y="461"/>
                    <a:pt x="58" y="468"/>
                    <a:pt x="47" y="452"/>
                  </a:cubicBezTo>
                  <a:cubicBezTo>
                    <a:pt x="36" y="436"/>
                    <a:pt x="56" y="407"/>
                    <a:pt x="47" y="390"/>
                  </a:cubicBezTo>
                  <a:cubicBezTo>
                    <a:pt x="41" y="372"/>
                    <a:pt x="8" y="366"/>
                    <a:pt x="4" y="347"/>
                  </a:cubicBezTo>
                  <a:cubicBezTo>
                    <a:pt x="0" y="328"/>
                    <a:pt x="29" y="309"/>
                    <a:pt x="27" y="290"/>
                  </a:cubicBezTo>
                  <a:cubicBezTo>
                    <a:pt x="29" y="271"/>
                    <a:pt x="0" y="252"/>
                    <a:pt x="4" y="233"/>
                  </a:cubicBezTo>
                  <a:cubicBezTo>
                    <a:pt x="8" y="214"/>
                    <a:pt x="41" y="208"/>
                    <a:pt x="47" y="190"/>
                  </a:cubicBezTo>
                  <a:cubicBezTo>
                    <a:pt x="56" y="172"/>
                    <a:pt x="36" y="144"/>
                    <a:pt x="47" y="128"/>
                  </a:cubicBezTo>
                  <a:cubicBezTo>
                    <a:pt x="58" y="112"/>
                    <a:pt x="92" y="119"/>
                    <a:pt x="104" y="105"/>
                  </a:cubicBezTo>
                  <a:cubicBezTo>
                    <a:pt x="119" y="92"/>
                    <a:pt x="112" y="58"/>
                    <a:pt x="128" y="48"/>
                  </a:cubicBezTo>
                  <a:cubicBezTo>
                    <a:pt x="144" y="37"/>
                    <a:pt x="172" y="56"/>
                    <a:pt x="189" y="48"/>
                  </a:cubicBezTo>
                  <a:cubicBezTo>
                    <a:pt x="207" y="42"/>
                    <a:pt x="214" y="8"/>
                    <a:pt x="233" y="4"/>
                  </a:cubicBezTo>
                  <a:cubicBezTo>
                    <a:pt x="252" y="0"/>
                    <a:pt x="270" y="29"/>
                    <a:pt x="289" y="28"/>
                  </a:cubicBezTo>
                  <a:close/>
                  <a:moveTo>
                    <a:pt x="367" y="103"/>
                  </a:moveTo>
                  <a:cubicBezTo>
                    <a:pt x="234" y="48"/>
                    <a:pt x="88" y="145"/>
                    <a:pt x="87" y="288"/>
                  </a:cubicBezTo>
                  <a:cubicBezTo>
                    <a:pt x="86" y="433"/>
                    <a:pt x="233" y="532"/>
                    <a:pt x="367" y="477"/>
                  </a:cubicBezTo>
                  <a:cubicBezTo>
                    <a:pt x="501" y="421"/>
                    <a:pt x="534" y="247"/>
                    <a:pt x="431" y="146"/>
                  </a:cubicBezTo>
                  <a:cubicBezTo>
                    <a:pt x="413" y="127"/>
                    <a:pt x="391" y="113"/>
                    <a:pt x="367" y="10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  <p:sp>
          <p:nvSpPr>
            <p:cNvPr id="36" name="稻壳儿：耗崽 21-3"/>
            <p:cNvSpPr>
              <a:spLocks noEditPoints="1"/>
            </p:cNvSpPr>
            <p:nvPr/>
          </p:nvSpPr>
          <p:spPr bwMode="auto">
            <a:xfrm>
              <a:off x="3829192" y="3821698"/>
              <a:ext cx="286002" cy="287100"/>
            </a:xfrm>
            <a:custGeom>
              <a:avLst/>
              <a:gdLst>
                <a:gd fmla="*/ 165 w 331" name="T0"/>
                <a:gd fmla="*/ 0 h 332" name="T1"/>
                <a:gd fmla="*/ 331 w 331" name="T2"/>
                <a:gd fmla="*/ 166 h 332" name="T3"/>
                <a:gd fmla="*/ 165 w 331" name="T4"/>
                <a:gd fmla="*/ 332 h 332" name="T5"/>
                <a:gd fmla="*/ 0 w 331" name="T6"/>
                <a:gd fmla="*/ 166 h 332" name="T7"/>
                <a:gd fmla="*/ 165 w 331" name="T8"/>
                <a:gd fmla="*/ 0 h 332" name="T9"/>
                <a:gd fmla="*/ 176 w 331" name="T10"/>
                <a:gd fmla="*/ 50 h 332" name="T11"/>
                <a:gd fmla="*/ 205 w 331" name="T12"/>
                <a:gd fmla="*/ 111 h 332" name="T13"/>
                <a:gd fmla="*/ 272 w 331" name="T14"/>
                <a:gd fmla="*/ 119 h 332" name="T15"/>
                <a:gd fmla="*/ 282 w 331" name="T16"/>
                <a:gd fmla="*/ 127 h 332" name="T17"/>
                <a:gd fmla="*/ 279 w 331" name="T18"/>
                <a:gd fmla="*/ 140 h 332" name="T19"/>
                <a:gd fmla="*/ 229 w 331" name="T20"/>
                <a:gd fmla="*/ 186 h 332" name="T21"/>
                <a:gd fmla="*/ 242 w 331" name="T22"/>
                <a:gd fmla="*/ 252 h 332" name="T23"/>
                <a:gd fmla="*/ 237 w 331" name="T24"/>
                <a:gd fmla="*/ 265 h 332" name="T25"/>
                <a:gd fmla="*/ 224 w 331" name="T26"/>
                <a:gd fmla="*/ 265 h 332" name="T27"/>
                <a:gd fmla="*/ 165 w 331" name="T28"/>
                <a:gd fmla="*/ 232 h 332" name="T29"/>
                <a:gd fmla="*/ 106 w 331" name="T30"/>
                <a:gd fmla="*/ 265 h 332" name="T31"/>
                <a:gd fmla="*/ 93 w 331" name="T32"/>
                <a:gd fmla="*/ 265 h 332" name="T33"/>
                <a:gd fmla="*/ 89 w 331" name="T34"/>
                <a:gd fmla="*/ 252 h 332" name="T35"/>
                <a:gd fmla="*/ 102 w 331" name="T36"/>
                <a:gd fmla="*/ 186 h 332" name="T37"/>
                <a:gd fmla="*/ 52 w 331" name="T38"/>
                <a:gd fmla="*/ 140 h 332" name="T39"/>
                <a:gd fmla="*/ 49 w 331" name="T40"/>
                <a:gd fmla="*/ 127 h 332" name="T41"/>
                <a:gd fmla="*/ 59 w 331" name="T42"/>
                <a:gd fmla="*/ 119 h 332" name="T43"/>
                <a:gd fmla="*/ 126 w 331" name="T44"/>
                <a:gd fmla="*/ 111 h 332" name="T45"/>
                <a:gd fmla="*/ 154 w 331" name="T46"/>
                <a:gd fmla="*/ 50 h 332" name="T47"/>
                <a:gd fmla="*/ 165 w 331" name="T48"/>
                <a:gd fmla="*/ 43 h 332" name="T49"/>
                <a:gd fmla="*/ 176 w 331" name="T50"/>
                <a:gd fmla="*/ 50 h 332" name="T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b="b" l="0" r="r" t="0"/>
              <a:pathLst>
                <a:path h="332" w="331">
                  <a:moveTo>
                    <a:pt x="165" y="0"/>
                  </a:moveTo>
                  <a:cubicBezTo>
                    <a:pt x="257" y="0"/>
                    <a:pt x="331" y="74"/>
                    <a:pt x="331" y="166"/>
                  </a:cubicBezTo>
                  <a:cubicBezTo>
                    <a:pt x="331" y="257"/>
                    <a:pt x="257" y="332"/>
                    <a:pt x="165" y="332"/>
                  </a:cubicBezTo>
                  <a:cubicBezTo>
                    <a:pt x="74" y="332"/>
                    <a:pt x="0" y="257"/>
                    <a:pt x="0" y="166"/>
                  </a:cubicBezTo>
                  <a:cubicBezTo>
                    <a:pt x="0" y="74"/>
                    <a:pt x="74" y="0"/>
                    <a:pt x="165" y="0"/>
                  </a:cubicBezTo>
                  <a:close/>
                  <a:moveTo>
                    <a:pt x="176" y="50"/>
                  </a:moveTo>
                  <a:cubicBezTo>
                    <a:pt x="205" y="111"/>
                    <a:pt x="205" y="111"/>
                    <a:pt x="205" y="111"/>
                  </a:cubicBezTo>
                  <a:cubicBezTo>
                    <a:pt x="272" y="119"/>
                    <a:pt x="272" y="119"/>
                    <a:pt x="272" y="119"/>
                  </a:cubicBezTo>
                  <a:cubicBezTo>
                    <a:pt x="277" y="120"/>
                    <a:pt x="281" y="123"/>
                    <a:pt x="282" y="127"/>
                  </a:cubicBezTo>
                  <a:cubicBezTo>
                    <a:pt x="284" y="132"/>
                    <a:pt x="282" y="137"/>
                    <a:pt x="279" y="140"/>
                  </a:cubicBezTo>
                  <a:cubicBezTo>
                    <a:pt x="229" y="186"/>
                    <a:pt x="229" y="186"/>
                    <a:pt x="229" y="186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3" y="257"/>
                    <a:pt x="241" y="262"/>
                    <a:pt x="237" y="265"/>
                  </a:cubicBezTo>
                  <a:cubicBezTo>
                    <a:pt x="234" y="267"/>
                    <a:pt x="229" y="268"/>
                    <a:pt x="224" y="265"/>
                  </a:cubicBezTo>
                  <a:cubicBezTo>
                    <a:pt x="165" y="232"/>
                    <a:pt x="165" y="232"/>
                    <a:pt x="165" y="232"/>
                  </a:cubicBezTo>
                  <a:cubicBezTo>
                    <a:pt x="106" y="265"/>
                    <a:pt x="106" y="265"/>
                    <a:pt x="106" y="265"/>
                  </a:cubicBezTo>
                  <a:cubicBezTo>
                    <a:pt x="102" y="268"/>
                    <a:pt x="97" y="267"/>
                    <a:pt x="93" y="265"/>
                  </a:cubicBezTo>
                  <a:cubicBezTo>
                    <a:pt x="89" y="262"/>
                    <a:pt x="88" y="257"/>
                    <a:pt x="89" y="252"/>
                  </a:cubicBezTo>
                  <a:cubicBezTo>
                    <a:pt x="102" y="186"/>
                    <a:pt x="102" y="186"/>
                    <a:pt x="102" y="186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48" y="137"/>
                    <a:pt x="47" y="132"/>
                    <a:pt x="49" y="127"/>
                  </a:cubicBezTo>
                  <a:cubicBezTo>
                    <a:pt x="50" y="123"/>
                    <a:pt x="54" y="120"/>
                    <a:pt x="59" y="119"/>
                  </a:cubicBezTo>
                  <a:cubicBezTo>
                    <a:pt x="126" y="111"/>
                    <a:pt x="126" y="111"/>
                    <a:pt x="126" y="111"/>
                  </a:cubicBezTo>
                  <a:cubicBezTo>
                    <a:pt x="154" y="50"/>
                    <a:pt x="154" y="50"/>
                    <a:pt x="154" y="50"/>
                  </a:cubicBezTo>
                  <a:cubicBezTo>
                    <a:pt x="156" y="45"/>
                    <a:pt x="161" y="43"/>
                    <a:pt x="165" y="43"/>
                  </a:cubicBezTo>
                  <a:cubicBezTo>
                    <a:pt x="170" y="43"/>
                    <a:pt x="174" y="45"/>
                    <a:pt x="176" y="5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altLang="en-US" b="0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endParaRPr>
            </a:p>
          </p:txBody>
        </p:sp>
      </p:grpSp>
      <p:sp>
        <p:nvSpPr>
          <p:cNvPr id="37" name="稻壳儿：耗崽 22"/>
          <p:cNvSpPr/>
          <p:nvPr/>
        </p:nvSpPr>
        <p:spPr>
          <a:xfrm>
            <a:off x="1293698" y="4218215"/>
            <a:ext cx="2329499" cy="16004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让学生掌握选择排序的核心思想：每一趟从待排序的数据元素中选出最小（或最大）的一个，顺序放在已排好序的数列的后面，直到全部待排序的数据元素排完。</a:t>
            </a:r>
          </a:p>
        </p:txBody>
      </p:sp>
      <p:sp>
        <p:nvSpPr>
          <p:cNvPr id="38" name="稻壳儿：耗崽 23"/>
          <p:cNvSpPr/>
          <p:nvPr/>
        </p:nvSpPr>
        <p:spPr>
          <a:xfrm>
            <a:off x="3737638" y="4218215"/>
            <a:ext cx="2329499" cy="16004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通过动画演示选择排序的过程，帮助学生直观理解每一步操作，提高对算法逻辑的感性认识。反复观察排序过程，加深印象。</a:t>
            </a:r>
          </a:p>
        </p:txBody>
      </p:sp>
      <p:sp>
        <p:nvSpPr>
          <p:cNvPr id="39" name="稻壳儿：耗崽 24"/>
          <p:cNvSpPr/>
          <p:nvPr/>
        </p:nvSpPr>
        <p:spPr>
          <a:xfrm>
            <a:off x="6176809" y="4218215"/>
            <a:ext cx="2329499" cy="16004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要求学生必须理解选择排序的代码逻辑，掌握双重循环结构，养成独立编写和调试程序的好习惯，积极参与课堂讨论和练习。例如外层循环控制轮数，内层循环查找最小值索引，注意边界条件。</a:t>
            </a:r>
          </a:p>
        </p:txBody>
      </p:sp>
      <p:sp>
        <p:nvSpPr>
          <p:cNvPr id="40" name="稻壳儿：耗崽 25"/>
          <p:cNvSpPr/>
          <p:nvPr/>
        </p:nvSpPr>
        <p:spPr>
          <a:xfrm>
            <a:off x="8623263" y="4218215"/>
            <a:ext cx="2329499" cy="16004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教师应引导学生通过比较选择排序与冒泡排序的不同，激发学生主动思考，鼓励在编程实践中发现问题、解决问题，从而加深理解。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50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37" name="稻壳儿：耗崽 2"/>
          <p:cNvSpPr txBox="1"/>
          <p:nvPr/>
        </p:nvSpPr>
        <p:spPr>
          <a:xfrm>
            <a:off x="3904774" y="1994763"/>
            <a:ext cx="4382453" cy="4597797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altLang="zh-CN" b="1" dirty="0" lang="en-US" sz="23900">
                <a:solidFill>
                  <a:srgbClr val="E3BC9D">
                    <a:alpha val="13000"/>
                  </a:srgbClr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05</a:t>
            </a:r>
            <a:endParaRPr altLang="en-US" b="1" dirty="0" lang="zh-CN" sz="23900">
              <a:solidFill>
                <a:srgbClr val="E3BC9D">
                  <a:alpha val="13000"/>
                </a:srgbClr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grpSp>
        <p:nvGrpSpPr>
          <p:cNvPr id="2" name="稻壳儿：耗崽 3"/>
          <p:cNvGrpSpPr/>
          <p:nvPr/>
        </p:nvGrpSpPr>
        <p:grpSpPr>
          <a:xfrm flipH="1">
            <a:off x="-131832" y="3378565"/>
            <a:ext cx="3982106" cy="3046661"/>
            <a:chOff x="8067960" y="3681039"/>
            <a:chExt cx="4257390" cy="3257278"/>
          </a:xfrm>
        </p:grpSpPr>
        <p:sp>
          <p:nvSpPr>
            <p:cNvPr id="7" name="稻壳儿：耗崽 3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" name="稻壳儿：耗崽 3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" name="稻壳儿：耗崽 3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0" name="稻壳儿：耗崽 3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1" name="稻壳儿：耗崽 3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2" name="稻壳儿：耗崽 3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3" name="稻壳儿：耗崽 3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4" name="稻壳儿：耗崽 3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4" name="稻壳儿：耗崽 4"/>
          <p:cNvGrpSpPr/>
          <p:nvPr/>
        </p:nvGrpSpPr>
        <p:grpSpPr>
          <a:xfrm>
            <a:off x="3904774" y="1592537"/>
            <a:ext cx="4382453" cy="1624679"/>
            <a:chOff x="3904774" y="1882817"/>
            <a:chExt cx="4382453" cy="1624679"/>
          </a:xfrm>
        </p:grpSpPr>
        <p:sp>
          <p:nvSpPr>
            <p:cNvPr id="31" name="稻壳儿：耗崽 4-1"/>
            <p:cNvSpPr txBox="1"/>
            <p:nvPr/>
          </p:nvSpPr>
          <p:spPr>
            <a:xfrm>
              <a:off x="3904774" y="1882817"/>
              <a:ext cx="4382453" cy="997196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en-US" b="1" baseline="0" cap="none" dirty="0" i="0" kern="1200" kumimoji="0" lang="zh-CN" noProof="0" normalizeH="0" spc="0" strike="noStrike" sz="48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选择排序</a:t>
              </a:r>
            </a:p>
          </p:txBody>
        </p:sp>
        <p:cxnSp>
          <p:nvCxnSpPr>
            <p:cNvPr id="32" name="稻壳儿：耗崽 4-2"/>
            <p:cNvCxnSpPr/>
            <p:nvPr/>
          </p:nvCxnSpPr>
          <p:spPr>
            <a:xfrm>
              <a:off x="5260258" y="2982419"/>
              <a:ext cx="1671484" cy="0"/>
            </a:xfrm>
            <a:prstGeom prst="line">
              <a:avLst/>
            </a:prstGeom>
            <a:ln w="6350">
              <a:solidFill>
                <a:srgbClr val="0F4061">
                  <a:alpha val="86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稻壳儿：耗崽 4-3"/>
            <p:cNvSpPr txBox="1">
              <a:spLocks noChangeArrowheads="1"/>
            </p:cNvSpPr>
            <p:nvPr/>
          </p:nvSpPr>
          <p:spPr bwMode="auto">
            <a:xfrm>
              <a:off x="3904774" y="3151245"/>
              <a:ext cx="4382453" cy="356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charset="0" panose="020B0604020202020204" pitchFamily="34" typeface="Arial"/>
                  <a:ea charset="-122" panose="02010600030101010101" pitchFamily="2" typeface="宋体"/>
                </a:defRPr>
              </a:lvl9pPr>
            </a:lstStyle>
            <a:p>
              <a:pPr algn="dist" defTabSz="914400" eaLnBrk="1" fontAlgn="base" hangingPunct="1" indent="0" latinLnBrk="0" lvl="0" marL="0" marR="0" rtl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altLang="zh-CN" b="1" baseline="0" cap="none" dirty="0" i="0" kern="1200" kumimoji="0" lang="en-US" noProof="0" normalizeH="0" spc="0" strike="noStrike" sz="1400" u="none">
                  <a:ln>
                    <a:noFill/>
                  </a:ln>
                  <a:solidFill>
                    <a:srgbClr val="0F406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SELECTION SORT</a:t>
              </a:r>
            </a:p>
          </p:txBody>
        </p:sp>
      </p:grpSp>
      <p:grpSp>
        <p:nvGrpSpPr>
          <p:cNvPr id="6" name="稻壳儿：耗崽 5"/>
          <p:cNvGrpSpPr/>
          <p:nvPr/>
        </p:nvGrpSpPr>
        <p:grpSpPr>
          <a:xfrm flipH="1" flipV="1">
            <a:off x="8579077" y="3429000"/>
            <a:ext cx="3722128" cy="2839961"/>
            <a:chOff x="-150136" y="-82855"/>
            <a:chExt cx="4802470" cy="3664255"/>
          </a:xfrm>
        </p:grpSpPr>
        <p:sp>
          <p:nvSpPr>
            <p:cNvPr id="21" name="稻壳儿：耗崽 5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2" name="稻壳儿：耗崽 5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3" name="稻壳儿：耗崽 5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4" name="稻壳儿：耗崽 5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5" name="稻壳儿：耗崽 5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6" name="稻壳儿：耗崽 5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7" name="稻壳儿：耗崽 5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28" name="稻壳儿：耗崽 5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9" name="稻壳儿：耗崽 6"/>
          <p:cNvSpPr/>
          <p:nvPr/>
        </p:nvSpPr>
        <p:spPr>
          <a:xfrm>
            <a:off x="2" y="4330674"/>
            <a:ext cx="12192000" cy="2527326"/>
          </a:xfrm>
          <a:custGeom>
            <a:avLst/>
            <a:gdLst>
              <a:gd fmla="*/ 0 w 12192000" name="connsiteX0"/>
              <a:gd fmla="*/ 0 h 2662795" name="connsiteY0"/>
              <a:gd fmla="*/ 500336 w 12192000" name="connsiteX1"/>
              <a:gd fmla="*/ 219312 h 2662795" name="connsiteY1"/>
              <a:gd fmla="*/ 1899137 w 12192000" name="connsiteX2"/>
              <a:gd fmla="*/ 689315 h 2662795" name="connsiteY2"/>
              <a:gd fmla="*/ 3362177 w 12192000" name="connsiteX3"/>
              <a:gd fmla="*/ 576774 h 2662795" name="connsiteY3"/>
              <a:gd fmla="*/ 4501660 w 12192000" name="connsiteX4"/>
              <a:gd fmla="*/ 450165 h 2662795" name="connsiteY4"/>
              <a:gd fmla="*/ 6091309 w 12192000" name="connsiteX5"/>
              <a:gd fmla="*/ 520503 h 2662795" name="connsiteY5"/>
              <a:gd fmla="*/ 7849771 w 12192000" name="connsiteX6"/>
              <a:gd fmla="*/ 787789 h 2662795" name="connsiteY6"/>
              <a:gd fmla="*/ 9411285 w 12192000" name="connsiteX7"/>
              <a:gd fmla="*/ 801857 h 2662795" name="connsiteY7"/>
              <a:gd fmla="*/ 10944663 w 12192000" name="connsiteX8"/>
              <a:gd fmla="*/ 844060 h 2662795" name="connsiteY8"/>
              <a:gd fmla="*/ 12175491 w 12192000" name="connsiteX9"/>
              <a:gd fmla="*/ 424008 h 2662795" name="connsiteY9"/>
              <a:gd fmla="*/ 12183035 w 12192000" name="connsiteX10"/>
              <a:gd fmla="*/ 420587 h 2662795" name="connsiteY10"/>
              <a:gd fmla="*/ 12192000 w 12192000" name="connsiteX11"/>
              <a:gd fmla="*/ 420896 h 2662795" name="connsiteY11"/>
              <a:gd fmla="*/ 12192000 w 12192000" name="connsiteX12"/>
              <a:gd fmla="*/ 2662795 h 2662795" name="connsiteY12"/>
              <a:gd fmla="*/ 0 w 12192000" name="connsiteX13"/>
              <a:gd fmla="*/ 2662795 h 2662795" name="connsiteY13"/>
              <a:gd fmla="*/ 0 w 12192000" name="connsiteX14"/>
              <a:gd fmla="*/ 0 h 2662795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2662795" w="12192000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0" baseline="0" cap="none" dirty="0" i="0" kern="1200" kumimoji="0" lang="zh-CN" noProof="0" normalizeH="0" spc="0" strike="noStrike" sz="18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3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79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100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101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cxnSp>
          <p:nvCxnSpPr>
            <p:cNvPr id="102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anchor="ctr" bIns="0" lIns="0" rIns="0" rtlCol="0" tIns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zh-CN" b="0" baseline="0" cap="none" dirty="0" i="0" kern="1200" kumimoji="0" lang="en-US" noProof="0" normalizeH="0" spc="0" strike="noStrike" sz="1100" u="none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16</a:t>
              </a:r>
              <a:endParaRPr b="0" baseline="0" cap="none" dirty="0" i="0" kern="1200" kumimoji="0" lang="en-US" noProof="0" normalizeH="0" spc="0" strike="noStrike" sz="1100" u="none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80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91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2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3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4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5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6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7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98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99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81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82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3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4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5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6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7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8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89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90" name="稻壳儿：耗崽 4-9"/>
            <p:cNvPicPr>
              <a:picLocks noChangeAspect="1"/>
            </p:cNvPicPr>
            <p:nvPr/>
          </p:nvPicPr>
          <p:blipFill rotWithShape="1">
            <a:blip r:embed="rId4"/>
            <a:srcRect b="14126" r="29972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sp>
        <p:nvSpPr>
          <p:cNvPr id="73" name="稻壳儿：耗崽 5"/>
          <p:cNvSpPr txBox="1"/>
          <p:nvPr/>
        </p:nvSpPr>
        <p:spPr>
          <a:xfrm>
            <a:off x="623888" y="454345"/>
            <a:ext cx="10653705" cy="615553"/>
          </a:xfrm>
          <a:prstGeom prst="rect">
            <a:avLst/>
          </a:prstGeom>
          <a:noFill/>
        </p:spPr>
        <p:txBody>
          <a:bodyPr bIns="0" lIns="0" rIns="0" rtlCol="0" tIns="0" wrap="square">
            <a:spAutoFit/>
          </a:bodyPr>
          <a:lstStyle/>
          <a:p>
            <a:pPr lvl="0">
              <a:defRPr/>
            </a:pPr>
            <a:r>
              <a:rPr altLang="en-US" b="1" dirty="0" lang="zh-CN" sz="4000">
                <a:solidFill>
                  <a:srgbClr val="42556C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算法步骤</a:t>
            </a:r>
          </a:p>
        </p:txBody>
      </p:sp>
      <p:grpSp>
        <p:nvGrpSpPr>
          <p:cNvPr id="74" name="稻壳儿：耗崽 6"/>
          <p:cNvGrpSpPr/>
          <p:nvPr/>
        </p:nvGrpSpPr>
        <p:grpSpPr>
          <a:xfrm>
            <a:off x="675898" y="1130300"/>
            <a:ext cx="362272" cy="73025"/>
            <a:chOff x="7340600" y="4686300"/>
            <a:chExt cx="504030" cy="101600"/>
          </a:xfrm>
          <a:solidFill>
            <a:srgbClr val="42556C"/>
          </a:solidFill>
        </p:grpSpPr>
        <p:sp>
          <p:nvSpPr>
            <p:cNvPr id="75" name="稻壳儿：耗崽 6-1"/>
            <p:cNvSpPr/>
            <p:nvPr/>
          </p:nvSpPr>
          <p:spPr>
            <a:xfrm>
              <a:off x="734060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6" name="稻壳儿：耗崽 6-2"/>
            <p:cNvSpPr/>
            <p:nvPr/>
          </p:nvSpPr>
          <p:spPr>
            <a:xfrm>
              <a:off x="7541815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dirty="0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77" name="稻壳儿：耗崽 6-3"/>
            <p:cNvSpPr/>
            <p:nvPr/>
          </p:nvSpPr>
          <p:spPr>
            <a:xfrm>
              <a:off x="774303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9" name="稻壳儿：耗崽 7"/>
          <p:cNvSpPr/>
          <p:nvPr/>
        </p:nvSpPr>
        <p:spPr>
          <a:xfrm flipV="1" rot="420000">
            <a:off x="7924165" y="5255260"/>
            <a:ext cx="2856865" cy="391160"/>
          </a:xfrm>
          <a:custGeom>
            <a:avLst/>
            <a:gdLst>
              <a:gd fmla="*/ 0 w 2362200" name="connsiteX0"/>
              <a:gd fmla="*/ 457200 h 457200" name="connsiteY0"/>
              <a:gd fmla="*/ 1181100 w 2362200" name="connsiteX1"/>
              <a:gd fmla="*/ 0 h 457200" name="connsiteY1"/>
              <a:gd fmla="*/ 2362200 w 2362200" name="connsiteX2"/>
              <a:gd fmla="*/ 457200 h 457200" name="connsiteY2"/>
              <a:gd fmla="*/ 0 w 2362200" name="connsiteX3"/>
              <a:gd fmla="*/ 457200 h 457200" name="connsiteY3"/>
              <a:gd fmla="*/ 0 w 1853592" name="connsiteX0-1"/>
              <a:gd fmla="*/ 457200 h 457200" name="connsiteY0-2"/>
              <a:gd fmla="*/ 1181100 w 1853592" name="connsiteX1-3"/>
              <a:gd fmla="*/ 0 h 457200" name="connsiteY1-4"/>
              <a:gd fmla="*/ 1853592 w 1853592" name="connsiteX2-5"/>
              <a:gd fmla="*/ 457128 h 457200" name="connsiteY2-6"/>
              <a:gd fmla="*/ 0 w 1853592" name="connsiteX3-7"/>
              <a:gd fmla="*/ 457200 h 457200" name="connsiteY3-8"/>
              <a:gd fmla="*/ 0 w 1853592" name="connsiteX0-9"/>
              <a:gd fmla="*/ 335351 h 335351" name="connsiteY0-10"/>
              <a:gd fmla="*/ 1287695 w 1853592" name="connsiteX1-11"/>
              <a:gd fmla="*/ 0 h 335351" name="connsiteY1-12"/>
              <a:gd fmla="*/ 1853592 w 1853592" name="connsiteX2-13"/>
              <a:gd fmla="*/ 335279 h 335351" name="connsiteY2-14"/>
              <a:gd fmla="*/ 0 w 1853592" name="connsiteX3-15"/>
              <a:gd fmla="*/ 335351 h 335351" name="connsiteY3-16"/>
              <a:gd fmla="*/ 0 w 1853592" name="connsiteX0-17"/>
              <a:gd fmla="*/ 338146 h 338146" name="connsiteY0-18"/>
              <a:gd fmla="*/ 1287695 w 1853592" name="connsiteX1-19"/>
              <a:gd fmla="*/ 2795 h 338146" name="connsiteY1-20"/>
              <a:gd fmla="*/ 1853592 w 1853592" name="connsiteX2-21"/>
              <a:gd fmla="*/ 338074 h 338146" name="connsiteY2-22"/>
              <a:gd fmla="*/ 0 w 1853592" name="connsiteX3-23"/>
              <a:gd fmla="*/ 338146 h 338146" name="connsiteY3-24"/>
              <a:gd fmla="*/ 0 w 1853592" name="connsiteX0-25"/>
              <a:gd fmla="*/ 338146 h 338146" name="connsiteY0-26"/>
              <a:gd fmla="*/ 1287695 w 1853592" name="connsiteX1-27"/>
              <a:gd fmla="*/ 2795 h 338146" name="connsiteY1-28"/>
              <a:gd fmla="*/ 1853592 w 1853592" name="connsiteX2-29"/>
              <a:gd fmla="*/ 338074 h 338146" name="connsiteY2-30"/>
              <a:gd fmla="*/ 0 w 1853592" name="connsiteX3-31"/>
              <a:gd fmla="*/ 338146 h 338146" name="connsiteY3-32"/>
              <a:gd fmla="*/ 0 w 1822079" name="connsiteX0-33"/>
              <a:gd fmla="*/ 338146 h 338146" name="connsiteY0-34"/>
              <a:gd fmla="*/ 1287695 w 1822079" name="connsiteX1-35"/>
              <a:gd fmla="*/ 2795 h 338146" name="connsiteY1-36"/>
              <a:gd fmla="*/ 1822079 w 1822079" name="connsiteX2-37"/>
              <a:gd fmla="*/ 334204 h 338146" name="connsiteY2-38"/>
              <a:gd fmla="*/ 0 w 1822079" name="connsiteX3-39"/>
              <a:gd fmla="*/ 338146 h 338146" name="connsiteY3-40"/>
              <a:gd fmla="*/ 0 w 1822079" name="connsiteX0-41"/>
              <a:gd fmla="*/ 338146 h 338146" name="connsiteY0-42"/>
              <a:gd fmla="*/ 1287695 w 1822079" name="connsiteX1-43"/>
              <a:gd fmla="*/ 2795 h 338146" name="connsiteY1-44"/>
              <a:gd fmla="*/ 1822079 w 1822079" name="connsiteX2-45"/>
              <a:gd fmla="*/ 334204 h 338146" name="connsiteY2-46"/>
              <a:gd fmla="*/ 0 w 1822079" name="connsiteX3-47"/>
              <a:gd fmla="*/ 338146 h 338146" name="connsiteY3-48"/>
              <a:gd fmla="*/ 0 w 1822079" name="connsiteX0-49"/>
              <a:gd fmla="*/ 232412 h 232412" name="connsiteY0-50"/>
              <a:gd fmla="*/ 1371632 w 1822079" name="connsiteX1-51"/>
              <a:gd fmla="*/ 4497 h 232412" name="connsiteY1-52"/>
              <a:gd fmla="*/ 1822079 w 1822079" name="connsiteX2-53"/>
              <a:gd fmla="*/ 228470 h 232412" name="connsiteY2-54"/>
              <a:gd fmla="*/ 0 w 1822079" name="connsiteX3-55"/>
              <a:gd fmla="*/ 232412 h 232412" name="connsiteY3-56"/>
              <a:gd fmla="*/ 0 w 1822079" name="connsiteX0-57"/>
              <a:gd fmla="*/ 228451 h 228451" name="connsiteY0-58"/>
              <a:gd fmla="*/ 1371632 w 1822079" name="connsiteX1-59"/>
              <a:gd fmla="*/ 536 h 228451" name="connsiteY1-60"/>
              <a:gd fmla="*/ 1822079 w 1822079" name="connsiteX2-61"/>
              <a:gd fmla="*/ 224509 h 228451" name="connsiteY2-62"/>
              <a:gd fmla="*/ 0 w 1822079" name="connsiteX3-63"/>
              <a:gd fmla="*/ 228451 h 228451" name="connsiteY3-64"/>
              <a:gd fmla="*/ 0 w 1822079" name="connsiteX0-65"/>
              <a:gd fmla="*/ 228451 h 228451" name="connsiteY0-66"/>
              <a:gd fmla="*/ 1371632 w 1822079" name="connsiteX1-67"/>
              <a:gd fmla="*/ 536 h 228451" name="connsiteY1-68"/>
              <a:gd fmla="*/ 1822079 w 1822079" name="connsiteX2-69"/>
              <a:gd fmla="*/ 224509 h 228451" name="connsiteY2-70"/>
              <a:gd fmla="*/ 0 w 1822079" name="connsiteX3-71"/>
              <a:gd fmla="*/ 228451 h 228451" name="connsiteY3-72"/>
              <a:gd fmla="*/ 0 w 1822079" name="connsiteX0-73"/>
              <a:gd fmla="*/ 234944 h 234944" name="connsiteY0-74"/>
              <a:gd fmla="*/ 1458135 w 1822079" name="connsiteX1-75"/>
              <a:gd fmla="*/ 510 h 234944" name="connsiteY1-76"/>
              <a:gd fmla="*/ 1822079 w 1822079" name="connsiteX2-77"/>
              <a:gd fmla="*/ 231002 h 234944" name="connsiteY2-78"/>
              <a:gd fmla="*/ 0 w 1822079" name="connsiteX3-79"/>
              <a:gd fmla="*/ 234944 h 234944" name="connsiteY3-80"/>
              <a:gd fmla="*/ 0 w 1822079" name="connsiteX0-81"/>
              <a:gd fmla="*/ 251876 h 251876" name="connsiteY0-82"/>
              <a:gd fmla="*/ 1505928 w 1822079" name="connsiteX1-83"/>
              <a:gd fmla="*/ 456 h 251876" name="connsiteY1-84"/>
              <a:gd fmla="*/ 1822079 w 1822079" name="connsiteX2-85"/>
              <a:gd fmla="*/ 247934 h 251876" name="connsiteY2-86"/>
              <a:gd fmla="*/ 0 w 1822079" name="connsiteX3-87"/>
              <a:gd fmla="*/ 251876 h 251876" name="connsiteY3-88"/>
              <a:gd fmla="*/ 0 w 1822079" name="connsiteX0-89"/>
              <a:gd fmla="*/ 292564 h 292564" name="connsiteY0-90"/>
              <a:gd fmla="*/ 1499509 w 1822079" name="connsiteX1-91"/>
              <a:gd fmla="*/ 362 h 292564" name="connsiteY1-92"/>
              <a:gd fmla="*/ 1822079 w 1822079" name="connsiteX2-93"/>
              <a:gd fmla="*/ 288622 h 292564" name="connsiteY2-94"/>
              <a:gd fmla="*/ 0 w 1822079" name="connsiteX3-95"/>
              <a:gd fmla="*/ 292564 h 292564" name="connsiteY3-96"/>
              <a:gd fmla="*/ 0 w 1822079" name="connsiteX0-97"/>
              <a:gd fmla="*/ 269899 h 269899" name="connsiteY0-98"/>
              <a:gd fmla="*/ 1405305 w 1822079" name="connsiteX1-99"/>
              <a:gd fmla="*/ 410 h 269899" name="connsiteY1-100"/>
              <a:gd fmla="*/ 1822079 w 1822079" name="connsiteX2-101"/>
              <a:gd fmla="*/ 265957 h 269899" name="connsiteY2-102"/>
              <a:gd fmla="*/ 0 w 1822079" name="connsiteX3-103"/>
              <a:gd fmla="*/ 269899 h 269899" name="connsiteY3-104"/>
              <a:gd fmla="*/ 0 w 1822079" name="connsiteX0-105"/>
              <a:gd fmla="*/ 330359 h 330359" name="connsiteY0-106"/>
              <a:gd fmla="*/ 1499293 w 1822079" name="connsiteX1-107"/>
              <a:gd fmla="*/ 304 h 330359" name="connsiteY1-108"/>
              <a:gd fmla="*/ 1822079 w 1822079" name="connsiteX2-109"/>
              <a:gd fmla="*/ 326417 h 330359" name="connsiteY2-110"/>
              <a:gd fmla="*/ 0 w 1822079" name="connsiteX3-111"/>
              <a:gd fmla="*/ 330359 h 330359" name="connsiteY3-112"/>
              <a:gd fmla="*/ 0 w 1822079" name="connsiteX0-113"/>
              <a:gd fmla="*/ 330359 h 330359" name="connsiteY0-114"/>
              <a:gd fmla="*/ 1499293 w 1822079" name="connsiteX1-115"/>
              <a:gd fmla="*/ 304 h 330359" name="connsiteY1-116"/>
              <a:gd fmla="*/ 1822079 w 1822079" name="connsiteX2-117"/>
              <a:gd fmla="*/ 326417 h 330359" name="connsiteY2-118"/>
              <a:gd fmla="*/ 0 w 1822079" name="connsiteX3-119"/>
              <a:gd fmla="*/ 330359 h 330359" name="connsiteY3-120"/>
              <a:gd fmla="*/ 0 w 1822079" name="connsiteX0-121"/>
              <a:gd fmla="*/ 449126 h 449126" name="connsiteY0-122"/>
              <a:gd fmla="*/ 1583172 w 1822079" name="connsiteX1-123"/>
              <a:gd fmla="*/ 202 h 449126" name="connsiteY1-124"/>
              <a:gd fmla="*/ 1822079 w 1822079" name="connsiteX2-125"/>
              <a:gd fmla="*/ 445184 h 449126" name="connsiteY2-126"/>
              <a:gd fmla="*/ 0 w 1822079" name="connsiteX3-127"/>
              <a:gd fmla="*/ 449126 h 449126" name="connsiteY3-128"/>
              <a:gd fmla="*/ 0 w 1822079" name="connsiteX0-129"/>
              <a:gd fmla="*/ 449126 h 449126" name="connsiteY0-130"/>
              <a:gd fmla="*/ 1583172 w 1822079" name="connsiteX1-131"/>
              <a:gd fmla="*/ 202 h 449126" name="connsiteY1-132"/>
              <a:gd fmla="*/ 1822079 w 1822079" name="connsiteX2-133"/>
              <a:gd fmla="*/ 445184 h 449126" name="connsiteY2-134"/>
              <a:gd fmla="*/ 0 w 1822079" name="connsiteX3-135"/>
              <a:gd fmla="*/ 449126 h 449126" name="connsiteY3-136"/>
              <a:gd fmla="*/ 0 w 1822079" name="connsiteX0-137"/>
              <a:gd fmla="*/ 449126 h 449126" name="connsiteY0-138"/>
              <a:gd fmla="*/ 1583172 w 1822079" name="connsiteX1-139"/>
              <a:gd fmla="*/ 202 h 449126" name="connsiteY1-140"/>
              <a:gd fmla="*/ 1822079 w 1822079" name="connsiteX2-141"/>
              <a:gd fmla="*/ 445184 h 449126" name="connsiteY2-142"/>
              <a:gd fmla="*/ 0 w 1822079" name="connsiteX3-143"/>
              <a:gd fmla="*/ 449126 h 449126" name="connsiteY3-144"/>
              <a:gd fmla="*/ 0 w 1822079" name="connsiteX0-145"/>
              <a:gd fmla="*/ 449126 h 449126" name="connsiteY0-146"/>
              <a:gd fmla="*/ 1583172 w 1822079" name="connsiteX1-147"/>
              <a:gd fmla="*/ 202 h 449126" name="connsiteY1-148"/>
              <a:gd fmla="*/ 1822079 w 1822079" name="connsiteX2-149"/>
              <a:gd fmla="*/ 445184 h 449126" name="connsiteY2-150"/>
              <a:gd fmla="*/ 0 w 1822079" name="connsiteX3-151"/>
              <a:gd fmla="*/ 449126 h 449126" name="connsiteY3-152"/>
              <a:gd fmla="*/ 0 w 1822079" name="connsiteX0-153"/>
              <a:gd fmla="*/ 449865 h 449865" name="connsiteY0-154"/>
              <a:gd fmla="*/ 1514912 w 1822079" name="connsiteX1-155"/>
              <a:gd fmla="*/ 202 h 449865" name="connsiteY1-156"/>
              <a:gd fmla="*/ 1822079 w 1822079" name="connsiteX2-157"/>
              <a:gd fmla="*/ 445923 h 449865" name="connsiteY2-158"/>
              <a:gd fmla="*/ 0 w 1822079" name="connsiteX3-159"/>
              <a:gd fmla="*/ 449865 h 449865" name="connsiteY3-160"/>
              <a:gd fmla="*/ 0 w 1822079" name="connsiteX0-161"/>
              <a:gd fmla="*/ 449865 h 449865" name="connsiteY0-162"/>
              <a:gd fmla="*/ 1514912 w 1822079" name="connsiteX1-163"/>
              <a:gd fmla="*/ 202 h 449865" name="connsiteY1-164"/>
              <a:gd fmla="*/ 1822079 w 1822079" name="connsiteX2-165"/>
              <a:gd fmla="*/ 445923 h 449865" name="connsiteY2-166"/>
              <a:gd fmla="*/ 0 w 1822079" name="connsiteX3-167"/>
              <a:gd fmla="*/ 449865 h 449865" name="connsiteY3-168"/>
              <a:gd fmla="*/ 0 w 1822079" name="connsiteX0-169"/>
              <a:gd fmla="*/ 386588 h 386588" name="connsiteY0-170"/>
              <a:gd fmla="*/ 1506644 w 1822079" name="connsiteX1-171"/>
              <a:gd fmla="*/ 246 h 386588" name="connsiteY1-172"/>
              <a:gd fmla="*/ 1822079 w 1822079" name="connsiteX2-173"/>
              <a:gd fmla="*/ 382646 h 386588" name="connsiteY2-174"/>
              <a:gd fmla="*/ 0 w 1822079" name="connsiteX3-175"/>
              <a:gd fmla="*/ 386588 h 386588" name="connsiteY3-176"/>
              <a:gd fmla="*/ 0 w 1822079" name="connsiteX0-177"/>
              <a:gd fmla="*/ 369691 h 369691" name="connsiteY0-178"/>
              <a:gd fmla="*/ 1405699 w 1822079" name="connsiteX1-179"/>
              <a:gd fmla="*/ 262 h 369691" name="connsiteY1-180"/>
              <a:gd fmla="*/ 1822079 w 1822079" name="connsiteX2-181"/>
              <a:gd fmla="*/ 365749 h 369691" name="connsiteY2-182"/>
              <a:gd fmla="*/ 0 w 1822079" name="connsiteX3-183"/>
              <a:gd fmla="*/ 369691 h 369691" name="connsiteY3-184"/>
              <a:gd fmla="*/ 0 w 1822079" name="connsiteX0-185"/>
              <a:gd fmla="*/ 369691 h 369691" name="connsiteY0-186"/>
              <a:gd fmla="*/ 1405699 w 1822079" name="connsiteX1-187"/>
              <a:gd fmla="*/ 262 h 369691" name="connsiteY1-188"/>
              <a:gd fmla="*/ 1822079 w 1822079" name="connsiteX2-189"/>
              <a:gd fmla="*/ 365749 h 369691" name="connsiteY2-190"/>
              <a:gd fmla="*/ 0 w 1822079" name="connsiteX3-191"/>
              <a:gd fmla="*/ 369691 h 369691" name="connsiteY3-192"/>
              <a:gd fmla="*/ 0 w 1822079" name="connsiteX0-193"/>
              <a:gd fmla="*/ 381284 h 381284" name="connsiteY0-194"/>
              <a:gd fmla="*/ 1490761 w 1822079" name="connsiteX1-195"/>
              <a:gd fmla="*/ 250 h 381284" name="connsiteY1-196"/>
              <a:gd fmla="*/ 1822079 w 1822079" name="connsiteX2-197"/>
              <a:gd fmla="*/ 377342 h 381284" name="connsiteY2-198"/>
              <a:gd fmla="*/ 0 w 1822079" name="connsiteX3-199"/>
              <a:gd fmla="*/ 381284 h 381284" name="connsiteY3-200"/>
              <a:gd fmla="*/ 0 w 1822079" name="connsiteX0-201"/>
              <a:gd fmla="*/ 381284 h 381284" name="connsiteY0-202"/>
              <a:gd fmla="*/ 1490761 w 1822079" name="connsiteX1-203"/>
              <a:gd fmla="*/ 250 h 381284" name="connsiteY1-204"/>
              <a:gd fmla="*/ 1822079 w 1822079" name="connsiteX2-205"/>
              <a:gd fmla="*/ 377342 h 381284" name="connsiteY2-206"/>
              <a:gd fmla="*/ 0 w 1822079" name="connsiteX3-207"/>
              <a:gd fmla="*/ 381284 h 381284" name="connsiteY3-208"/>
              <a:gd fmla="*/ 0 w 1822079" name="connsiteX0-209"/>
              <a:gd fmla="*/ 381034 h 381034" name="connsiteY0-210"/>
              <a:gd fmla="*/ 1490761 w 1822079" name="connsiteX1-211"/>
              <a:gd fmla="*/ 0 h 381034" name="connsiteY1-212"/>
              <a:gd fmla="*/ 1822079 w 1822079" name="connsiteX2-213"/>
              <a:gd fmla="*/ 377092 h 381034" name="connsiteY2-214"/>
              <a:gd fmla="*/ 0 w 1822079" name="connsiteX3-215"/>
              <a:gd fmla="*/ 381034 h 381034" name="connsiteY3-216"/>
              <a:gd fmla="*/ 0 w 1822079" name="connsiteX0-217"/>
              <a:gd fmla="*/ 381034 h 381034" name="connsiteY0-218"/>
              <a:gd fmla="*/ 1490761 w 1822079" name="connsiteX1-219"/>
              <a:gd fmla="*/ 0 h 381034" name="connsiteY1-220"/>
              <a:gd fmla="*/ 1822079 w 1822079" name="connsiteX2-221"/>
              <a:gd fmla="*/ 377092 h 381034" name="connsiteY2-222"/>
              <a:gd fmla="*/ 0 w 1822079" name="connsiteX3-223"/>
              <a:gd fmla="*/ 381034 h 381034" name="connsiteY3-224"/>
              <a:gd fmla="*/ 0 w 1822079" name="connsiteX0-225"/>
              <a:gd fmla="*/ 381034 h 381034" name="connsiteY0-226"/>
              <a:gd fmla="*/ 1490761 w 1822079" name="connsiteX1-227"/>
              <a:gd fmla="*/ 0 h 381034" name="connsiteY1-228"/>
              <a:gd fmla="*/ 1822079 w 1822079" name="connsiteX2-229"/>
              <a:gd fmla="*/ 377092 h 381034" name="connsiteY2-230"/>
              <a:gd fmla="*/ 0 w 1822079" name="connsiteX3-231"/>
              <a:gd fmla="*/ 381034 h 381034" name="connsiteY3-232"/>
              <a:gd fmla="*/ 0 w 1822079" name="connsiteX0-233"/>
              <a:gd fmla="*/ 381034 h 381034" name="connsiteY0-234"/>
              <a:gd fmla="*/ 1490761 w 1822079" name="connsiteX1-235"/>
              <a:gd fmla="*/ 0 h 381034" name="connsiteY1-236"/>
              <a:gd fmla="*/ 1822079 w 1822079" name="connsiteX2-237"/>
              <a:gd fmla="*/ 377092 h 381034" name="connsiteY2-238"/>
              <a:gd fmla="*/ 0 w 1822079" name="connsiteX3-239"/>
              <a:gd fmla="*/ 381034 h 381034" name="connsiteY3-240"/>
              <a:gd fmla="*/ 0 w 1822079" name="connsiteX0-241"/>
              <a:gd fmla="*/ 376407 h 376407" name="connsiteY0-242"/>
              <a:gd fmla="*/ 1462705 w 1822079" name="connsiteX1-243"/>
              <a:gd fmla="*/ 0 h 376407" name="connsiteY1-244"/>
              <a:gd fmla="*/ 1822079 w 1822079" name="connsiteX2-245"/>
              <a:gd fmla="*/ 372465 h 376407" name="connsiteY2-246"/>
              <a:gd fmla="*/ 0 w 1822079" name="connsiteX3-247"/>
              <a:gd fmla="*/ 376407 h 376407" name="connsiteY3-248"/>
              <a:gd fmla="*/ 0 w 1822079" name="connsiteX0-249"/>
              <a:gd fmla="*/ 376407 h 376407" name="connsiteY0-250"/>
              <a:gd fmla="*/ 1462705 w 1822079" name="connsiteX1-251"/>
              <a:gd fmla="*/ 0 h 376407" name="connsiteY1-252"/>
              <a:gd fmla="*/ 1822079 w 1822079" name="connsiteX2-253"/>
              <a:gd fmla="*/ 372465 h 376407" name="connsiteY2-254"/>
              <a:gd fmla="*/ 0 w 1822079" name="connsiteX3-255"/>
              <a:gd fmla="*/ 376407 h 376407" name="connsiteY3-256"/>
              <a:gd fmla="*/ 0 w 1822079" name="connsiteX0-257"/>
              <a:gd fmla="*/ 376407 h 376407" name="connsiteY0-258"/>
              <a:gd fmla="*/ 1462705 w 1822079" name="connsiteX1-259"/>
              <a:gd fmla="*/ 0 h 376407" name="connsiteY1-260"/>
              <a:gd fmla="*/ 1822079 w 1822079" name="connsiteX2-261"/>
              <a:gd fmla="*/ 372465 h 376407" name="connsiteY2-262"/>
              <a:gd fmla="*/ 0 w 1822079" name="connsiteX3-263"/>
              <a:gd fmla="*/ 376407 h 376407" name="connsiteY3-264"/>
              <a:gd fmla="*/ 0 w 1822079" name="connsiteX0-265"/>
              <a:gd fmla="*/ 376407 h 376407" name="connsiteY0-266"/>
              <a:gd fmla="*/ 1462705 w 1822079" name="connsiteX1-267"/>
              <a:gd fmla="*/ 0 h 376407" name="connsiteY1-268"/>
              <a:gd fmla="*/ 1822079 w 1822079" name="connsiteX2-269"/>
              <a:gd fmla="*/ 372465 h 376407" name="connsiteY2-270"/>
              <a:gd fmla="*/ 0 w 1822079" name="connsiteX3-271"/>
              <a:gd fmla="*/ 376407 h 376407" name="connsiteY3-2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b="b" l="l" r="r" t="t"/>
            <a:pathLst>
              <a:path h="376407" w="1822079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compatLnSpc="1" forceAA="0" fromWordArt="0" horzOverflow="overflow" numCol="1" rtlCol="0" spcCol="0" vert="horz" vertOverflow="overflow" wrap="square">
            <a:noAutofit/>
          </a:bodyPr>
          <a:lstStyle/>
          <a:p>
            <a:pPr algn="ctr" lvl="0">
              <a:buClrTx/>
              <a:buSzTx/>
              <a:buFontTx/>
            </a:pPr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0" name="稻壳儿：耗崽 8"/>
          <p:cNvSpPr/>
          <p:nvPr/>
        </p:nvSpPr>
        <p:spPr>
          <a:xfrm>
            <a:off x="8908415" y="2145030"/>
            <a:ext cx="2101850" cy="3343910"/>
          </a:xfrm>
          <a:custGeom>
            <a:avLst/>
            <a:gdLst>
              <a:gd fmla="*/ 2481682 w 2895600" name="connsiteX0"/>
              <a:gd fmla="*/ 0 h 4648200" name="connsiteY0"/>
              <a:gd fmla="*/ 2895600 w 2895600" name="connsiteX1"/>
              <a:gd fmla="*/ 450875 h 4648200" name="connsiteY1"/>
              <a:gd fmla="*/ 2895600 w 2895600" name="connsiteX2"/>
              <a:gd fmla="*/ 4197325 h 4648200" name="connsiteY2"/>
              <a:gd fmla="*/ 2481682 w 2895600" name="connsiteX3"/>
              <a:gd fmla="*/ 4648200 h 4648200" name="connsiteY3"/>
              <a:gd fmla="*/ 0 w 2895600" name="connsiteX4"/>
              <a:gd fmla="*/ 4357817 h 4648200" name="connsiteY4"/>
              <a:gd fmla="*/ 0 w 2895600" name="connsiteX5"/>
              <a:gd fmla="*/ 268088 h 4648200" name="connsiteY5"/>
              <a:gd fmla="*/ 242032 w 2895600" name="connsiteX6"/>
              <a:gd fmla="*/ 235199 h 4648200" name="connsiteY6"/>
              <a:gd fmla="*/ 2481682 w 2895600" name="connsiteX7"/>
              <a:gd fmla="*/ 0 h 4648200" name="connsiteY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b="b" l="l" r="r" t="t"/>
            <a:pathLst>
              <a:path h="4648200" w="28956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>
            <a:gsLst>
              <a:gs pos="0">
                <a:srgbClr val="FFFDF5"/>
              </a:gs>
              <a:gs pos="100000">
                <a:srgbClr val="FFFDF5"/>
              </a:gs>
            </a:gsLst>
          </a:gradFill>
          <a:ln w="28575">
            <a:gradFill>
              <a:gsLst>
                <a:gs pos="0">
                  <a:srgbClr val="F7F7F7"/>
                </a:gs>
                <a:gs pos="100000">
                  <a:schemeClr val="bg1">
                    <a:lumMod val="8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3" name="稻壳儿：耗崽 9"/>
          <p:cNvSpPr/>
          <p:nvPr/>
        </p:nvSpPr>
        <p:spPr>
          <a:xfrm flipV="1" rot="420000">
            <a:off x="6314662" y="5255049"/>
            <a:ext cx="2856995" cy="391338"/>
          </a:xfrm>
          <a:custGeom>
            <a:avLst/>
            <a:gdLst>
              <a:gd fmla="*/ 0 w 2362200" name="connsiteX0"/>
              <a:gd fmla="*/ 457200 h 457200" name="connsiteY0"/>
              <a:gd fmla="*/ 1181100 w 2362200" name="connsiteX1"/>
              <a:gd fmla="*/ 0 h 457200" name="connsiteY1"/>
              <a:gd fmla="*/ 2362200 w 2362200" name="connsiteX2"/>
              <a:gd fmla="*/ 457200 h 457200" name="connsiteY2"/>
              <a:gd fmla="*/ 0 w 2362200" name="connsiteX3"/>
              <a:gd fmla="*/ 457200 h 457200" name="connsiteY3"/>
              <a:gd fmla="*/ 0 w 1853592" name="connsiteX0-1"/>
              <a:gd fmla="*/ 457200 h 457200" name="connsiteY0-2"/>
              <a:gd fmla="*/ 1181100 w 1853592" name="connsiteX1-3"/>
              <a:gd fmla="*/ 0 h 457200" name="connsiteY1-4"/>
              <a:gd fmla="*/ 1853592 w 1853592" name="connsiteX2-5"/>
              <a:gd fmla="*/ 457128 h 457200" name="connsiteY2-6"/>
              <a:gd fmla="*/ 0 w 1853592" name="connsiteX3-7"/>
              <a:gd fmla="*/ 457200 h 457200" name="connsiteY3-8"/>
              <a:gd fmla="*/ 0 w 1853592" name="connsiteX0-9"/>
              <a:gd fmla="*/ 335351 h 335351" name="connsiteY0-10"/>
              <a:gd fmla="*/ 1287695 w 1853592" name="connsiteX1-11"/>
              <a:gd fmla="*/ 0 h 335351" name="connsiteY1-12"/>
              <a:gd fmla="*/ 1853592 w 1853592" name="connsiteX2-13"/>
              <a:gd fmla="*/ 335279 h 335351" name="connsiteY2-14"/>
              <a:gd fmla="*/ 0 w 1853592" name="connsiteX3-15"/>
              <a:gd fmla="*/ 335351 h 335351" name="connsiteY3-16"/>
              <a:gd fmla="*/ 0 w 1853592" name="connsiteX0-17"/>
              <a:gd fmla="*/ 338146 h 338146" name="connsiteY0-18"/>
              <a:gd fmla="*/ 1287695 w 1853592" name="connsiteX1-19"/>
              <a:gd fmla="*/ 2795 h 338146" name="connsiteY1-20"/>
              <a:gd fmla="*/ 1853592 w 1853592" name="connsiteX2-21"/>
              <a:gd fmla="*/ 338074 h 338146" name="connsiteY2-22"/>
              <a:gd fmla="*/ 0 w 1853592" name="connsiteX3-23"/>
              <a:gd fmla="*/ 338146 h 338146" name="connsiteY3-24"/>
              <a:gd fmla="*/ 0 w 1853592" name="connsiteX0-25"/>
              <a:gd fmla="*/ 338146 h 338146" name="connsiteY0-26"/>
              <a:gd fmla="*/ 1287695 w 1853592" name="connsiteX1-27"/>
              <a:gd fmla="*/ 2795 h 338146" name="connsiteY1-28"/>
              <a:gd fmla="*/ 1853592 w 1853592" name="connsiteX2-29"/>
              <a:gd fmla="*/ 338074 h 338146" name="connsiteY2-30"/>
              <a:gd fmla="*/ 0 w 1853592" name="connsiteX3-31"/>
              <a:gd fmla="*/ 338146 h 338146" name="connsiteY3-32"/>
              <a:gd fmla="*/ 0 w 1822079" name="connsiteX0-33"/>
              <a:gd fmla="*/ 338146 h 338146" name="connsiteY0-34"/>
              <a:gd fmla="*/ 1287695 w 1822079" name="connsiteX1-35"/>
              <a:gd fmla="*/ 2795 h 338146" name="connsiteY1-36"/>
              <a:gd fmla="*/ 1822079 w 1822079" name="connsiteX2-37"/>
              <a:gd fmla="*/ 334204 h 338146" name="connsiteY2-38"/>
              <a:gd fmla="*/ 0 w 1822079" name="connsiteX3-39"/>
              <a:gd fmla="*/ 338146 h 338146" name="connsiteY3-40"/>
              <a:gd fmla="*/ 0 w 1822079" name="connsiteX0-41"/>
              <a:gd fmla="*/ 338146 h 338146" name="connsiteY0-42"/>
              <a:gd fmla="*/ 1287695 w 1822079" name="connsiteX1-43"/>
              <a:gd fmla="*/ 2795 h 338146" name="connsiteY1-44"/>
              <a:gd fmla="*/ 1822079 w 1822079" name="connsiteX2-45"/>
              <a:gd fmla="*/ 334204 h 338146" name="connsiteY2-46"/>
              <a:gd fmla="*/ 0 w 1822079" name="connsiteX3-47"/>
              <a:gd fmla="*/ 338146 h 338146" name="connsiteY3-48"/>
              <a:gd fmla="*/ 0 w 1822079" name="connsiteX0-49"/>
              <a:gd fmla="*/ 232412 h 232412" name="connsiteY0-50"/>
              <a:gd fmla="*/ 1371632 w 1822079" name="connsiteX1-51"/>
              <a:gd fmla="*/ 4497 h 232412" name="connsiteY1-52"/>
              <a:gd fmla="*/ 1822079 w 1822079" name="connsiteX2-53"/>
              <a:gd fmla="*/ 228470 h 232412" name="connsiteY2-54"/>
              <a:gd fmla="*/ 0 w 1822079" name="connsiteX3-55"/>
              <a:gd fmla="*/ 232412 h 232412" name="connsiteY3-56"/>
              <a:gd fmla="*/ 0 w 1822079" name="connsiteX0-57"/>
              <a:gd fmla="*/ 228451 h 228451" name="connsiteY0-58"/>
              <a:gd fmla="*/ 1371632 w 1822079" name="connsiteX1-59"/>
              <a:gd fmla="*/ 536 h 228451" name="connsiteY1-60"/>
              <a:gd fmla="*/ 1822079 w 1822079" name="connsiteX2-61"/>
              <a:gd fmla="*/ 224509 h 228451" name="connsiteY2-62"/>
              <a:gd fmla="*/ 0 w 1822079" name="connsiteX3-63"/>
              <a:gd fmla="*/ 228451 h 228451" name="connsiteY3-64"/>
              <a:gd fmla="*/ 0 w 1822079" name="connsiteX0-65"/>
              <a:gd fmla="*/ 228451 h 228451" name="connsiteY0-66"/>
              <a:gd fmla="*/ 1371632 w 1822079" name="connsiteX1-67"/>
              <a:gd fmla="*/ 536 h 228451" name="connsiteY1-68"/>
              <a:gd fmla="*/ 1822079 w 1822079" name="connsiteX2-69"/>
              <a:gd fmla="*/ 224509 h 228451" name="connsiteY2-70"/>
              <a:gd fmla="*/ 0 w 1822079" name="connsiteX3-71"/>
              <a:gd fmla="*/ 228451 h 228451" name="connsiteY3-72"/>
              <a:gd fmla="*/ 0 w 1822079" name="connsiteX0-73"/>
              <a:gd fmla="*/ 234944 h 234944" name="connsiteY0-74"/>
              <a:gd fmla="*/ 1458135 w 1822079" name="connsiteX1-75"/>
              <a:gd fmla="*/ 510 h 234944" name="connsiteY1-76"/>
              <a:gd fmla="*/ 1822079 w 1822079" name="connsiteX2-77"/>
              <a:gd fmla="*/ 231002 h 234944" name="connsiteY2-78"/>
              <a:gd fmla="*/ 0 w 1822079" name="connsiteX3-79"/>
              <a:gd fmla="*/ 234944 h 234944" name="connsiteY3-80"/>
              <a:gd fmla="*/ 0 w 1822079" name="connsiteX0-81"/>
              <a:gd fmla="*/ 251876 h 251876" name="connsiteY0-82"/>
              <a:gd fmla="*/ 1505928 w 1822079" name="connsiteX1-83"/>
              <a:gd fmla="*/ 456 h 251876" name="connsiteY1-84"/>
              <a:gd fmla="*/ 1822079 w 1822079" name="connsiteX2-85"/>
              <a:gd fmla="*/ 247934 h 251876" name="connsiteY2-86"/>
              <a:gd fmla="*/ 0 w 1822079" name="connsiteX3-87"/>
              <a:gd fmla="*/ 251876 h 251876" name="connsiteY3-88"/>
              <a:gd fmla="*/ 0 w 1822079" name="connsiteX0-89"/>
              <a:gd fmla="*/ 292564 h 292564" name="connsiteY0-90"/>
              <a:gd fmla="*/ 1499509 w 1822079" name="connsiteX1-91"/>
              <a:gd fmla="*/ 362 h 292564" name="connsiteY1-92"/>
              <a:gd fmla="*/ 1822079 w 1822079" name="connsiteX2-93"/>
              <a:gd fmla="*/ 288622 h 292564" name="connsiteY2-94"/>
              <a:gd fmla="*/ 0 w 1822079" name="connsiteX3-95"/>
              <a:gd fmla="*/ 292564 h 292564" name="connsiteY3-96"/>
              <a:gd fmla="*/ 0 w 1822079" name="connsiteX0-97"/>
              <a:gd fmla="*/ 269899 h 269899" name="connsiteY0-98"/>
              <a:gd fmla="*/ 1405305 w 1822079" name="connsiteX1-99"/>
              <a:gd fmla="*/ 410 h 269899" name="connsiteY1-100"/>
              <a:gd fmla="*/ 1822079 w 1822079" name="connsiteX2-101"/>
              <a:gd fmla="*/ 265957 h 269899" name="connsiteY2-102"/>
              <a:gd fmla="*/ 0 w 1822079" name="connsiteX3-103"/>
              <a:gd fmla="*/ 269899 h 269899" name="connsiteY3-104"/>
              <a:gd fmla="*/ 0 w 1822079" name="connsiteX0-105"/>
              <a:gd fmla="*/ 330359 h 330359" name="connsiteY0-106"/>
              <a:gd fmla="*/ 1499293 w 1822079" name="connsiteX1-107"/>
              <a:gd fmla="*/ 304 h 330359" name="connsiteY1-108"/>
              <a:gd fmla="*/ 1822079 w 1822079" name="connsiteX2-109"/>
              <a:gd fmla="*/ 326417 h 330359" name="connsiteY2-110"/>
              <a:gd fmla="*/ 0 w 1822079" name="connsiteX3-111"/>
              <a:gd fmla="*/ 330359 h 330359" name="connsiteY3-112"/>
              <a:gd fmla="*/ 0 w 1822079" name="connsiteX0-113"/>
              <a:gd fmla="*/ 330359 h 330359" name="connsiteY0-114"/>
              <a:gd fmla="*/ 1499293 w 1822079" name="connsiteX1-115"/>
              <a:gd fmla="*/ 304 h 330359" name="connsiteY1-116"/>
              <a:gd fmla="*/ 1822079 w 1822079" name="connsiteX2-117"/>
              <a:gd fmla="*/ 326417 h 330359" name="connsiteY2-118"/>
              <a:gd fmla="*/ 0 w 1822079" name="connsiteX3-119"/>
              <a:gd fmla="*/ 330359 h 330359" name="connsiteY3-120"/>
              <a:gd fmla="*/ 0 w 1822079" name="connsiteX0-121"/>
              <a:gd fmla="*/ 449126 h 449126" name="connsiteY0-122"/>
              <a:gd fmla="*/ 1583172 w 1822079" name="connsiteX1-123"/>
              <a:gd fmla="*/ 202 h 449126" name="connsiteY1-124"/>
              <a:gd fmla="*/ 1822079 w 1822079" name="connsiteX2-125"/>
              <a:gd fmla="*/ 445184 h 449126" name="connsiteY2-126"/>
              <a:gd fmla="*/ 0 w 1822079" name="connsiteX3-127"/>
              <a:gd fmla="*/ 449126 h 449126" name="connsiteY3-128"/>
              <a:gd fmla="*/ 0 w 1822079" name="connsiteX0-129"/>
              <a:gd fmla="*/ 449126 h 449126" name="connsiteY0-130"/>
              <a:gd fmla="*/ 1583172 w 1822079" name="connsiteX1-131"/>
              <a:gd fmla="*/ 202 h 449126" name="connsiteY1-132"/>
              <a:gd fmla="*/ 1822079 w 1822079" name="connsiteX2-133"/>
              <a:gd fmla="*/ 445184 h 449126" name="connsiteY2-134"/>
              <a:gd fmla="*/ 0 w 1822079" name="connsiteX3-135"/>
              <a:gd fmla="*/ 449126 h 449126" name="connsiteY3-136"/>
              <a:gd fmla="*/ 0 w 1822079" name="connsiteX0-137"/>
              <a:gd fmla="*/ 449126 h 449126" name="connsiteY0-138"/>
              <a:gd fmla="*/ 1583172 w 1822079" name="connsiteX1-139"/>
              <a:gd fmla="*/ 202 h 449126" name="connsiteY1-140"/>
              <a:gd fmla="*/ 1822079 w 1822079" name="connsiteX2-141"/>
              <a:gd fmla="*/ 445184 h 449126" name="connsiteY2-142"/>
              <a:gd fmla="*/ 0 w 1822079" name="connsiteX3-143"/>
              <a:gd fmla="*/ 449126 h 449126" name="connsiteY3-144"/>
              <a:gd fmla="*/ 0 w 1822079" name="connsiteX0-145"/>
              <a:gd fmla="*/ 449126 h 449126" name="connsiteY0-146"/>
              <a:gd fmla="*/ 1583172 w 1822079" name="connsiteX1-147"/>
              <a:gd fmla="*/ 202 h 449126" name="connsiteY1-148"/>
              <a:gd fmla="*/ 1822079 w 1822079" name="connsiteX2-149"/>
              <a:gd fmla="*/ 445184 h 449126" name="connsiteY2-150"/>
              <a:gd fmla="*/ 0 w 1822079" name="connsiteX3-151"/>
              <a:gd fmla="*/ 449126 h 449126" name="connsiteY3-152"/>
              <a:gd fmla="*/ 0 w 1822079" name="connsiteX0-153"/>
              <a:gd fmla="*/ 449865 h 449865" name="connsiteY0-154"/>
              <a:gd fmla="*/ 1514912 w 1822079" name="connsiteX1-155"/>
              <a:gd fmla="*/ 202 h 449865" name="connsiteY1-156"/>
              <a:gd fmla="*/ 1822079 w 1822079" name="connsiteX2-157"/>
              <a:gd fmla="*/ 445923 h 449865" name="connsiteY2-158"/>
              <a:gd fmla="*/ 0 w 1822079" name="connsiteX3-159"/>
              <a:gd fmla="*/ 449865 h 449865" name="connsiteY3-160"/>
              <a:gd fmla="*/ 0 w 1822079" name="connsiteX0-161"/>
              <a:gd fmla="*/ 449865 h 449865" name="connsiteY0-162"/>
              <a:gd fmla="*/ 1514912 w 1822079" name="connsiteX1-163"/>
              <a:gd fmla="*/ 202 h 449865" name="connsiteY1-164"/>
              <a:gd fmla="*/ 1822079 w 1822079" name="connsiteX2-165"/>
              <a:gd fmla="*/ 445923 h 449865" name="connsiteY2-166"/>
              <a:gd fmla="*/ 0 w 1822079" name="connsiteX3-167"/>
              <a:gd fmla="*/ 449865 h 449865" name="connsiteY3-168"/>
              <a:gd fmla="*/ 0 w 1822079" name="connsiteX0-169"/>
              <a:gd fmla="*/ 386588 h 386588" name="connsiteY0-170"/>
              <a:gd fmla="*/ 1506644 w 1822079" name="connsiteX1-171"/>
              <a:gd fmla="*/ 246 h 386588" name="connsiteY1-172"/>
              <a:gd fmla="*/ 1822079 w 1822079" name="connsiteX2-173"/>
              <a:gd fmla="*/ 382646 h 386588" name="connsiteY2-174"/>
              <a:gd fmla="*/ 0 w 1822079" name="connsiteX3-175"/>
              <a:gd fmla="*/ 386588 h 386588" name="connsiteY3-176"/>
              <a:gd fmla="*/ 0 w 1822079" name="connsiteX0-177"/>
              <a:gd fmla="*/ 369691 h 369691" name="connsiteY0-178"/>
              <a:gd fmla="*/ 1405699 w 1822079" name="connsiteX1-179"/>
              <a:gd fmla="*/ 262 h 369691" name="connsiteY1-180"/>
              <a:gd fmla="*/ 1822079 w 1822079" name="connsiteX2-181"/>
              <a:gd fmla="*/ 365749 h 369691" name="connsiteY2-182"/>
              <a:gd fmla="*/ 0 w 1822079" name="connsiteX3-183"/>
              <a:gd fmla="*/ 369691 h 369691" name="connsiteY3-184"/>
              <a:gd fmla="*/ 0 w 1822079" name="connsiteX0-185"/>
              <a:gd fmla="*/ 369691 h 369691" name="connsiteY0-186"/>
              <a:gd fmla="*/ 1405699 w 1822079" name="connsiteX1-187"/>
              <a:gd fmla="*/ 262 h 369691" name="connsiteY1-188"/>
              <a:gd fmla="*/ 1822079 w 1822079" name="connsiteX2-189"/>
              <a:gd fmla="*/ 365749 h 369691" name="connsiteY2-190"/>
              <a:gd fmla="*/ 0 w 1822079" name="connsiteX3-191"/>
              <a:gd fmla="*/ 369691 h 369691" name="connsiteY3-192"/>
              <a:gd fmla="*/ 0 w 1822079" name="connsiteX0-193"/>
              <a:gd fmla="*/ 381284 h 381284" name="connsiteY0-194"/>
              <a:gd fmla="*/ 1490761 w 1822079" name="connsiteX1-195"/>
              <a:gd fmla="*/ 250 h 381284" name="connsiteY1-196"/>
              <a:gd fmla="*/ 1822079 w 1822079" name="connsiteX2-197"/>
              <a:gd fmla="*/ 377342 h 381284" name="connsiteY2-198"/>
              <a:gd fmla="*/ 0 w 1822079" name="connsiteX3-199"/>
              <a:gd fmla="*/ 381284 h 381284" name="connsiteY3-200"/>
              <a:gd fmla="*/ 0 w 1822079" name="connsiteX0-201"/>
              <a:gd fmla="*/ 381284 h 381284" name="connsiteY0-202"/>
              <a:gd fmla="*/ 1490761 w 1822079" name="connsiteX1-203"/>
              <a:gd fmla="*/ 250 h 381284" name="connsiteY1-204"/>
              <a:gd fmla="*/ 1822079 w 1822079" name="connsiteX2-205"/>
              <a:gd fmla="*/ 377342 h 381284" name="connsiteY2-206"/>
              <a:gd fmla="*/ 0 w 1822079" name="connsiteX3-207"/>
              <a:gd fmla="*/ 381284 h 381284" name="connsiteY3-208"/>
              <a:gd fmla="*/ 0 w 1822079" name="connsiteX0-209"/>
              <a:gd fmla="*/ 381034 h 381034" name="connsiteY0-210"/>
              <a:gd fmla="*/ 1490761 w 1822079" name="connsiteX1-211"/>
              <a:gd fmla="*/ 0 h 381034" name="connsiteY1-212"/>
              <a:gd fmla="*/ 1822079 w 1822079" name="connsiteX2-213"/>
              <a:gd fmla="*/ 377092 h 381034" name="connsiteY2-214"/>
              <a:gd fmla="*/ 0 w 1822079" name="connsiteX3-215"/>
              <a:gd fmla="*/ 381034 h 381034" name="connsiteY3-216"/>
              <a:gd fmla="*/ 0 w 1822079" name="connsiteX0-217"/>
              <a:gd fmla="*/ 381034 h 381034" name="connsiteY0-218"/>
              <a:gd fmla="*/ 1490761 w 1822079" name="connsiteX1-219"/>
              <a:gd fmla="*/ 0 h 381034" name="connsiteY1-220"/>
              <a:gd fmla="*/ 1822079 w 1822079" name="connsiteX2-221"/>
              <a:gd fmla="*/ 377092 h 381034" name="connsiteY2-222"/>
              <a:gd fmla="*/ 0 w 1822079" name="connsiteX3-223"/>
              <a:gd fmla="*/ 381034 h 381034" name="connsiteY3-224"/>
              <a:gd fmla="*/ 0 w 1822079" name="connsiteX0-225"/>
              <a:gd fmla="*/ 381034 h 381034" name="connsiteY0-226"/>
              <a:gd fmla="*/ 1490761 w 1822079" name="connsiteX1-227"/>
              <a:gd fmla="*/ 0 h 381034" name="connsiteY1-228"/>
              <a:gd fmla="*/ 1822079 w 1822079" name="connsiteX2-229"/>
              <a:gd fmla="*/ 377092 h 381034" name="connsiteY2-230"/>
              <a:gd fmla="*/ 0 w 1822079" name="connsiteX3-231"/>
              <a:gd fmla="*/ 381034 h 381034" name="connsiteY3-232"/>
              <a:gd fmla="*/ 0 w 1822079" name="connsiteX0-233"/>
              <a:gd fmla="*/ 381034 h 381034" name="connsiteY0-234"/>
              <a:gd fmla="*/ 1490761 w 1822079" name="connsiteX1-235"/>
              <a:gd fmla="*/ 0 h 381034" name="connsiteY1-236"/>
              <a:gd fmla="*/ 1822079 w 1822079" name="connsiteX2-237"/>
              <a:gd fmla="*/ 377092 h 381034" name="connsiteY2-238"/>
              <a:gd fmla="*/ 0 w 1822079" name="connsiteX3-239"/>
              <a:gd fmla="*/ 381034 h 381034" name="connsiteY3-240"/>
              <a:gd fmla="*/ 0 w 1822079" name="connsiteX0-241"/>
              <a:gd fmla="*/ 376407 h 376407" name="connsiteY0-242"/>
              <a:gd fmla="*/ 1462705 w 1822079" name="connsiteX1-243"/>
              <a:gd fmla="*/ 0 h 376407" name="connsiteY1-244"/>
              <a:gd fmla="*/ 1822079 w 1822079" name="connsiteX2-245"/>
              <a:gd fmla="*/ 372465 h 376407" name="connsiteY2-246"/>
              <a:gd fmla="*/ 0 w 1822079" name="connsiteX3-247"/>
              <a:gd fmla="*/ 376407 h 376407" name="connsiteY3-248"/>
              <a:gd fmla="*/ 0 w 1822079" name="connsiteX0-249"/>
              <a:gd fmla="*/ 376407 h 376407" name="connsiteY0-250"/>
              <a:gd fmla="*/ 1462705 w 1822079" name="connsiteX1-251"/>
              <a:gd fmla="*/ 0 h 376407" name="connsiteY1-252"/>
              <a:gd fmla="*/ 1822079 w 1822079" name="connsiteX2-253"/>
              <a:gd fmla="*/ 372465 h 376407" name="connsiteY2-254"/>
              <a:gd fmla="*/ 0 w 1822079" name="connsiteX3-255"/>
              <a:gd fmla="*/ 376407 h 376407" name="connsiteY3-256"/>
              <a:gd fmla="*/ 0 w 1822079" name="connsiteX0-257"/>
              <a:gd fmla="*/ 376407 h 376407" name="connsiteY0-258"/>
              <a:gd fmla="*/ 1462705 w 1822079" name="connsiteX1-259"/>
              <a:gd fmla="*/ 0 h 376407" name="connsiteY1-260"/>
              <a:gd fmla="*/ 1822079 w 1822079" name="connsiteX2-261"/>
              <a:gd fmla="*/ 372465 h 376407" name="connsiteY2-262"/>
              <a:gd fmla="*/ 0 w 1822079" name="connsiteX3-263"/>
              <a:gd fmla="*/ 376407 h 376407" name="connsiteY3-264"/>
              <a:gd fmla="*/ 0 w 1822079" name="connsiteX0-265"/>
              <a:gd fmla="*/ 376407 h 376407" name="connsiteY0-266"/>
              <a:gd fmla="*/ 1462705 w 1822079" name="connsiteX1-267"/>
              <a:gd fmla="*/ 0 h 376407" name="connsiteY1-268"/>
              <a:gd fmla="*/ 1822079 w 1822079" name="connsiteX2-269"/>
              <a:gd fmla="*/ 372465 h 376407" name="connsiteY2-270"/>
              <a:gd fmla="*/ 0 w 1822079" name="connsiteX3-271"/>
              <a:gd fmla="*/ 376407 h 376407" name="connsiteY3-2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b="b" l="l" r="r" t="t"/>
            <a:pathLst>
              <a:path h="376407" w="1822079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4" name="稻壳儿：耗崽 10"/>
          <p:cNvSpPr/>
          <p:nvPr/>
        </p:nvSpPr>
        <p:spPr>
          <a:xfrm>
            <a:off x="7298858" y="2145251"/>
            <a:ext cx="1983059" cy="3344087"/>
          </a:xfrm>
          <a:custGeom>
            <a:avLst/>
            <a:gdLst>
              <a:gd fmla="*/ 2481682 w 2895600" name="connsiteX0"/>
              <a:gd fmla="*/ 0 h 4648200" name="connsiteY0"/>
              <a:gd fmla="*/ 2895600 w 2895600" name="connsiteX1"/>
              <a:gd fmla="*/ 450875 h 4648200" name="connsiteY1"/>
              <a:gd fmla="*/ 2895600 w 2895600" name="connsiteX2"/>
              <a:gd fmla="*/ 4197325 h 4648200" name="connsiteY2"/>
              <a:gd fmla="*/ 2481682 w 2895600" name="connsiteX3"/>
              <a:gd fmla="*/ 4648200 h 4648200" name="connsiteY3"/>
              <a:gd fmla="*/ 0 w 2895600" name="connsiteX4"/>
              <a:gd fmla="*/ 4357817 h 4648200" name="connsiteY4"/>
              <a:gd fmla="*/ 0 w 2895600" name="connsiteX5"/>
              <a:gd fmla="*/ 268088 h 4648200" name="connsiteY5"/>
              <a:gd fmla="*/ 242032 w 2895600" name="connsiteX6"/>
              <a:gd fmla="*/ 235199 h 4648200" name="connsiteY6"/>
              <a:gd fmla="*/ 2481682 w 2895600" name="connsiteX7"/>
              <a:gd fmla="*/ 0 h 4648200" name="connsiteY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b="b" l="l" r="r" t="t"/>
            <a:pathLst>
              <a:path h="4648200" w="28956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>
            <a:gsLst>
              <a:gs pos="0">
                <a:srgbClr val="FFFDF5"/>
              </a:gs>
              <a:gs pos="100000">
                <a:srgbClr val="FFFDF5"/>
              </a:gs>
            </a:gsLst>
          </a:gradFill>
          <a:ln w="28575">
            <a:gradFill>
              <a:gsLst>
                <a:gs pos="0">
                  <a:srgbClr val="F7F7F7"/>
                </a:gs>
                <a:gs pos="100000">
                  <a:schemeClr val="bg1">
                    <a:lumMod val="8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6" name="稻壳儿：耗崽 11"/>
          <p:cNvSpPr/>
          <p:nvPr/>
        </p:nvSpPr>
        <p:spPr>
          <a:xfrm flipV="1" rot="420000">
            <a:off x="4732655" y="5255260"/>
            <a:ext cx="2856865" cy="391160"/>
          </a:xfrm>
          <a:custGeom>
            <a:avLst/>
            <a:gdLst>
              <a:gd fmla="*/ 0 w 2362200" name="connsiteX0"/>
              <a:gd fmla="*/ 457200 h 457200" name="connsiteY0"/>
              <a:gd fmla="*/ 1181100 w 2362200" name="connsiteX1"/>
              <a:gd fmla="*/ 0 h 457200" name="connsiteY1"/>
              <a:gd fmla="*/ 2362200 w 2362200" name="connsiteX2"/>
              <a:gd fmla="*/ 457200 h 457200" name="connsiteY2"/>
              <a:gd fmla="*/ 0 w 2362200" name="connsiteX3"/>
              <a:gd fmla="*/ 457200 h 457200" name="connsiteY3"/>
              <a:gd fmla="*/ 0 w 1853592" name="connsiteX0-1"/>
              <a:gd fmla="*/ 457200 h 457200" name="connsiteY0-2"/>
              <a:gd fmla="*/ 1181100 w 1853592" name="connsiteX1-3"/>
              <a:gd fmla="*/ 0 h 457200" name="connsiteY1-4"/>
              <a:gd fmla="*/ 1853592 w 1853592" name="connsiteX2-5"/>
              <a:gd fmla="*/ 457128 h 457200" name="connsiteY2-6"/>
              <a:gd fmla="*/ 0 w 1853592" name="connsiteX3-7"/>
              <a:gd fmla="*/ 457200 h 457200" name="connsiteY3-8"/>
              <a:gd fmla="*/ 0 w 1853592" name="connsiteX0-9"/>
              <a:gd fmla="*/ 335351 h 335351" name="connsiteY0-10"/>
              <a:gd fmla="*/ 1287695 w 1853592" name="connsiteX1-11"/>
              <a:gd fmla="*/ 0 h 335351" name="connsiteY1-12"/>
              <a:gd fmla="*/ 1853592 w 1853592" name="connsiteX2-13"/>
              <a:gd fmla="*/ 335279 h 335351" name="connsiteY2-14"/>
              <a:gd fmla="*/ 0 w 1853592" name="connsiteX3-15"/>
              <a:gd fmla="*/ 335351 h 335351" name="connsiteY3-16"/>
              <a:gd fmla="*/ 0 w 1853592" name="connsiteX0-17"/>
              <a:gd fmla="*/ 338146 h 338146" name="connsiteY0-18"/>
              <a:gd fmla="*/ 1287695 w 1853592" name="connsiteX1-19"/>
              <a:gd fmla="*/ 2795 h 338146" name="connsiteY1-20"/>
              <a:gd fmla="*/ 1853592 w 1853592" name="connsiteX2-21"/>
              <a:gd fmla="*/ 338074 h 338146" name="connsiteY2-22"/>
              <a:gd fmla="*/ 0 w 1853592" name="connsiteX3-23"/>
              <a:gd fmla="*/ 338146 h 338146" name="connsiteY3-24"/>
              <a:gd fmla="*/ 0 w 1853592" name="connsiteX0-25"/>
              <a:gd fmla="*/ 338146 h 338146" name="connsiteY0-26"/>
              <a:gd fmla="*/ 1287695 w 1853592" name="connsiteX1-27"/>
              <a:gd fmla="*/ 2795 h 338146" name="connsiteY1-28"/>
              <a:gd fmla="*/ 1853592 w 1853592" name="connsiteX2-29"/>
              <a:gd fmla="*/ 338074 h 338146" name="connsiteY2-30"/>
              <a:gd fmla="*/ 0 w 1853592" name="connsiteX3-31"/>
              <a:gd fmla="*/ 338146 h 338146" name="connsiteY3-32"/>
              <a:gd fmla="*/ 0 w 1822079" name="connsiteX0-33"/>
              <a:gd fmla="*/ 338146 h 338146" name="connsiteY0-34"/>
              <a:gd fmla="*/ 1287695 w 1822079" name="connsiteX1-35"/>
              <a:gd fmla="*/ 2795 h 338146" name="connsiteY1-36"/>
              <a:gd fmla="*/ 1822079 w 1822079" name="connsiteX2-37"/>
              <a:gd fmla="*/ 334204 h 338146" name="connsiteY2-38"/>
              <a:gd fmla="*/ 0 w 1822079" name="connsiteX3-39"/>
              <a:gd fmla="*/ 338146 h 338146" name="connsiteY3-40"/>
              <a:gd fmla="*/ 0 w 1822079" name="connsiteX0-41"/>
              <a:gd fmla="*/ 338146 h 338146" name="connsiteY0-42"/>
              <a:gd fmla="*/ 1287695 w 1822079" name="connsiteX1-43"/>
              <a:gd fmla="*/ 2795 h 338146" name="connsiteY1-44"/>
              <a:gd fmla="*/ 1822079 w 1822079" name="connsiteX2-45"/>
              <a:gd fmla="*/ 334204 h 338146" name="connsiteY2-46"/>
              <a:gd fmla="*/ 0 w 1822079" name="connsiteX3-47"/>
              <a:gd fmla="*/ 338146 h 338146" name="connsiteY3-48"/>
              <a:gd fmla="*/ 0 w 1822079" name="connsiteX0-49"/>
              <a:gd fmla="*/ 232412 h 232412" name="connsiteY0-50"/>
              <a:gd fmla="*/ 1371632 w 1822079" name="connsiteX1-51"/>
              <a:gd fmla="*/ 4497 h 232412" name="connsiteY1-52"/>
              <a:gd fmla="*/ 1822079 w 1822079" name="connsiteX2-53"/>
              <a:gd fmla="*/ 228470 h 232412" name="connsiteY2-54"/>
              <a:gd fmla="*/ 0 w 1822079" name="connsiteX3-55"/>
              <a:gd fmla="*/ 232412 h 232412" name="connsiteY3-56"/>
              <a:gd fmla="*/ 0 w 1822079" name="connsiteX0-57"/>
              <a:gd fmla="*/ 228451 h 228451" name="connsiteY0-58"/>
              <a:gd fmla="*/ 1371632 w 1822079" name="connsiteX1-59"/>
              <a:gd fmla="*/ 536 h 228451" name="connsiteY1-60"/>
              <a:gd fmla="*/ 1822079 w 1822079" name="connsiteX2-61"/>
              <a:gd fmla="*/ 224509 h 228451" name="connsiteY2-62"/>
              <a:gd fmla="*/ 0 w 1822079" name="connsiteX3-63"/>
              <a:gd fmla="*/ 228451 h 228451" name="connsiteY3-64"/>
              <a:gd fmla="*/ 0 w 1822079" name="connsiteX0-65"/>
              <a:gd fmla="*/ 228451 h 228451" name="connsiteY0-66"/>
              <a:gd fmla="*/ 1371632 w 1822079" name="connsiteX1-67"/>
              <a:gd fmla="*/ 536 h 228451" name="connsiteY1-68"/>
              <a:gd fmla="*/ 1822079 w 1822079" name="connsiteX2-69"/>
              <a:gd fmla="*/ 224509 h 228451" name="connsiteY2-70"/>
              <a:gd fmla="*/ 0 w 1822079" name="connsiteX3-71"/>
              <a:gd fmla="*/ 228451 h 228451" name="connsiteY3-72"/>
              <a:gd fmla="*/ 0 w 1822079" name="connsiteX0-73"/>
              <a:gd fmla="*/ 234944 h 234944" name="connsiteY0-74"/>
              <a:gd fmla="*/ 1458135 w 1822079" name="connsiteX1-75"/>
              <a:gd fmla="*/ 510 h 234944" name="connsiteY1-76"/>
              <a:gd fmla="*/ 1822079 w 1822079" name="connsiteX2-77"/>
              <a:gd fmla="*/ 231002 h 234944" name="connsiteY2-78"/>
              <a:gd fmla="*/ 0 w 1822079" name="connsiteX3-79"/>
              <a:gd fmla="*/ 234944 h 234944" name="connsiteY3-80"/>
              <a:gd fmla="*/ 0 w 1822079" name="connsiteX0-81"/>
              <a:gd fmla="*/ 251876 h 251876" name="connsiteY0-82"/>
              <a:gd fmla="*/ 1505928 w 1822079" name="connsiteX1-83"/>
              <a:gd fmla="*/ 456 h 251876" name="connsiteY1-84"/>
              <a:gd fmla="*/ 1822079 w 1822079" name="connsiteX2-85"/>
              <a:gd fmla="*/ 247934 h 251876" name="connsiteY2-86"/>
              <a:gd fmla="*/ 0 w 1822079" name="connsiteX3-87"/>
              <a:gd fmla="*/ 251876 h 251876" name="connsiteY3-88"/>
              <a:gd fmla="*/ 0 w 1822079" name="connsiteX0-89"/>
              <a:gd fmla="*/ 292564 h 292564" name="connsiteY0-90"/>
              <a:gd fmla="*/ 1499509 w 1822079" name="connsiteX1-91"/>
              <a:gd fmla="*/ 362 h 292564" name="connsiteY1-92"/>
              <a:gd fmla="*/ 1822079 w 1822079" name="connsiteX2-93"/>
              <a:gd fmla="*/ 288622 h 292564" name="connsiteY2-94"/>
              <a:gd fmla="*/ 0 w 1822079" name="connsiteX3-95"/>
              <a:gd fmla="*/ 292564 h 292564" name="connsiteY3-96"/>
              <a:gd fmla="*/ 0 w 1822079" name="connsiteX0-97"/>
              <a:gd fmla="*/ 269899 h 269899" name="connsiteY0-98"/>
              <a:gd fmla="*/ 1405305 w 1822079" name="connsiteX1-99"/>
              <a:gd fmla="*/ 410 h 269899" name="connsiteY1-100"/>
              <a:gd fmla="*/ 1822079 w 1822079" name="connsiteX2-101"/>
              <a:gd fmla="*/ 265957 h 269899" name="connsiteY2-102"/>
              <a:gd fmla="*/ 0 w 1822079" name="connsiteX3-103"/>
              <a:gd fmla="*/ 269899 h 269899" name="connsiteY3-104"/>
              <a:gd fmla="*/ 0 w 1822079" name="connsiteX0-105"/>
              <a:gd fmla="*/ 330359 h 330359" name="connsiteY0-106"/>
              <a:gd fmla="*/ 1499293 w 1822079" name="connsiteX1-107"/>
              <a:gd fmla="*/ 304 h 330359" name="connsiteY1-108"/>
              <a:gd fmla="*/ 1822079 w 1822079" name="connsiteX2-109"/>
              <a:gd fmla="*/ 326417 h 330359" name="connsiteY2-110"/>
              <a:gd fmla="*/ 0 w 1822079" name="connsiteX3-111"/>
              <a:gd fmla="*/ 330359 h 330359" name="connsiteY3-112"/>
              <a:gd fmla="*/ 0 w 1822079" name="connsiteX0-113"/>
              <a:gd fmla="*/ 330359 h 330359" name="connsiteY0-114"/>
              <a:gd fmla="*/ 1499293 w 1822079" name="connsiteX1-115"/>
              <a:gd fmla="*/ 304 h 330359" name="connsiteY1-116"/>
              <a:gd fmla="*/ 1822079 w 1822079" name="connsiteX2-117"/>
              <a:gd fmla="*/ 326417 h 330359" name="connsiteY2-118"/>
              <a:gd fmla="*/ 0 w 1822079" name="connsiteX3-119"/>
              <a:gd fmla="*/ 330359 h 330359" name="connsiteY3-120"/>
              <a:gd fmla="*/ 0 w 1822079" name="connsiteX0-121"/>
              <a:gd fmla="*/ 449126 h 449126" name="connsiteY0-122"/>
              <a:gd fmla="*/ 1583172 w 1822079" name="connsiteX1-123"/>
              <a:gd fmla="*/ 202 h 449126" name="connsiteY1-124"/>
              <a:gd fmla="*/ 1822079 w 1822079" name="connsiteX2-125"/>
              <a:gd fmla="*/ 445184 h 449126" name="connsiteY2-126"/>
              <a:gd fmla="*/ 0 w 1822079" name="connsiteX3-127"/>
              <a:gd fmla="*/ 449126 h 449126" name="connsiteY3-128"/>
              <a:gd fmla="*/ 0 w 1822079" name="connsiteX0-129"/>
              <a:gd fmla="*/ 449126 h 449126" name="connsiteY0-130"/>
              <a:gd fmla="*/ 1583172 w 1822079" name="connsiteX1-131"/>
              <a:gd fmla="*/ 202 h 449126" name="connsiteY1-132"/>
              <a:gd fmla="*/ 1822079 w 1822079" name="connsiteX2-133"/>
              <a:gd fmla="*/ 445184 h 449126" name="connsiteY2-134"/>
              <a:gd fmla="*/ 0 w 1822079" name="connsiteX3-135"/>
              <a:gd fmla="*/ 449126 h 449126" name="connsiteY3-136"/>
              <a:gd fmla="*/ 0 w 1822079" name="connsiteX0-137"/>
              <a:gd fmla="*/ 449126 h 449126" name="connsiteY0-138"/>
              <a:gd fmla="*/ 1583172 w 1822079" name="connsiteX1-139"/>
              <a:gd fmla="*/ 202 h 449126" name="connsiteY1-140"/>
              <a:gd fmla="*/ 1822079 w 1822079" name="connsiteX2-141"/>
              <a:gd fmla="*/ 445184 h 449126" name="connsiteY2-142"/>
              <a:gd fmla="*/ 0 w 1822079" name="connsiteX3-143"/>
              <a:gd fmla="*/ 449126 h 449126" name="connsiteY3-144"/>
              <a:gd fmla="*/ 0 w 1822079" name="connsiteX0-145"/>
              <a:gd fmla="*/ 449126 h 449126" name="connsiteY0-146"/>
              <a:gd fmla="*/ 1583172 w 1822079" name="connsiteX1-147"/>
              <a:gd fmla="*/ 202 h 449126" name="connsiteY1-148"/>
              <a:gd fmla="*/ 1822079 w 1822079" name="connsiteX2-149"/>
              <a:gd fmla="*/ 445184 h 449126" name="connsiteY2-150"/>
              <a:gd fmla="*/ 0 w 1822079" name="connsiteX3-151"/>
              <a:gd fmla="*/ 449126 h 449126" name="connsiteY3-152"/>
              <a:gd fmla="*/ 0 w 1822079" name="connsiteX0-153"/>
              <a:gd fmla="*/ 449865 h 449865" name="connsiteY0-154"/>
              <a:gd fmla="*/ 1514912 w 1822079" name="connsiteX1-155"/>
              <a:gd fmla="*/ 202 h 449865" name="connsiteY1-156"/>
              <a:gd fmla="*/ 1822079 w 1822079" name="connsiteX2-157"/>
              <a:gd fmla="*/ 445923 h 449865" name="connsiteY2-158"/>
              <a:gd fmla="*/ 0 w 1822079" name="connsiteX3-159"/>
              <a:gd fmla="*/ 449865 h 449865" name="connsiteY3-160"/>
              <a:gd fmla="*/ 0 w 1822079" name="connsiteX0-161"/>
              <a:gd fmla="*/ 449865 h 449865" name="connsiteY0-162"/>
              <a:gd fmla="*/ 1514912 w 1822079" name="connsiteX1-163"/>
              <a:gd fmla="*/ 202 h 449865" name="connsiteY1-164"/>
              <a:gd fmla="*/ 1822079 w 1822079" name="connsiteX2-165"/>
              <a:gd fmla="*/ 445923 h 449865" name="connsiteY2-166"/>
              <a:gd fmla="*/ 0 w 1822079" name="connsiteX3-167"/>
              <a:gd fmla="*/ 449865 h 449865" name="connsiteY3-168"/>
              <a:gd fmla="*/ 0 w 1822079" name="connsiteX0-169"/>
              <a:gd fmla="*/ 386588 h 386588" name="connsiteY0-170"/>
              <a:gd fmla="*/ 1506644 w 1822079" name="connsiteX1-171"/>
              <a:gd fmla="*/ 246 h 386588" name="connsiteY1-172"/>
              <a:gd fmla="*/ 1822079 w 1822079" name="connsiteX2-173"/>
              <a:gd fmla="*/ 382646 h 386588" name="connsiteY2-174"/>
              <a:gd fmla="*/ 0 w 1822079" name="connsiteX3-175"/>
              <a:gd fmla="*/ 386588 h 386588" name="connsiteY3-176"/>
              <a:gd fmla="*/ 0 w 1822079" name="connsiteX0-177"/>
              <a:gd fmla="*/ 369691 h 369691" name="connsiteY0-178"/>
              <a:gd fmla="*/ 1405699 w 1822079" name="connsiteX1-179"/>
              <a:gd fmla="*/ 262 h 369691" name="connsiteY1-180"/>
              <a:gd fmla="*/ 1822079 w 1822079" name="connsiteX2-181"/>
              <a:gd fmla="*/ 365749 h 369691" name="connsiteY2-182"/>
              <a:gd fmla="*/ 0 w 1822079" name="connsiteX3-183"/>
              <a:gd fmla="*/ 369691 h 369691" name="connsiteY3-184"/>
              <a:gd fmla="*/ 0 w 1822079" name="connsiteX0-185"/>
              <a:gd fmla="*/ 369691 h 369691" name="connsiteY0-186"/>
              <a:gd fmla="*/ 1405699 w 1822079" name="connsiteX1-187"/>
              <a:gd fmla="*/ 262 h 369691" name="connsiteY1-188"/>
              <a:gd fmla="*/ 1822079 w 1822079" name="connsiteX2-189"/>
              <a:gd fmla="*/ 365749 h 369691" name="connsiteY2-190"/>
              <a:gd fmla="*/ 0 w 1822079" name="connsiteX3-191"/>
              <a:gd fmla="*/ 369691 h 369691" name="connsiteY3-192"/>
              <a:gd fmla="*/ 0 w 1822079" name="connsiteX0-193"/>
              <a:gd fmla="*/ 381284 h 381284" name="connsiteY0-194"/>
              <a:gd fmla="*/ 1490761 w 1822079" name="connsiteX1-195"/>
              <a:gd fmla="*/ 250 h 381284" name="connsiteY1-196"/>
              <a:gd fmla="*/ 1822079 w 1822079" name="connsiteX2-197"/>
              <a:gd fmla="*/ 377342 h 381284" name="connsiteY2-198"/>
              <a:gd fmla="*/ 0 w 1822079" name="connsiteX3-199"/>
              <a:gd fmla="*/ 381284 h 381284" name="connsiteY3-200"/>
              <a:gd fmla="*/ 0 w 1822079" name="connsiteX0-201"/>
              <a:gd fmla="*/ 381284 h 381284" name="connsiteY0-202"/>
              <a:gd fmla="*/ 1490761 w 1822079" name="connsiteX1-203"/>
              <a:gd fmla="*/ 250 h 381284" name="connsiteY1-204"/>
              <a:gd fmla="*/ 1822079 w 1822079" name="connsiteX2-205"/>
              <a:gd fmla="*/ 377342 h 381284" name="connsiteY2-206"/>
              <a:gd fmla="*/ 0 w 1822079" name="connsiteX3-207"/>
              <a:gd fmla="*/ 381284 h 381284" name="connsiteY3-208"/>
              <a:gd fmla="*/ 0 w 1822079" name="connsiteX0-209"/>
              <a:gd fmla="*/ 381034 h 381034" name="connsiteY0-210"/>
              <a:gd fmla="*/ 1490761 w 1822079" name="connsiteX1-211"/>
              <a:gd fmla="*/ 0 h 381034" name="connsiteY1-212"/>
              <a:gd fmla="*/ 1822079 w 1822079" name="connsiteX2-213"/>
              <a:gd fmla="*/ 377092 h 381034" name="connsiteY2-214"/>
              <a:gd fmla="*/ 0 w 1822079" name="connsiteX3-215"/>
              <a:gd fmla="*/ 381034 h 381034" name="connsiteY3-216"/>
              <a:gd fmla="*/ 0 w 1822079" name="connsiteX0-217"/>
              <a:gd fmla="*/ 381034 h 381034" name="connsiteY0-218"/>
              <a:gd fmla="*/ 1490761 w 1822079" name="connsiteX1-219"/>
              <a:gd fmla="*/ 0 h 381034" name="connsiteY1-220"/>
              <a:gd fmla="*/ 1822079 w 1822079" name="connsiteX2-221"/>
              <a:gd fmla="*/ 377092 h 381034" name="connsiteY2-222"/>
              <a:gd fmla="*/ 0 w 1822079" name="connsiteX3-223"/>
              <a:gd fmla="*/ 381034 h 381034" name="connsiteY3-224"/>
              <a:gd fmla="*/ 0 w 1822079" name="connsiteX0-225"/>
              <a:gd fmla="*/ 381034 h 381034" name="connsiteY0-226"/>
              <a:gd fmla="*/ 1490761 w 1822079" name="connsiteX1-227"/>
              <a:gd fmla="*/ 0 h 381034" name="connsiteY1-228"/>
              <a:gd fmla="*/ 1822079 w 1822079" name="connsiteX2-229"/>
              <a:gd fmla="*/ 377092 h 381034" name="connsiteY2-230"/>
              <a:gd fmla="*/ 0 w 1822079" name="connsiteX3-231"/>
              <a:gd fmla="*/ 381034 h 381034" name="connsiteY3-232"/>
              <a:gd fmla="*/ 0 w 1822079" name="connsiteX0-233"/>
              <a:gd fmla="*/ 381034 h 381034" name="connsiteY0-234"/>
              <a:gd fmla="*/ 1490761 w 1822079" name="connsiteX1-235"/>
              <a:gd fmla="*/ 0 h 381034" name="connsiteY1-236"/>
              <a:gd fmla="*/ 1822079 w 1822079" name="connsiteX2-237"/>
              <a:gd fmla="*/ 377092 h 381034" name="connsiteY2-238"/>
              <a:gd fmla="*/ 0 w 1822079" name="connsiteX3-239"/>
              <a:gd fmla="*/ 381034 h 381034" name="connsiteY3-240"/>
              <a:gd fmla="*/ 0 w 1822079" name="connsiteX0-241"/>
              <a:gd fmla="*/ 376407 h 376407" name="connsiteY0-242"/>
              <a:gd fmla="*/ 1462705 w 1822079" name="connsiteX1-243"/>
              <a:gd fmla="*/ 0 h 376407" name="connsiteY1-244"/>
              <a:gd fmla="*/ 1822079 w 1822079" name="connsiteX2-245"/>
              <a:gd fmla="*/ 372465 h 376407" name="connsiteY2-246"/>
              <a:gd fmla="*/ 0 w 1822079" name="connsiteX3-247"/>
              <a:gd fmla="*/ 376407 h 376407" name="connsiteY3-248"/>
              <a:gd fmla="*/ 0 w 1822079" name="connsiteX0-249"/>
              <a:gd fmla="*/ 376407 h 376407" name="connsiteY0-250"/>
              <a:gd fmla="*/ 1462705 w 1822079" name="connsiteX1-251"/>
              <a:gd fmla="*/ 0 h 376407" name="connsiteY1-252"/>
              <a:gd fmla="*/ 1822079 w 1822079" name="connsiteX2-253"/>
              <a:gd fmla="*/ 372465 h 376407" name="connsiteY2-254"/>
              <a:gd fmla="*/ 0 w 1822079" name="connsiteX3-255"/>
              <a:gd fmla="*/ 376407 h 376407" name="connsiteY3-256"/>
              <a:gd fmla="*/ 0 w 1822079" name="connsiteX0-257"/>
              <a:gd fmla="*/ 376407 h 376407" name="connsiteY0-258"/>
              <a:gd fmla="*/ 1462705 w 1822079" name="connsiteX1-259"/>
              <a:gd fmla="*/ 0 h 376407" name="connsiteY1-260"/>
              <a:gd fmla="*/ 1822079 w 1822079" name="connsiteX2-261"/>
              <a:gd fmla="*/ 372465 h 376407" name="connsiteY2-262"/>
              <a:gd fmla="*/ 0 w 1822079" name="connsiteX3-263"/>
              <a:gd fmla="*/ 376407 h 376407" name="connsiteY3-264"/>
              <a:gd fmla="*/ 0 w 1822079" name="connsiteX0-265"/>
              <a:gd fmla="*/ 376407 h 376407" name="connsiteY0-266"/>
              <a:gd fmla="*/ 1462705 w 1822079" name="connsiteX1-267"/>
              <a:gd fmla="*/ 0 h 376407" name="connsiteY1-268"/>
              <a:gd fmla="*/ 1822079 w 1822079" name="connsiteX2-269"/>
              <a:gd fmla="*/ 372465 h 376407" name="connsiteY2-270"/>
              <a:gd fmla="*/ 0 w 1822079" name="connsiteX3-271"/>
              <a:gd fmla="*/ 376407 h 376407" name="connsiteY3-2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b="b" l="l" r="r" t="t"/>
            <a:pathLst>
              <a:path h="376407" w="1822079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compatLnSpc="1" forceAA="0" fromWordArt="0" horzOverflow="overflow" numCol="1" rtlCol="0" spcCol="0" vert="horz" vertOverflow="overflow" wrap="square">
            <a:noAutofit/>
          </a:bodyPr>
          <a:lstStyle/>
          <a:p>
            <a:pPr algn="ctr" lvl="0">
              <a:buClrTx/>
              <a:buSzTx/>
              <a:buFontTx/>
            </a:pPr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7" name="稻壳儿：耗崽 12"/>
          <p:cNvSpPr/>
          <p:nvPr/>
        </p:nvSpPr>
        <p:spPr>
          <a:xfrm>
            <a:off x="5716270" y="2145030"/>
            <a:ext cx="1983105" cy="3343910"/>
          </a:xfrm>
          <a:custGeom>
            <a:avLst/>
            <a:gdLst>
              <a:gd fmla="*/ 2481682 w 2895600" name="connsiteX0"/>
              <a:gd fmla="*/ 0 h 4648200" name="connsiteY0"/>
              <a:gd fmla="*/ 2895600 w 2895600" name="connsiteX1"/>
              <a:gd fmla="*/ 450875 h 4648200" name="connsiteY1"/>
              <a:gd fmla="*/ 2895600 w 2895600" name="connsiteX2"/>
              <a:gd fmla="*/ 4197325 h 4648200" name="connsiteY2"/>
              <a:gd fmla="*/ 2481682 w 2895600" name="connsiteX3"/>
              <a:gd fmla="*/ 4648200 h 4648200" name="connsiteY3"/>
              <a:gd fmla="*/ 0 w 2895600" name="connsiteX4"/>
              <a:gd fmla="*/ 4357817 h 4648200" name="connsiteY4"/>
              <a:gd fmla="*/ 0 w 2895600" name="connsiteX5"/>
              <a:gd fmla="*/ 268088 h 4648200" name="connsiteY5"/>
              <a:gd fmla="*/ 242032 w 2895600" name="connsiteX6"/>
              <a:gd fmla="*/ 235199 h 4648200" name="connsiteY6"/>
              <a:gd fmla="*/ 2481682 w 2895600" name="connsiteX7"/>
              <a:gd fmla="*/ 0 h 4648200" name="connsiteY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b="b" l="l" r="r" t="t"/>
            <a:pathLst>
              <a:path h="4648200" w="28956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>
            <a:gsLst>
              <a:gs pos="0">
                <a:srgbClr val="FFFDF5"/>
              </a:gs>
              <a:gs pos="100000">
                <a:srgbClr val="FFFDF5"/>
              </a:gs>
            </a:gsLst>
          </a:gradFill>
          <a:ln w="28575">
            <a:gradFill>
              <a:gsLst>
                <a:gs pos="0">
                  <a:srgbClr val="F7F7F7"/>
                </a:gs>
                <a:gs pos="100000">
                  <a:schemeClr val="bg1">
                    <a:lumMod val="8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9" name="稻壳儿：耗崽 13"/>
          <p:cNvSpPr/>
          <p:nvPr/>
        </p:nvSpPr>
        <p:spPr>
          <a:xfrm flipV="1" rot="420000">
            <a:off x="3111762" y="5255049"/>
            <a:ext cx="2856995" cy="391338"/>
          </a:xfrm>
          <a:custGeom>
            <a:avLst/>
            <a:gdLst>
              <a:gd fmla="*/ 0 w 2362200" name="connsiteX0"/>
              <a:gd fmla="*/ 457200 h 457200" name="connsiteY0"/>
              <a:gd fmla="*/ 1181100 w 2362200" name="connsiteX1"/>
              <a:gd fmla="*/ 0 h 457200" name="connsiteY1"/>
              <a:gd fmla="*/ 2362200 w 2362200" name="connsiteX2"/>
              <a:gd fmla="*/ 457200 h 457200" name="connsiteY2"/>
              <a:gd fmla="*/ 0 w 2362200" name="connsiteX3"/>
              <a:gd fmla="*/ 457200 h 457200" name="connsiteY3"/>
              <a:gd fmla="*/ 0 w 1853592" name="connsiteX0-1"/>
              <a:gd fmla="*/ 457200 h 457200" name="connsiteY0-2"/>
              <a:gd fmla="*/ 1181100 w 1853592" name="connsiteX1-3"/>
              <a:gd fmla="*/ 0 h 457200" name="connsiteY1-4"/>
              <a:gd fmla="*/ 1853592 w 1853592" name="connsiteX2-5"/>
              <a:gd fmla="*/ 457128 h 457200" name="connsiteY2-6"/>
              <a:gd fmla="*/ 0 w 1853592" name="connsiteX3-7"/>
              <a:gd fmla="*/ 457200 h 457200" name="connsiteY3-8"/>
              <a:gd fmla="*/ 0 w 1853592" name="connsiteX0-9"/>
              <a:gd fmla="*/ 335351 h 335351" name="connsiteY0-10"/>
              <a:gd fmla="*/ 1287695 w 1853592" name="connsiteX1-11"/>
              <a:gd fmla="*/ 0 h 335351" name="connsiteY1-12"/>
              <a:gd fmla="*/ 1853592 w 1853592" name="connsiteX2-13"/>
              <a:gd fmla="*/ 335279 h 335351" name="connsiteY2-14"/>
              <a:gd fmla="*/ 0 w 1853592" name="connsiteX3-15"/>
              <a:gd fmla="*/ 335351 h 335351" name="connsiteY3-16"/>
              <a:gd fmla="*/ 0 w 1853592" name="connsiteX0-17"/>
              <a:gd fmla="*/ 338146 h 338146" name="connsiteY0-18"/>
              <a:gd fmla="*/ 1287695 w 1853592" name="connsiteX1-19"/>
              <a:gd fmla="*/ 2795 h 338146" name="connsiteY1-20"/>
              <a:gd fmla="*/ 1853592 w 1853592" name="connsiteX2-21"/>
              <a:gd fmla="*/ 338074 h 338146" name="connsiteY2-22"/>
              <a:gd fmla="*/ 0 w 1853592" name="connsiteX3-23"/>
              <a:gd fmla="*/ 338146 h 338146" name="connsiteY3-24"/>
              <a:gd fmla="*/ 0 w 1853592" name="connsiteX0-25"/>
              <a:gd fmla="*/ 338146 h 338146" name="connsiteY0-26"/>
              <a:gd fmla="*/ 1287695 w 1853592" name="connsiteX1-27"/>
              <a:gd fmla="*/ 2795 h 338146" name="connsiteY1-28"/>
              <a:gd fmla="*/ 1853592 w 1853592" name="connsiteX2-29"/>
              <a:gd fmla="*/ 338074 h 338146" name="connsiteY2-30"/>
              <a:gd fmla="*/ 0 w 1853592" name="connsiteX3-31"/>
              <a:gd fmla="*/ 338146 h 338146" name="connsiteY3-32"/>
              <a:gd fmla="*/ 0 w 1822079" name="connsiteX0-33"/>
              <a:gd fmla="*/ 338146 h 338146" name="connsiteY0-34"/>
              <a:gd fmla="*/ 1287695 w 1822079" name="connsiteX1-35"/>
              <a:gd fmla="*/ 2795 h 338146" name="connsiteY1-36"/>
              <a:gd fmla="*/ 1822079 w 1822079" name="connsiteX2-37"/>
              <a:gd fmla="*/ 334204 h 338146" name="connsiteY2-38"/>
              <a:gd fmla="*/ 0 w 1822079" name="connsiteX3-39"/>
              <a:gd fmla="*/ 338146 h 338146" name="connsiteY3-40"/>
              <a:gd fmla="*/ 0 w 1822079" name="connsiteX0-41"/>
              <a:gd fmla="*/ 338146 h 338146" name="connsiteY0-42"/>
              <a:gd fmla="*/ 1287695 w 1822079" name="connsiteX1-43"/>
              <a:gd fmla="*/ 2795 h 338146" name="connsiteY1-44"/>
              <a:gd fmla="*/ 1822079 w 1822079" name="connsiteX2-45"/>
              <a:gd fmla="*/ 334204 h 338146" name="connsiteY2-46"/>
              <a:gd fmla="*/ 0 w 1822079" name="connsiteX3-47"/>
              <a:gd fmla="*/ 338146 h 338146" name="connsiteY3-48"/>
              <a:gd fmla="*/ 0 w 1822079" name="connsiteX0-49"/>
              <a:gd fmla="*/ 232412 h 232412" name="connsiteY0-50"/>
              <a:gd fmla="*/ 1371632 w 1822079" name="connsiteX1-51"/>
              <a:gd fmla="*/ 4497 h 232412" name="connsiteY1-52"/>
              <a:gd fmla="*/ 1822079 w 1822079" name="connsiteX2-53"/>
              <a:gd fmla="*/ 228470 h 232412" name="connsiteY2-54"/>
              <a:gd fmla="*/ 0 w 1822079" name="connsiteX3-55"/>
              <a:gd fmla="*/ 232412 h 232412" name="connsiteY3-56"/>
              <a:gd fmla="*/ 0 w 1822079" name="connsiteX0-57"/>
              <a:gd fmla="*/ 228451 h 228451" name="connsiteY0-58"/>
              <a:gd fmla="*/ 1371632 w 1822079" name="connsiteX1-59"/>
              <a:gd fmla="*/ 536 h 228451" name="connsiteY1-60"/>
              <a:gd fmla="*/ 1822079 w 1822079" name="connsiteX2-61"/>
              <a:gd fmla="*/ 224509 h 228451" name="connsiteY2-62"/>
              <a:gd fmla="*/ 0 w 1822079" name="connsiteX3-63"/>
              <a:gd fmla="*/ 228451 h 228451" name="connsiteY3-64"/>
              <a:gd fmla="*/ 0 w 1822079" name="connsiteX0-65"/>
              <a:gd fmla="*/ 228451 h 228451" name="connsiteY0-66"/>
              <a:gd fmla="*/ 1371632 w 1822079" name="connsiteX1-67"/>
              <a:gd fmla="*/ 536 h 228451" name="connsiteY1-68"/>
              <a:gd fmla="*/ 1822079 w 1822079" name="connsiteX2-69"/>
              <a:gd fmla="*/ 224509 h 228451" name="connsiteY2-70"/>
              <a:gd fmla="*/ 0 w 1822079" name="connsiteX3-71"/>
              <a:gd fmla="*/ 228451 h 228451" name="connsiteY3-72"/>
              <a:gd fmla="*/ 0 w 1822079" name="connsiteX0-73"/>
              <a:gd fmla="*/ 234944 h 234944" name="connsiteY0-74"/>
              <a:gd fmla="*/ 1458135 w 1822079" name="connsiteX1-75"/>
              <a:gd fmla="*/ 510 h 234944" name="connsiteY1-76"/>
              <a:gd fmla="*/ 1822079 w 1822079" name="connsiteX2-77"/>
              <a:gd fmla="*/ 231002 h 234944" name="connsiteY2-78"/>
              <a:gd fmla="*/ 0 w 1822079" name="connsiteX3-79"/>
              <a:gd fmla="*/ 234944 h 234944" name="connsiteY3-80"/>
              <a:gd fmla="*/ 0 w 1822079" name="connsiteX0-81"/>
              <a:gd fmla="*/ 251876 h 251876" name="connsiteY0-82"/>
              <a:gd fmla="*/ 1505928 w 1822079" name="connsiteX1-83"/>
              <a:gd fmla="*/ 456 h 251876" name="connsiteY1-84"/>
              <a:gd fmla="*/ 1822079 w 1822079" name="connsiteX2-85"/>
              <a:gd fmla="*/ 247934 h 251876" name="connsiteY2-86"/>
              <a:gd fmla="*/ 0 w 1822079" name="connsiteX3-87"/>
              <a:gd fmla="*/ 251876 h 251876" name="connsiteY3-88"/>
              <a:gd fmla="*/ 0 w 1822079" name="connsiteX0-89"/>
              <a:gd fmla="*/ 292564 h 292564" name="connsiteY0-90"/>
              <a:gd fmla="*/ 1499509 w 1822079" name="connsiteX1-91"/>
              <a:gd fmla="*/ 362 h 292564" name="connsiteY1-92"/>
              <a:gd fmla="*/ 1822079 w 1822079" name="connsiteX2-93"/>
              <a:gd fmla="*/ 288622 h 292564" name="connsiteY2-94"/>
              <a:gd fmla="*/ 0 w 1822079" name="connsiteX3-95"/>
              <a:gd fmla="*/ 292564 h 292564" name="connsiteY3-96"/>
              <a:gd fmla="*/ 0 w 1822079" name="connsiteX0-97"/>
              <a:gd fmla="*/ 269899 h 269899" name="connsiteY0-98"/>
              <a:gd fmla="*/ 1405305 w 1822079" name="connsiteX1-99"/>
              <a:gd fmla="*/ 410 h 269899" name="connsiteY1-100"/>
              <a:gd fmla="*/ 1822079 w 1822079" name="connsiteX2-101"/>
              <a:gd fmla="*/ 265957 h 269899" name="connsiteY2-102"/>
              <a:gd fmla="*/ 0 w 1822079" name="connsiteX3-103"/>
              <a:gd fmla="*/ 269899 h 269899" name="connsiteY3-104"/>
              <a:gd fmla="*/ 0 w 1822079" name="connsiteX0-105"/>
              <a:gd fmla="*/ 330359 h 330359" name="connsiteY0-106"/>
              <a:gd fmla="*/ 1499293 w 1822079" name="connsiteX1-107"/>
              <a:gd fmla="*/ 304 h 330359" name="connsiteY1-108"/>
              <a:gd fmla="*/ 1822079 w 1822079" name="connsiteX2-109"/>
              <a:gd fmla="*/ 326417 h 330359" name="connsiteY2-110"/>
              <a:gd fmla="*/ 0 w 1822079" name="connsiteX3-111"/>
              <a:gd fmla="*/ 330359 h 330359" name="connsiteY3-112"/>
              <a:gd fmla="*/ 0 w 1822079" name="connsiteX0-113"/>
              <a:gd fmla="*/ 330359 h 330359" name="connsiteY0-114"/>
              <a:gd fmla="*/ 1499293 w 1822079" name="connsiteX1-115"/>
              <a:gd fmla="*/ 304 h 330359" name="connsiteY1-116"/>
              <a:gd fmla="*/ 1822079 w 1822079" name="connsiteX2-117"/>
              <a:gd fmla="*/ 326417 h 330359" name="connsiteY2-118"/>
              <a:gd fmla="*/ 0 w 1822079" name="connsiteX3-119"/>
              <a:gd fmla="*/ 330359 h 330359" name="connsiteY3-120"/>
              <a:gd fmla="*/ 0 w 1822079" name="connsiteX0-121"/>
              <a:gd fmla="*/ 449126 h 449126" name="connsiteY0-122"/>
              <a:gd fmla="*/ 1583172 w 1822079" name="connsiteX1-123"/>
              <a:gd fmla="*/ 202 h 449126" name="connsiteY1-124"/>
              <a:gd fmla="*/ 1822079 w 1822079" name="connsiteX2-125"/>
              <a:gd fmla="*/ 445184 h 449126" name="connsiteY2-126"/>
              <a:gd fmla="*/ 0 w 1822079" name="connsiteX3-127"/>
              <a:gd fmla="*/ 449126 h 449126" name="connsiteY3-128"/>
              <a:gd fmla="*/ 0 w 1822079" name="connsiteX0-129"/>
              <a:gd fmla="*/ 449126 h 449126" name="connsiteY0-130"/>
              <a:gd fmla="*/ 1583172 w 1822079" name="connsiteX1-131"/>
              <a:gd fmla="*/ 202 h 449126" name="connsiteY1-132"/>
              <a:gd fmla="*/ 1822079 w 1822079" name="connsiteX2-133"/>
              <a:gd fmla="*/ 445184 h 449126" name="connsiteY2-134"/>
              <a:gd fmla="*/ 0 w 1822079" name="connsiteX3-135"/>
              <a:gd fmla="*/ 449126 h 449126" name="connsiteY3-136"/>
              <a:gd fmla="*/ 0 w 1822079" name="connsiteX0-137"/>
              <a:gd fmla="*/ 449126 h 449126" name="connsiteY0-138"/>
              <a:gd fmla="*/ 1583172 w 1822079" name="connsiteX1-139"/>
              <a:gd fmla="*/ 202 h 449126" name="connsiteY1-140"/>
              <a:gd fmla="*/ 1822079 w 1822079" name="connsiteX2-141"/>
              <a:gd fmla="*/ 445184 h 449126" name="connsiteY2-142"/>
              <a:gd fmla="*/ 0 w 1822079" name="connsiteX3-143"/>
              <a:gd fmla="*/ 449126 h 449126" name="connsiteY3-144"/>
              <a:gd fmla="*/ 0 w 1822079" name="connsiteX0-145"/>
              <a:gd fmla="*/ 449126 h 449126" name="connsiteY0-146"/>
              <a:gd fmla="*/ 1583172 w 1822079" name="connsiteX1-147"/>
              <a:gd fmla="*/ 202 h 449126" name="connsiteY1-148"/>
              <a:gd fmla="*/ 1822079 w 1822079" name="connsiteX2-149"/>
              <a:gd fmla="*/ 445184 h 449126" name="connsiteY2-150"/>
              <a:gd fmla="*/ 0 w 1822079" name="connsiteX3-151"/>
              <a:gd fmla="*/ 449126 h 449126" name="connsiteY3-152"/>
              <a:gd fmla="*/ 0 w 1822079" name="connsiteX0-153"/>
              <a:gd fmla="*/ 449865 h 449865" name="connsiteY0-154"/>
              <a:gd fmla="*/ 1514912 w 1822079" name="connsiteX1-155"/>
              <a:gd fmla="*/ 202 h 449865" name="connsiteY1-156"/>
              <a:gd fmla="*/ 1822079 w 1822079" name="connsiteX2-157"/>
              <a:gd fmla="*/ 445923 h 449865" name="connsiteY2-158"/>
              <a:gd fmla="*/ 0 w 1822079" name="connsiteX3-159"/>
              <a:gd fmla="*/ 449865 h 449865" name="connsiteY3-160"/>
              <a:gd fmla="*/ 0 w 1822079" name="connsiteX0-161"/>
              <a:gd fmla="*/ 449865 h 449865" name="connsiteY0-162"/>
              <a:gd fmla="*/ 1514912 w 1822079" name="connsiteX1-163"/>
              <a:gd fmla="*/ 202 h 449865" name="connsiteY1-164"/>
              <a:gd fmla="*/ 1822079 w 1822079" name="connsiteX2-165"/>
              <a:gd fmla="*/ 445923 h 449865" name="connsiteY2-166"/>
              <a:gd fmla="*/ 0 w 1822079" name="connsiteX3-167"/>
              <a:gd fmla="*/ 449865 h 449865" name="connsiteY3-168"/>
              <a:gd fmla="*/ 0 w 1822079" name="connsiteX0-169"/>
              <a:gd fmla="*/ 386588 h 386588" name="connsiteY0-170"/>
              <a:gd fmla="*/ 1506644 w 1822079" name="connsiteX1-171"/>
              <a:gd fmla="*/ 246 h 386588" name="connsiteY1-172"/>
              <a:gd fmla="*/ 1822079 w 1822079" name="connsiteX2-173"/>
              <a:gd fmla="*/ 382646 h 386588" name="connsiteY2-174"/>
              <a:gd fmla="*/ 0 w 1822079" name="connsiteX3-175"/>
              <a:gd fmla="*/ 386588 h 386588" name="connsiteY3-176"/>
              <a:gd fmla="*/ 0 w 1822079" name="connsiteX0-177"/>
              <a:gd fmla="*/ 369691 h 369691" name="connsiteY0-178"/>
              <a:gd fmla="*/ 1405699 w 1822079" name="connsiteX1-179"/>
              <a:gd fmla="*/ 262 h 369691" name="connsiteY1-180"/>
              <a:gd fmla="*/ 1822079 w 1822079" name="connsiteX2-181"/>
              <a:gd fmla="*/ 365749 h 369691" name="connsiteY2-182"/>
              <a:gd fmla="*/ 0 w 1822079" name="connsiteX3-183"/>
              <a:gd fmla="*/ 369691 h 369691" name="connsiteY3-184"/>
              <a:gd fmla="*/ 0 w 1822079" name="connsiteX0-185"/>
              <a:gd fmla="*/ 369691 h 369691" name="connsiteY0-186"/>
              <a:gd fmla="*/ 1405699 w 1822079" name="connsiteX1-187"/>
              <a:gd fmla="*/ 262 h 369691" name="connsiteY1-188"/>
              <a:gd fmla="*/ 1822079 w 1822079" name="connsiteX2-189"/>
              <a:gd fmla="*/ 365749 h 369691" name="connsiteY2-190"/>
              <a:gd fmla="*/ 0 w 1822079" name="connsiteX3-191"/>
              <a:gd fmla="*/ 369691 h 369691" name="connsiteY3-192"/>
              <a:gd fmla="*/ 0 w 1822079" name="connsiteX0-193"/>
              <a:gd fmla="*/ 381284 h 381284" name="connsiteY0-194"/>
              <a:gd fmla="*/ 1490761 w 1822079" name="connsiteX1-195"/>
              <a:gd fmla="*/ 250 h 381284" name="connsiteY1-196"/>
              <a:gd fmla="*/ 1822079 w 1822079" name="connsiteX2-197"/>
              <a:gd fmla="*/ 377342 h 381284" name="connsiteY2-198"/>
              <a:gd fmla="*/ 0 w 1822079" name="connsiteX3-199"/>
              <a:gd fmla="*/ 381284 h 381284" name="connsiteY3-200"/>
              <a:gd fmla="*/ 0 w 1822079" name="connsiteX0-201"/>
              <a:gd fmla="*/ 381284 h 381284" name="connsiteY0-202"/>
              <a:gd fmla="*/ 1490761 w 1822079" name="connsiteX1-203"/>
              <a:gd fmla="*/ 250 h 381284" name="connsiteY1-204"/>
              <a:gd fmla="*/ 1822079 w 1822079" name="connsiteX2-205"/>
              <a:gd fmla="*/ 377342 h 381284" name="connsiteY2-206"/>
              <a:gd fmla="*/ 0 w 1822079" name="connsiteX3-207"/>
              <a:gd fmla="*/ 381284 h 381284" name="connsiteY3-208"/>
              <a:gd fmla="*/ 0 w 1822079" name="connsiteX0-209"/>
              <a:gd fmla="*/ 381034 h 381034" name="connsiteY0-210"/>
              <a:gd fmla="*/ 1490761 w 1822079" name="connsiteX1-211"/>
              <a:gd fmla="*/ 0 h 381034" name="connsiteY1-212"/>
              <a:gd fmla="*/ 1822079 w 1822079" name="connsiteX2-213"/>
              <a:gd fmla="*/ 377092 h 381034" name="connsiteY2-214"/>
              <a:gd fmla="*/ 0 w 1822079" name="connsiteX3-215"/>
              <a:gd fmla="*/ 381034 h 381034" name="connsiteY3-216"/>
              <a:gd fmla="*/ 0 w 1822079" name="connsiteX0-217"/>
              <a:gd fmla="*/ 381034 h 381034" name="connsiteY0-218"/>
              <a:gd fmla="*/ 1490761 w 1822079" name="connsiteX1-219"/>
              <a:gd fmla="*/ 0 h 381034" name="connsiteY1-220"/>
              <a:gd fmla="*/ 1822079 w 1822079" name="connsiteX2-221"/>
              <a:gd fmla="*/ 377092 h 381034" name="connsiteY2-222"/>
              <a:gd fmla="*/ 0 w 1822079" name="connsiteX3-223"/>
              <a:gd fmla="*/ 381034 h 381034" name="connsiteY3-224"/>
              <a:gd fmla="*/ 0 w 1822079" name="connsiteX0-225"/>
              <a:gd fmla="*/ 381034 h 381034" name="connsiteY0-226"/>
              <a:gd fmla="*/ 1490761 w 1822079" name="connsiteX1-227"/>
              <a:gd fmla="*/ 0 h 381034" name="connsiteY1-228"/>
              <a:gd fmla="*/ 1822079 w 1822079" name="connsiteX2-229"/>
              <a:gd fmla="*/ 377092 h 381034" name="connsiteY2-230"/>
              <a:gd fmla="*/ 0 w 1822079" name="connsiteX3-231"/>
              <a:gd fmla="*/ 381034 h 381034" name="connsiteY3-232"/>
              <a:gd fmla="*/ 0 w 1822079" name="connsiteX0-233"/>
              <a:gd fmla="*/ 381034 h 381034" name="connsiteY0-234"/>
              <a:gd fmla="*/ 1490761 w 1822079" name="connsiteX1-235"/>
              <a:gd fmla="*/ 0 h 381034" name="connsiteY1-236"/>
              <a:gd fmla="*/ 1822079 w 1822079" name="connsiteX2-237"/>
              <a:gd fmla="*/ 377092 h 381034" name="connsiteY2-238"/>
              <a:gd fmla="*/ 0 w 1822079" name="connsiteX3-239"/>
              <a:gd fmla="*/ 381034 h 381034" name="connsiteY3-240"/>
              <a:gd fmla="*/ 0 w 1822079" name="connsiteX0-241"/>
              <a:gd fmla="*/ 376407 h 376407" name="connsiteY0-242"/>
              <a:gd fmla="*/ 1462705 w 1822079" name="connsiteX1-243"/>
              <a:gd fmla="*/ 0 h 376407" name="connsiteY1-244"/>
              <a:gd fmla="*/ 1822079 w 1822079" name="connsiteX2-245"/>
              <a:gd fmla="*/ 372465 h 376407" name="connsiteY2-246"/>
              <a:gd fmla="*/ 0 w 1822079" name="connsiteX3-247"/>
              <a:gd fmla="*/ 376407 h 376407" name="connsiteY3-248"/>
              <a:gd fmla="*/ 0 w 1822079" name="connsiteX0-249"/>
              <a:gd fmla="*/ 376407 h 376407" name="connsiteY0-250"/>
              <a:gd fmla="*/ 1462705 w 1822079" name="connsiteX1-251"/>
              <a:gd fmla="*/ 0 h 376407" name="connsiteY1-252"/>
              <a:gd fmla="*/ 1822079 w 1822079" name="connsiteX2-253"/>
              <a:gd fmla="*/ 372465 h 376407" name="connsiteY2-254"/>
              <a:gd fmla="*/ 0 w 1822079" name="connsiteX3-255"/>
              <a:gd fmla="*/ 376407 h 376407" name="connsiteY3-256"/>
              <a:gd fmla="*/ 0 w 1822079" name="connsiteX0-257"/>
              <a:gd fmla="*/ 376407 h 376407" name="connsiteY0-258"/>
              <a:gd fmla="*/ 1462705 w 1822079" name="connsiteX1-259"/>
              <a:gd fmla="*/ 0 h 376407" name="connsiteY1-260"/>
              <a:gd fmla="*/ 1822079 w 1822079" name="connsiteX2-261"/>
              <a:gd fmla="*/ 372465 h 376407" name="connsiteY2-262"/>
              <a:gd fmla="*/ 0 w 1822079" name="connsiteX3-263"/>
              <a:gd fmla="*/ 376407 h 376407" name="connsiteY3-264"/>
              <a:gd fmla="*/ 0 w 1822079" name="connsiteX0-265"/>
              <a:gd fmla="*/ 376407 h 376407" name="connsiteY0-266"/>
              <a:gd fmla="*/ 1462705 w 1822079" name="connsiteX1-267"/>
              <a:gd fmla="*/ 0 h 376407" name="connsiteY1-268"/>
              <a:gd fmla="*/ 1822079 w 1822079" name="connsiteX2-269"/>
              <a:gd fmla="*/ 372465 h 376407" name="connsiteY2-270"/>
              <a:gd fmla="*/ 0 w 1822079" name="connsiteX3-271"/>
              <a:gd fmla="*/ 376407 h 376407" name="connsiteY3-2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b="b" l="l" r="r" t="t"/>
            <a:pathLst>
              <a:path h="376407" w="1822079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0" name="稻壳儿：耗崽 14"/>
          <p:cNvSpPr/>
          <p:nvPr/>
        </p:nvSpPr>
        <p:spPr>
          <a:xfrm>
            <a:off x="4095958" y="2145251"/>
            <a:ext cx="1983059" cy="3344087"/>
          </a:xfrm>
          <a:custGeom>
            <a:avLst/>
            <a:gdLst>
              <a:gd fmla="*/ 2481682 w 2895600" name="connsiteX0"/>
              <a:gd fmla="*/ 0 h 4648200" name="connsiteY0"/>
              <a:gd fmla="*/ 2895600 w 2895600" name="connsiteX1"/>
              <a:gd fmla="*/ 450875 h 4648200" name="connsiteY1"/>
              <a:gd fmla="*/ 2895600 w 2895600" name="connsiteX2"/>
              <a:gd fmla="*/ 4197325 h 4648200" name="connsiteY2"/>
              <a:gd fmla="*/ 2481682 w 2895600" name="connsiteX3"/>
              <a:gd fmla="*/ 4648200 h 4648200" name="connsiteY3"/>
              <a:gd fmla="*/ 0 w 2895600" name="connsiteX4"/>
              <a:gd fmla="*/ 4357817 h 4648200" name="connsiteY4"/>
              <a:gd fmla="*/ 0 w 2895600" name="connsiteX5"/>
              <a:gd fmla="*/ 268088 h 4648200" name="connsiteY5"/>
              <a:gd fmla="*/ 242032 w 2895600" name="connsiteX6"/>
              <a:gd fmla="*/ 235199 h 4648200" name="connsiteY6"/>
              <a:gd fmla="*/ 2481682 w 2895600" name="connsiteX7"/>
              <a:gd fmla="*/ 0 h 4648200" name="connsiteY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b="b" l="l" r="r" t="t"/>
            <a:pathLst>
              <a:path h="4648200" w="28956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>
            <a:gsLst>
              <a:gs pos="0">
                <a:srgbClr val="FFFDF5"/>
              </a:gs>
              <a:gs pos="100000">
                <a:srgbClr val="FFFDF5"/>
              </a:gs>
            </a:gsLst>
          </a:gradFill>
          <a:ln w="28575">
            <a:gradFill>
              <a:gsLst>
                <a:gs pos="0">
                  <a:srgbClr val="F7F7F7"/>
                </a:gs>
                <a:gs pos="100000">
                  <a:srgbClr val="CFCFCF"/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2" name="稻壳儿：耗崽 15"/>
          <p:cNvSpPr/>
          <p:nvPr/>
        </p:nvSpPr>
        <p:spPr>
          <a:xfrm flipV="1" rot="420000">
            <a:off x="1487918" y="5255049"/>
            <a:ext cx="2856995" cy="391338"/>
          </a:xfrm>
          <a:custGeom>
            <a:avLst/>
            <a:gdLst>
              <a:gd fmla="*/ 0 w 2362200" name="connsiteX0"/>
              <a:gd fmla="*/ 457200 h 457200" name="connsiteY0"/>
              <a:gd fmla="*/ 1181100 w 2362200" name="connsiteX1"/>
              <a:gd fmla="*/ 0 h 457200" name="connsiteY1"/>
              <a:gd fmla="*/ 2362200 w 2362200" name="connsiteX2"/>
              <a:gd fmla="*/ 457200 h 457200" name="connsiteY2"/>
              <a:gd fmla="*/ 0 w 2362200" name="connsiteX3"/>
              <a:gd fmla="*/ 457200 h 457200" name="connsiteY3"/>
              <a:gd fmla="*/ 0 w 1853592" name="connsiteX0-1"/>
              <a:gd fmla="*/ 457200 h 457200" name="connsiteY0-2"/>
              <a:gd fmla="*/ 1181100 w 1853592" name="connsiteX1-3"/>
              <a:gd fmla="*/ 0 h 457200" name="connsiteY1-4"/>
              <a:gd fmla="*/ 1853592 w 1853592" name="connsiteX2-5"/>
              <a:gd fmla="*/ 457128 h 457200" name="connsiteY2-6"/>
              <a:gd fmla="*/ 0 w 1853592" name="connsiteX3-7"/>
              <a:gd fmla="*/ 457200 h 457200" name="connsiteY3-8"/>
              <a:gd fmla="*/ 0 w 1853592" name="connsiteX0-9"/>
              <a:gd fmla="*/ 335351 h 335351" name="connsiteY0-10"/>
              <a:gd fmla="*/ 1287695 w 1853592" name="connsiteX1-11"/>
              <a:gd fmla="*/ 0 h 335351" name="connsiteY1-12"/>
              <a:gd fmla="*/ 1853592 w 1853592" name="connsiteX2-13"/>
              <a:gd fmla="*/ 335279 h 335351" name="connsiteY2-14"/>
              <a:gd fmla="*/ 0 w 1853592" name="connsiteX3-15"/>
              <a:gd fmla="*/ 335351 h 335351" name="connsiteY3-16"/>
              <a:gd fmla="*/ 0 w 1853592" name="connsiteX0-17"/>
              <a:gd fmla="*/ 338146 h 338146" name="connsiteY0-18"/>
              <a:gd fmla="*/ 1287695 w 1853592" name="connsiteX1-19"/>
              <a:gd fmla="*/ 2795 h 338146" name="connsiteY1-20"/>
              <a:gd fmla="*/ 1853592 w 1853592" name="connsiteX2-21"/>
              <a:gd fmla="*/ 338074 h 338146" name="connsiteY2-22"/>
              <a:gd fmla="*/ 0 w 1853592" name="connsiteX3-23"/>
              <a:gd fmla="*/ 338146 h 338146" name="connsiteY3-24"/>
              <a:gd fmla="*/ 0 w 1853592" name="connsiteX0-25"/>
              <a:gd fmla="*/ 338146 h 338146" name="connsiteY0-26"/>
              <a:gd fmla="*/ 1287695 w 1853592" name="connsiteX1-27"/>
              <a:gd fmla="*/ 2795 h 338146" name="connsiteY1-28"/>
              <a:gd fmla="*/ 1853592 w 1853592" name="connsiteX2-29"/>
              <a:gd fmla="*/ 338074 h 338146" name="connsiteY2-30"/>
              <a:gd fmla="*/ 0 w 1853592" name="connsiteX3-31"/>
              <a:gd fmla="*/ 338146 h 338146" name="connsiteY3-32"/>
              <a:gd fmla="*/ 0 w 1822079" name="connsiteX0-33"/>
              <a:gd fmla="*/ 338146 h 338146" name="connsiteY0-34"/>
              <a:gd fmla="*/ 1287695 w 1822079" name="connsiteX1-35"/>
              <a:gd fmla="*/ 2795 h 338146" name="connsiteY1-36"/>
              <a:gd fmla="*/ 1822079 w 1822079" name="connsiteX2-37"/>
              <a:gd fmla="*/ 334204 h 338146" name="connsiteY2-38"/>
              <a:gd fmla="*/ 0 w 1822079" name="connsiteX3-39"/>
              <a:gd fmla="*/ 338146 h 338146" name="connsiteY3-40"/>
              <a:gd fmla="*/ 0 w 1822079" name="connsiteX0-41"/>
              <a:gd fmla="*/ 338146 h 338146" name="connsiteY0-42"/>
              <a:gd fmla="*/ 1287695 w 1822079" name="connsiteX1-43"/>
              <a:gd fmla="*/ 2795 h 338146" name="connsiteY1-44"/>
              <a:gd fmla="*/ 1822079 w 1822079" name="connsiteX2-45"/>
              <a:gd fmla="*/ 334204 h 338146" name="connsiteY2-46"/>
              <a:gd fmla="*/ 0 w 1822079" name="connsiteX3-47"/>
              <a:gd fmla="*/ 338146 h 338146" name="connsiteY3-48"/>
              <a:gd fmla="*/ 0 w 1822079" name="connsiteX0-49"/>
              <a:gd fmla="*/ 232412 h 232412" name="connsiteY0-50"/>
              <a:gd fmla="*/ 1371632 w 1822079" name="connsiteX1-51"/>
              <a:gd fmla="*/ 4497 h 232412" name="connsiteY1-52"/>
              <a:gd fmla="*/ 1822079 w 1822079" name="connsiteX2-53"/>
              <a:gd fmla="*/ 228470 h 232412" name="connsiteY2-54"/>
              <a:gd fmla="*/ 0 w 1822079" name="connsiteX3-55"/>
              <a:gd fmla="*/ 232412 h 232412" name="connsiteY3-56"/>
              <a:gd fmla="*/ 0 w 1822079" name="connsiteX0-57"/>
              <a:gd fmla="*/ 228451 h 228451" name="connsiteY0-58"/>
              <a:gd fmla="*/ 1371632 w 1822079" name="connsiteX1-59"/>
              <a:gd fmla="*/ 536 h 228451" name="connsiteY1-60"/>
              <a:gd fmla="*/ 1822079 w 1822079" name="connsiteX2-61"/>
              <a:gd fmla="*/ 224509 h 228451" name="connsiteY2-62"/>
              <a:gd fmla="*/ 0 w 1822079" name="connsiteX3-63"/>
              <a:gd fmla="*/ 228451 h 228451" name="connsiteY3-64"/>
              <a:gd fmla="*/ 0 w 1822079" name="connsiteX0-65"/>
              <a:gd fmla="*/ 228451 h 228451" name="connsiteY0-66"/>
              <a:gd fmla="*/ 1371632 w 1822079" name="connsiteX1-67"/>
              <a:gd fmla="*/ 536 h 228451" name="connsiteY1-68"/>
              <a:gd fmla="*/ 1822079 w 1822079" name="connsiteX2-69"/>
              <a:gd fmla="*/ 224509 h 228451" name="connsiteY2-70"/>
              <a:gd fmla="*/ 0 w 1822079" name="connsiteX3-71"/>
              <a:gd fmla="*/ 228451 h 228451" name="connsiteY3-72"/>
              <a:gd fmla="*/ 0 w 1822079" name="connsiteX0-73"/>
              <a:gd fmla="*/ 234944 h 234944" name="connsiteY0-74"/>
              <a:gd fmla="*/ 1458135 w 1822079" name="connsiteX1-75"/>
              <a:gd fmla="*/ 510 h 234944" name="connsiteY1-76"/>
              <a:gd fmla="*/ 1822079 w 1822079" name="connsiteX2-77"/>
              <a:gd fmla="*/ 231002 h 234944" name="connsiteY2-78"/>
              <a:gd fmla="*/ 0 w 1822079" name="connsiteX3-79"/>
              <a:gd fmla="*/ 234944 h 234944" name="connsiteY3-80"/>
              <a:gd fmla="*/ 0 w 1822079" name="connsiteX0-81"/>
              <a:gd fmla="*/ 251876 h 251876" name="connsiteY0-82"/>
              <a:gd fmla="*/ 1505928 w 1822079" name="connsiteX1-83"/>
              <a:gd fmla="*/ 456 h 251876" name="connsiteY1-84"/>
              <a:gd fmla="*/ 1822079 w 1822079" name="connsiteX2-85"/>
              <a:gd fmla="*/ 247934 h 251876" name="connsiteY2-86"/>
              <a:gd fmla="*/ 0 w 1822079" name="connsiteX3-87"/>
              <a:gd fmla="*/ 251876 h 251876" name="connsiteY3-88"/>
              <a:gd fmla="*/ 0 w 1822079" name="connsiteX0-89"/>
              <a:gd fmla="*/ 292564 h 292564" name="connsiteY0-90"/>
              <a:gd fmla="*/ 1499509 w 1822079" name="connsiteX1-91"/>
              <a:gd fmla="*/ 362 h 292564" name="connsiteY1-92"/>
              <a:gd fmla="*/ 1822079 w 1822079" name="connsiteX2-93"/>
              <a:gd fmla="*/ 288622 h 292564" name="connsiteY2-94"/>
              <a:gd fmla="*/ 0 w 1822079" name="connsiteX3-95"/>
              <a:gd fmla="*/ 292564 h 292564" name="connsiteY3-96"/>
              <a:gd fmla="*/ 0 w 1822079" name="connsiteX0-97"/>
              <a:gd fmla="*/ 269899 h 269899" name="connsiteY0-98"/>
              <a:gd fmla="*/ 1405305 w 1822079" name="connsiteX1-99"/>
              <a:gd fmla="*/ 410 h 269899" name="connsiteY1-100"/>
              <a:gd fmla="*/ 1822079 w 1822079" name="connsiteX2-101"/>
              <a:gd fmla="*/ 265957 h 269899" name="connsiteY2-102"/>
              <a:gd fmla="*/ 0 w 1822079" name="connsiteX3-103"/>
              <a:gd fmla="*/ 269899 h 269899" name="connsiteY3-104"/>
              <a:gd fmla="*/ 0 w 1822079" name="connsiteX0-105"/>
              <a:gd fmla="*/ 330359 h 330359" name="connsiteY0-106"/>
              <a:gd fmla="*/ 1499293 w 1822079" name="connsiteX1-107"/>
              <a:gd fmla="*/ 304 h 330359" name="connsiteY1-108"/>
              <a:gd fmla="*/ 1822079 w 1822079" name="connsiteX2-109"/>
              <a:gd fmla="*/ 326417 h 330359" name="connsiteY2-110"/>
              <a:gd fmla="*/ 0 w 1822079" name="connsiteX3-111"/>
              <a:gd fmla="*/ 330359 h 330359" name="connsiteY3-112"/>
              <a:gd fmla="*/ 0 w 1822079" name="connsiteX0-113"/>
              <a:gd fmla="*/ 330359 h 330359" name="connsiteY0-114"/>
              <a:gd fmla="*/ 1499293 w 1822079" name="connsiteX1-115"/>
              <a:gd fmla="*/ 304 h 330359" name="connsiteY1-116"/>
              <a:gd fmla="*/ 1822079 w 1822079" name="connsiteX2-117"/>
              <a:gd fmla="*/ 326417 h 330359" name="connsiteY2-118"/>
              <a:gd fmla="*/ 0 w 1822079" name="connsiteX3-119"/>
              <a:gd fmla="*/ 330359 h 330359" name="connsiteY3-120"/>
              <a:gd fmla="*/ 0 w 1822079" name="connsiteX0-121"/>
              <a:gd fmla="*/ 449126 h 449126" name="connsiteY0-122"/>
              <a:gd fmla="*/ 1583172 w 1822079" name="connsiteX1-123"/>
              <a:gd fmla="*/ 202 h 449126" name="connsiteY1-124"/>
              <a:gd fmla="*/ 1822079 w 1822079" name="connsiteX2-125"/>
              <a:gd fmla="*/ 445184 h 449126" name="connsiteY2-126"/>
              <a:gd fmla="*/ 0 w 1822079" name="connsiteX3-127"/>
              <a:gd fmla="*/ 449126 h 449126" name="connsiteY3-128"/>
              <a:gd fmla="*/ 0 w 1822079" name="connsiteX0-129"/>
              <a:gd fmla="*/ 449126 h 449126" name="connsiteY0-130"/>
              <a:gd fmla="*/ 1583172 w 1822079" name="connsiteX1-131"/>
              <a:gd fmla="*/ 202 h 449126" name="connsiteY1-132"/>
              <a:gd fmla="*/ 1822079 w 1822079" name="connsiteX2-133"/>
              <a:gd fmla="*/ 445184 h 449126" name="connsiteY2-134"/>
              <a:gd fmla="*/ 0 w 1822079" name="connsiteX3-135"/>
              <a:gd fmla="*/ 449126 h 449126" name="connsiteY3-136"/>
              <a:gd fmla="*/ 0 w 1822079" name="connsiteX0-137"/>
              <a:gd fmla="*/ 449126 h 449126" name="connsiteY0-138"/>
              <a:gd fmla="*/ 1583172 w 1822079" name="connsiteX1-139"/>
              <a:gd fmla="*/ 202 h 449126" name="connsiteY1-140"/>
              <a:gd fmla="*/ 1822079 w 1822079" name="connsiteX2-141"/>
              <a:gd fmla="*/ 445184 h 449126" name="connsiteY2-142"/>
              <a:gd fmla="*/ 0 w 1822079" name="connsiteX3-143"/>
              <a:gd fmla="*/ 449126 h 449126" name="connsiteY3-144"/>
              <a:gd fmla="*/ 0 w 1822079" name="connsiteX0-145"/>
              <a:gd fmla="*/ 449126 h 449126" name="connsiteY0-146"/>
              <a:gd fmla="*/ 1583172 w 1822079" name="connsiteX1-147"/>
              <a:gd fmla="*/ 202 h 449126" name="connsiteY1-148"/>
              <a:gd fmla="*/ 1822079 w 1822079" name="connsiteX2-149"/>
              <a:gd fmla="*/ 445184 h 449126" name="connsiteY2-150"/>
              <a:gd fmla="*/ 0 w 1822079" name="connsiteX3-151"/>
              <a:gd fmla="*/ 449126 h 449126" name="connsiteY3-152"/>
              <a:gd fmla="*/ 0 w 1822079" name="connsiteX0-153"/>
              <a:gd fmla="*/ 449865 h 449865" name="connsiteY0-154"/>
              <a:gd fmla="*/ 1514912 w 1822079" name="connsiteX1-155"/>
              <a:gd fmla="*/ 202 h 449865" name="connsiteY1-156"/>
              <a:gd fmla="*/ 1822079 w 1822079" name="connsiteX2-157"/>
              <a:gd fmla="*/ 445923 h 449865" name="connsiteY2-158"/>
              <a:gd fmla="*/ 0 w 1822079" name="connsiteX3-159"/>
              <a:gd fmla="*/ 449865 h 449865" name="connsiteY3-160"/>
              <a:gd fmla="*/ 0 w 1822079" name="connsiteX0-161"/>
              <a:gd fmla="*/ 449865 h 449865" name="connsiteY0-162"/>
              <a:gd fmla="*/ 1514912 w 1822079" name="connsiteX1-163"/>
              <a:gd fmla="*/ 202 h 449865" name="connsiteY1-164"/>
              <a:gd fmla="*/ 1822079 w 1822079" name="connsiteX2-165"/>
              <a:gd fmla="*/ 445923 h 449865" name="connsiteY2-166"/>
              <a:gd fmla="*/ 0 w 1822079" name="connsiteX3-167"/>
              <a:gd fmla="*/ 449865 h 449865" name="connsiteY3-168"/>
              <a:gd fmla="*/ 0 w 1822079" name="connsiteX0-169"/>
              <a:gd fmla="*/ 386588 h 386588" name="connsiteY0-170"/>
              <a:gd fmla="*/ 1506644 w 1822079" name="connsiteX1-171"/>
              <a:gd fmla="*/ 246 h 386588" name="connsiteY1-172"/>
              <a:gd fmla="*/ 1822079 w 1822079" name="connsiteX2-173"/>
              <a:gd fmla="*/ 382646 h 386588" name="connsiteY2-174"/>
              <a:gd fmla="*/ 0 w 1822079" name="connsiteX3-175"/>
              <a:gd fmla="*/ 386588 h 386588" name="connsiteY3-176"/>
              <a:gd fmla="*/ 0 w 1822079" name="connsiteX0-177"/>
              <a:gd fmla="*/ 369691 h 369691" name="connsiteY0-178"/>
              <a:gd fmla="*/ 1405699 w 1822079" name="connsiteX1-179"/>
              <a:gd fmla="*/ 262 h 369691" name="connsiteY1-180"/>
              <a:gd fmla="*/ 1822079 w 1822079" name="connsiteX2-181"/>
              <a:gd fmla="*/ 365749 h 369691" name="connsiteY2-182"/>
              <a:gd fmla="*/ 0 w 1822079" name="connsiteX3-183"/>
              <a:gd fmla="*/ 369691 h 369691" name="connsiteY3-184"/>
              <a:gd fmla="*/ 0 w 1822079" name="connsiteX0-185"/>
              <a:gd fmla="*/ 369691 h 369691" name="connsiteY0-186"/>
              <a:gd fmla="*/ 1405699 w 1822079" name="connsiteX1-187"/>
              <a:gd fmla="*/ 262 h 369691" name="connsiteY1-188"/>
              <a:gd fmla="*/ 1822079 w 1822079" name="connsiteX2-189"/>
              <a:gd fmla="*/ 365749 h 369691" name="connsiteY2-190"/>
              <a:gd fmla="*/ 0 w 1822079" name="connsiteX3-191"/>
              <a:gd fmla="*/ 369691 h 369691" name="connsiteY3-192"/>
              <a:gd fmla="*/ 0 w 1822079" name="connsiteX0-193"/>
              <a:gd fmla="*/ 381284 h 381284" name="connsiteY0-194"/>
              <a:gd fmla="*/ 1490761 w 1822079" name="connsiteX1-195"/>
              <a:gd fmla="*/ 250 h 381284" name="connsiteY1-196"/>
              <a:gd fmla="*/ 1822079 w 1822079" name="connsiteX2-197"/>
              <a:gd fmla="*/ 377342 h 381284" name="connsiteY2-198"/>
              <a:gd fmla="*/ 0 w 1822079" name="connsiteX3-199"/>
              <a:gd fmla="*/ 381284 h 381284" name="connsiteY3-200"/>
              <a:gd fmla="*/ 0 w 1822079" name="connsiteX0-201"/>
              <a:gd fmla="*/ 381284 h 381284" name="connsiteY0-202"/>
              <a:gd fmla="*/ 1490761 w 1822079" name="connsiteX1-203"/>
              <a:gd fmla="*/ 250 h 381284" name="connsiteY1-204"/>
              <a:gd fmla="*/ 1822079 w 1822079" name="connsiteX2-205"/>
              <a:gd fmla="*/ 377342 h 381284" name="connsiteY2-206"/>
              <a:gd fmla="*/ 0 w 1822079" name="connsiteX3-207"/>
              <a:gd fmla="*/ 381284 h 381284" name="connsiteY3-208"/>
              <a:gd fmla="*/ 0 w 1822079" name="connsiteX0-209"/>
              <a:gd fmla="*/ 381034 h 381034" name="connsiteY0-210"/>
              <a:gd fmla="*/ 1490761 w 1822079" name="connsiteX1-211"/>
              <a:gd fmla="*/ 0 h 381034" name="connsiteY1-212"/>
              <a:gd fmla="*/ 1822079 w 1822079" name="connsiteX2-213"/>
              <a:gd fmla="*/ 377092 h 381034" name="connsiteY2-214"/>
              <a:gd fmla="*/ 0 w 1822079" name="connsiteX3-215"/>
              <a:gd fmla="*/ 381034 h 381034" name="connsiteY3-216"/>
              <a:gd fmla="*/ 0 w 1822079" name="connsiteX0-217"/>
              <a:gd fmla="*/ 381034 h 381034" name="connsiteY0-218"/>
              <a:gd fmla="*/ 1490761 w 1822079" name="connsiteX1-219"/>
              <a:gd fmla="*/ 0 h 381034" name="connsiteY1-220"/>
              <a:gd fmla="*/ 1822079 w 1822079" name="connsiteX2-221"/>
              <a:gd fmla="*/ 377092 h 381034" name="connsiteY2-222"/>
              <a:gd fmla="*/ 0 w 1822079" name="connsiteX3-223"/>
              <a:gd fmla="*/ 381034 h 381034" name="connsiteY3-224"/>
              <a:gd fmla="*/ 0 w 1822079" name="connsiteX0-225"/>
              <a:gd fmla="*/ 381034 h 381034" name="connsiteY0-226"/>
              <a:gd fmla="*/ 1490761 w 1822079" name="connsiteX1-227"/>
              <a:gd fmla="*/ 0 h 381034" name="connsiteY1-228"/>
              <a:gd fmla="*/ 1822079 w 1822079" name="connsiteX2-229"/>
              <a:gd fmla="*/ 377092 h 381034" name="connsiteY2-230"/>
              <a:gd fmla="*/ 0 w 1822079" name="connsiteX3-231"/>
              <a:gd fmla="*/ 381034 h 381034" name="connsiteY3-232"/>
              <a:gd fmla="*/ 0 w 1822079" name="connsiteX0-233"/>
              <a:gd fmla="*/ 381034 h 381034" name="connsiteY0-234"/>
              <a:gd fmla="*/ 1490761 w 1822079" name="connsiteX1-235"/>
              <a:gd fmla="*/ 0 h 381034" name="connsiteY1-236"/>
              <a:gd fmla="*/ 1822079 w 1822079" name="connsiteX2-237"/>
              <a:gd fmla="*/ 377092 h 381034" name="connsiteY2-238"/>
              <a:gd fmla="*/ 0 w 1822079" name="connsiteX3-239"/>
              <a:gd fmla="*/ 381034 h 381034" name="connsiteY3-240"/>
              <a:gd fmla="*/ 0 w 1822079" name="connsiteX0-241"/>
              <a:gd fmla="*/ 376407 h 376407" name="connsiteY0-242"/>
              <a:gd fmla="*/ 1462705 w 1822079" name="connsiteX1-243"/>
              <a:gd fmla="*/ 0 h 376407" name="connsiteY1-244"/>
              <a:gd fmla="*/ 1822079 w 1822079" name="connsiteX2-245"/>
              <a:gd fmla="*/ 372465 h 376407" name="connsiteY2-246"/>
              <a:gd fmla="*/ 0 w 1822079" name="connsiteX3-247"/>
              <a:gd fmla="*/ 376407 h 376407" name="connsiteY3-248"/>
              <a:gd fmla="*/ 0 w 1822079" name="connsiteX0-249"/>
              <a:gd fmla="*/ 376407 h 376407" name="connsiteY0-250"/>
              <a:gd fmla="*/ 1462705 w 1822079" name="connsiteX1-251"/>
              <a:gd fmla="*/ 0 h 376407" name="connsiteY1-252"/>
              <a:gd fmla="*/ 1822079 w 1822079" name="connsiteX2-253"/>
              <a:gd fmla="*/ 372465 h 376407" name="connsiteY2-254"/>
              <a:gd fmla="*/ 0 w 1822079" name="connsiteX3-255"/>
              <a:gd fmla="*/ 376407 h 376407" name="connsiteY3-256"/>
              <a:gd fmla="*/ 0 w 1822079" name="connsiteX0-257"/>
              <a:gd fmla="*/ 376407 h 376407" name="connsiteY0-258"/>
              <a:gd fmla="*/ 1462705 w 1822079" name="connsiteX1-259"/>
              <a:gd fmla="*/ 0 h 376407" name="connsiteY1-260"/>
              <a:gd fmla="*/ 1822079 w 1822079" name="connsiteX2-261"/>
              <a:gd fmla="*/ 372465 h 376407" name="connsiteY2-262"/>
              <a:gd fmla="*/ 0 w 1822079" name="connsiteX3-263"/>
              <a:gd fmla="*/ 376407 h 376407" name="connsiteY3-264"/>
              <a:gd fmla="*/ 0 w 1822079" name="connsiteX0-265"/>
              <a:gd fmla="*/ 376407 h 376407" name="connsiteY0-266"/>
              <a:gd fmla="*/ 1462705 w 1822079" name="connsiteX1-267"/>
              <a:gd fmla="*/ 0 h 376407" name="connsiteY1-268"/>
              <a:gd fmla="*/ 1822079 w 1822079" name="connsiteX2-269"/>
              <a:gd fmla="*/ 372465 h 376407" name="connsiteY2-270"/>
              <a:gd fmla="*/ 0 w 1822079" name="connsiteX3-271"/>
              <a:gd fmla="*/ 376407 h 376407" name="connsiteY3-2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b="b" l="l" r="r" t="t"/>
            <a:pathLst>
              <a:path h="376407" w="1822079">
                <a:moveTo>
                  <a:pt x="0" y="376407"/>
                </a:moveTo>
                <a:cubicBezTo>
                  <a:pt x="429232" y="264623"/>
                  <a:pt x="1031793" y="59444"/>
                  <a:pt x="1462705" y="0"/>
                </a:cubicBezTo>
                <a:cubicBezTo>
                  <a:pt x="1589674" y="100140"/>
                  <a:pt x="1641051" y="155143"/>
                  <a:pt x="1822079" y="372465"/>
                </a:cubicBezTo>
                <a:lnTo>
                  <a:pt x="0" y="376407"/>
                </a:lnTo>
                <a:close/>
              </a:path>
            </a:pathLst>
          </a:custGeom>
          <a:gradFill>
            <a:gsLst>
              <a:gs pos="12000">
                <a:srgbClr val="000000">
                  <a:alpha val="45000"/>
                </a:srgbClr>
              </a:gs>
              <a:gs pos="28000">
                <a:srgbClr val="000000">
                  <a:alpha val="25000"/>
                </a:srgbClr>
              </a:gs>
              <a:gs pos="81000">
                <a:srgbClr val="000000">
                  <a:alpha val="3000"/>
                </a:srgbClr>
              </a:gs>
              <a:gs pos="100000">
                <a:schemeClr val="tx1">
                  <a:alpha val="0"/>
                </a:schemeClr>
              </a:gs>
              <a:gs pos="66000">
                <a:srgbClr val="000000">
                  <a:alpha val="6000"/>
                </a:srgbClr>
              </a:gs>
              <a:gs pos="49000">
                <a:srgbClr val="000000">
                  <a:alpha val="11000"/>
                </a:srgbClr>
              </a:gs>
              <a:gs pos="0">
                <a:schemeClr val="tx1">
                  <a:alpha val="48000"/>
                </a:schemeClr>
              </a:gs>
            </a:gsLst>
            <a:lin ang="16200000" scaled="0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3" name="稻壳儿：耗崽 16"/>
          <p:cNvSpPr/>
          <p:nvPr/>
        </p:nvSpPr>
        <p:spPr>
          <a:xfrm>
            <a:off x="2472114" y="2145251"/>
            <a:ext cx="1983059" cy="3344087"/>
          </a:xfrm>
          <a:custGeom>
            <a:avLst/>
            <a:gdLst>
              <a:gd fmla="*/ 2481682 w 2895600" name="connsiteX0"/>
              <a:gd fmla="*/ 0 h 4648200" name="connsiteY0"/>
              <a:gd fmla="*/ 2895600 w 2895600" name="connsiteX1"/>
              <a:gd fmla="*/ 450875 h 4648200" name="connsiteY1"/>
              <a:gd fmla="*/ 2895600 w 2895600" name="connsiteX2"/>
              <a:gd fmla="*/ 4197325 h 4648200" name="connsiteY2"/>
              <a:gd fmla="*/ 2481682 w 2895600" name="connsiteX3"/>
              <a:gd fmla="*/ 4648200 h 4648200" name="connsiteY3"/>
              <a:gd fmla="*/ 0 w 2895600" name="connsiteX4"/>
              <a:gd fmla="*/ 4357817 h 4648200" name="connsiteY4"/>
              <a:gd fmla="*/ 0 w 2895600" name="connsiteX5"/>
              <a:gd fmla="*/ 268088 h 4648200" name="connsiteY5"/>
              <a:gd fmla="*/ 242032 w 2895600" name="connsiteX6"/>
              <a:gd fmla="*/ 235199 h 4648200" name="connsiteY6"/>
              <a:gd fmla="*/ 2481682 w 2895600" name="connsiteX7"/>
              <a:gd fmla="*/ 0 h 4648200" name="connsiteY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b="b" l="l" r="r" t="t"/>
            <a:pathLst>
              <a:path h="4648200" w="28956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DF5"/>
              </a:gs>
              <a:gs pos="100000">
                <a:srgbClr val="FFFDF5"/>
              </a:gs>
            </a:gsLst>
            <a:lin ang="0" scaled="1"/>
            <a:tileRect/>
          </a:gradFill>
          <a:ln w="28575">
            <a:gradFill>
              <a:gsLst>
                <a:gs pos="0">
                  <a:srgbClr val="F7F7F7"/>
                </a:gs>
                <a:gs pos="100000">
                  <a:schemeClr val="bg1">
                    <a:lumMod val="8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7" name="稻壳儿：耗崽 17"/>
          <p:cNvSpPr txBox="1"/>
          <p:nvPr/>
        </p:nvSpPr>
        <p:spPr>
          <a:xfrm>
            <a:off x="3009234" y="2570537"/>
            <a:ext cx="836016" cy="58477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 defTabSz="914400"/>
            <a:r>
              <a:rPr altLang="zh-CN" dirty="0" lang="en-US" sz="3200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01</a:t>
            </a:r>
            <a:endParaRPr altLang="en-US" dirty="0" lang="zh-CN" sz="3200">
              <a:solidFill>
                <a:srgbClr val="0F406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8" name="稻壳儿：耗崽 18"/>
          <p:cNvSpPr/>
          <p:nvPr/>
        </p:nvSpPr>
        <p:spPr>
          <a:xfrm>
            <a:off x="3082167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srgbClr val="FFB850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9" name="稻壳儿：耗崽 19"/>
          <p:cNvSpPr txBox="1"/>
          <p:nvPr/>
        </p:nvSpPr>
        <p:spPr>
          <a:xfrm>
            <a:off x="4709590" y="2570537"/>
            <a:ext cx="836016" cy="58477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 defTabSz="914400"/>
            <a:r>
              <a:rPr altLang="zh-CN" dirty="0" lang="en-US" sz="3200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02</a:t>
            </a:r>
            <a:endParaRPr altLang="en-US" dirty="0" lang="zh-CN" sz="3200">
              <a:solidFill>
                <a:srgbClr val="0F406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0" name="稻壳儿：耗崽 20"/>
          <p:cNvSpPr/>
          <p:nvPr/>
        </p:nvSpPr>
        <p:spPr>
          <a:xfrm>
            <a:off x="4814296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1" name="稻壳儿：耗崽 21"/>
          <p:cNvSpPr txBox="1"/>
          <p:nvPr/>
        </p:nvSpPr>
        <p:spPr>
          <a:xfrm>
            <a:off x="6427970" y="2570537"/>
            <a:ext cx="836016" cy="58477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 defTabSz="914400"/>
            <a:r>
              <a:rPr altLang="zh-CN" dirty="0" lang="en-US" sz="3200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03</a:t>
            </a:r>
            <a:endParaRPr altLang="en-US" dirty="0" lang="zh-CN" sz="3200">
              <a:solidFill>
                <a:srgbClr val="0F406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2" name="稻壳儿：耗崽 22"/>
          <p:cNvSpPr/>
          <p:nvPr/>
        </p:nvSpPr>
        <p:spPr>
          <a:xfrm>
            <a:off x="6526669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srgbClr val="F4F1ED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3" name="稻壳儿：耗崽 23"/>
          <p:cNvSpPr txBox="1"/>
          <p:nvPr/>
        </p:nvSpPr>
        <p:spPr>
          <a:xfrm>
            <a:off x="8030972" y="2570537"/>
            <a:ext cx="836016" cy="58477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 defTabSz="914400"/>
            <a:r>
              <a:rPr altLang="zh-CN" dirty="0" lang="en-US" sz="3200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04</a:t>
            </a:r>
            <a:endParaRPr altLang="en-US" dirty="0" lang="zh-CN" sz="3200">
              <a:solidFill>
                <a:srgbClr val="0F406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4" name="稻壳儿：耗崽 24"/>
          <p:cNvSpPr/>
          <p:nvPr/>
        </p:nvSpPr>
        <p:spPr>
          <a:xfrm>
            <a:off x="8134387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srgbClr val="F26858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5" name="稻壳儿：耗崽 25"/>
          <p:cNvSpPr txBox="1"/>
          <p:nvPr/>
        </p:nvSpPr>
        <p:spPr>
          <a:xfrm>
            <a:off x="9651627" y="2570537"/>
            <a:ext cx="836016" cy="58477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 defTabSz="914400"/>
            <a:r>
              <a:rPr altLang="zh-CN" dirty="0" lang="en-US" sz="3200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05</a:t>
            </a:r>
            <a:endParaRPr altLang="en-US" dirty="0" lang="zh-CN" sz="3200">
              <a:solidFill>
                <a:srgbClr val="0F4061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6" name="稻壳儿：耗崽 26"/>
          <p:cNvSpPr/>
          <p:nvPr/>
        </p:nvSpPr>
        <p:spPr>
          <a:xfrm>
            <a:off x="9756224" y="2544714"/>
            <a:ext cx="635863" cy="88567"/>
          </a:xfrm>
          <a:prstGeom prst="rect">
            <a:avLst/>
          </a:prstGeom>
          <a:solidFill>
            <a:srgbClr val="0F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srgbClr val="FFFF00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53" name="稻壳儿：耗崽 27"/>
          <p:cNvSpPr txBox="1"/>
          <p:nvPr/>
        </p:nvSpPr>
        <p:spPr>
          <a:xfrm>
            <a:off x="2624352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dir="t" rig="threePt"/>
          </a:scene3d>
        </p:spPr>
        <p:txBody>
          <a:bodyPr rtlCol="0" wrap="square">
            <a:spAutoFit/>
            <a:scene3d>
              <a:camera prst="orthographicFront"/>
              <a:lightRig dir="t" rig="threePt"/>
            </a:scene3d>
          </a:bodyPr>
          <a:lstStyle/>
          <a:p>
            <a:pPr algn="ctr" defTabSz="914400"/>
            <a:r>
              <a:rPr altLang="en-US" dirty="0" lang="zh-CN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算法引入</a:t>
            </a:r>
          </a:p>
        </p:txBody>
      </p:sp>
      <p:sp>
        <p:nvSpPr>
          <p:cNvPr id="54" name="稻壳儿：耗崽 28"/>
          <p:cNvSpPr txBox="1"/>
          <p:nvPr/>
        </p:nvSpPr>
        <p:spPr>
          <a:xfrm>
            <a:off x="4333250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dir="t" rig="threePt"/>
          </a:scene3d>
        </p:spPr>
        <p:txBody>
          <a:bodyPr rtlCol="0" wrap="square">
            <a:spAutoFit/>
            <a:scene3d>
              <a:camera prst="orthographicFront"/>
              <a:lightRig dir="t" rig="threePt"/>
            </a:scene3d>
          </a:bodyPr>
          <a:lstStyle/>
          <a:p>
            <a:pPr algn="ctr" defTabSz="914400"/>
            <a:r>
              <a:rPr altLang="en-US" dirty="0" lang="zh-CN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代码实现</a:t>
            </a:r>
          </a:p>
        </p:txBody>
      </p:sp>
      <p:sp>
        <p:nvSpPr>
          <p:cNvPr id="55" name="稻壳儿：耗崽 29"/>
          <p:cNvSpPr txBox="1"/>
          <p:nvPr/>
        </p:nvSpPr>
        <p:spPr>
          <a:xfrm>
            <a:off x="6064326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dir="t" rig="threePt"/>
          </a:scene3d>
        </p:spPr>
        <p:txBody>
          <a:bodyPr rtlCol="0" wrap="square">
            <a:spAutoFit/>
            <a:scene3d>
              <a:camera prst="orthographicFront"/>
              <a:lightRig dir="t" rig="threePt"/>
            </a:scene3d>
          </a:bodyPr>
          <a:lstStyle/>
          <a:p>
            <a:pPr algn="ctr" defTabSz="914400"/>
            <a:r>
              <a:rPr altLang="en-US" dirty="0" lang="zh-CN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基本思想</a:t>
            </a:r>
          </a:p>
        </p:txBody>
      </p:sp>
      <p:sp>
        <p:nvSpPr>
          <p:cNvPr id="56" name="稻壳儿：耗崽 30"/>
          <p:cNvSpPr txBox="1"/>
          <p:nvPr/>
        </p:nvSpPr>
        <p:spPr>
          <a:xfrm>
            <a:off x="7652560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dir="t" rig="threePt"/>
          </a:scene3d>
        </p:spPr>
        <p:txBody>
          <a:bodyPr rtlCol="0" wrap="square">
            <a:spAutoFit/>
            <a:scene3d>
              <a:camera prst="orthographicFront"/>
              <a:lightRig dir="t" rig="threePt"/>
            </a:scene3d>
          </a:bodyPr>
          <a:lstStyle/>
          <a:p>
            <a:pPr algn="ctr" defTabSz="914400"/>
            <a:r>
              <a:rPr altLang="en-US" dirty="0" lang="zh-CN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常见问题</a:t>
            </a:r>
          </a:p>
        </p:txBody>
      </p:sp>
      <p:sp>
        <p:nvSpPr>
          <p:cNvPr id="57" name="稻壳儿：耗崽 31"/>
          <p:cNvSpPr txBox="1"/>
          <p:nvPr/>
        </p:nvSpPr>
        <p:spPr>
          <a:xfrm>
            <a:off x="9238657" y="3292962"/>
            <a:ext cx="1616381" cy="369332"/>
          </a:xfrm>
          <a:prstGeom prst="rect">
            <a:avLst/>
          </a:prstGeom>
          <a:noFill/>
          <a:scene3d>
            <a:camera prst="orthographicFront"/>
            <a:lightRig dir="t" rig="threePt"/>
          </a:scene3d>
        </p:spPr>
        <p:txBody>
          <a:bodyPr rtlCol="0" wrap="square">
            <a:spAutoFit/>
            <a:scene3d>
              <a:camera prst="orthographicFront"/>
              <a:lightRig dir="t" rig="threePt"/>
            </a:scene3d>
          </a:bodyPr>
          <a:lstStyle/>
          <a:p>
            <a:pPr algn="ctr" defTabSz="914400"/>
            <a:r>
              <a:rPr altLang="en-US" dirty="0" lang="zh-CN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复杂度分析</a:t>
            </a:r>
          </a:p>
        </p:txBody>
      </p:sp>
      <p:sp>
        <p:nvSpPr>
          <p:cNvPr id="58" name="稻壳儿：耗崽 32"/>
          <p:cNvSpPr txBox="1"/>
          <p:nvPr/>
        </p:nvSpPr>
        <p:spPr>
          <a:xfrm>
            <a:off x="2706207" y="3615730"/>
            <a:ext cx="1568930" cy="144917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altLang="en-US" dirty="0" lang="zh-CN" sz="12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预计用时两分钟。通过一个未排序数组的实例，引出排序需求，激发学生思考如何将数组排成有序。</a:t>
            </a:r>
          </a:p>
        </p:txBody>
      </p:sp>
      <p:sp>
        <p:nvSpPr>
          <p:cNvPr id="59" name="稻壳儿：耗崽 33"/>
          <p:cNvSpPr txBox="1"/>
          <p:nvPr/>
        </p:nvSpPr>
        <p:spPr>
          <a:xfrm>
            <a:off x="4425068" y="3615730"/>
            <a:ext cx="1568930" cy="144917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altLang="en-US" dirty="0" lang="zh-CN" sz="12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/>
            </a:r>
            <a:r>
              <a:rPr altLang="zh-CN" dirty="0" lang="en-US" sz="12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/>
            </a:r>
            <a:r>
              <a:rPr altLang="en-US" dirty="0" lang="zh-CN" sz="12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预计用时10分钟。请学生分析选择排序的伪代码，小组讨论后班级交流，理解每一轮选择的过程。</a:t>
            </a:r>
          </a:p>
        </p:txBody>
      </p:sp>
      <p:sp>
        <p:nvSpPr>
          <p:cNvPr id="60" name="稻壳儿：耗崽 34"/>
          <p:cNvSpPr txBox="1"/>
          <p:nvPr/>
        </p:nvSpPr>
        <p:spPr>
          <a:xfrm>
            <a:off x="6117412" y="3615730"/>
            <a:ext cx="1568930" cy="144917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altLang="en-US" dirty="0" lang="zh-CN" sz="12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请学生结合代码注释和调试工具，解决循环边界和索引重置问题，对容易混淆的数组下标进行重点讲解。</a:t>
            </a:r>
          </a:p>
        </p:txBody>
      </p:sp>
      <p:sp>
        <p:nvSpPr>
          <p:cNvPr id="61" name="稻壳儿：耗崽 35"/>
          <p:cNvSpPr txBox="1"/>
          <p:nvPr/>
        </p:nvSpPr>
        <p:spPr>
          <a:xfrm>
            <a:off x="7691471" y="3615730"/>
            <a:ext cx="1568930" cy="144917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altLang="en-US" dirty="0" lang="zh-CN" sz="12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同学们针对选择排序还有哪些疑问？提出后师生合作探究，共同解决理解上的难点。</a:t>
            </a:r>
          </a:p>
        </p:txBody>
      </p:sp>
      <p:sp>
        <p:nvSpPr>
          <p:cNvPr id="62" name="稻壳儿：耗崽 36"/>
          <p:cNvSpPr txBox="1"/>
          <p:nvPr/>
        </p:nvSpPr>
        <p:spPr>
          <a:xfrm>
            <a:off x="9333500" y="3615730"/>
            <a:ext cx="1568930" cy="117218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altLang="en-US" dirty="0" lang="zh-CN" sz="1200"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补充不同初始顺序对选择排序性能的影响，培养算法分析能力，让理论与实践互相促进。</a:t>
            </a:r>
          </a:p>
        </p:txBody>
      </p:sp>
      <p:sp>
        <p:nvSpPr>
          <p:cNvPr id="109" name="稻壳儿：耗崽 37"/>
          <p:cNvSpPr/>
          <p:nvPr/>
        </p:nvSpPr>
        <p:spPr>
          <a:xfrm flipH="1">
            <a:off x="1084041" y="2140253"/>
            <a:ext cx="1394649" cy="3344088"/>
          </a:xfrm>
          <a:custGeom>
            <a:avLst/>
            <a:gdLst>
              <a:gd fmla="*/ 2481682 w 2895600" name="connsiteX0"/>
              <a:gd fmla="*/ 0 h 4648200" name="connsiteY0"/>
              <a:gd fmla="*/ 2895600 w 2895600" name="connsiteX1"/>
              <a:gd fmla="*/ 450875 h 4648200" name="connsiteY1"/>
              <a:gd fmla="*/ 2895600 w 2895600" name="connsiteX2"/>
              <a:gd fmla="*/ 4197325 h 4648200" name="connsiteY2"/>
              <a:gd fmla="*/ 2481682 w 2895600" name="connsiteX3"/>
              <a:gd fmla="*/ 4648200 h 4648200" name="connsiteY3"/>
              <a:gd fmla="*/ 0 w 2895600" name="connsiteX4"/>
              <a:gd fmla="*/ 4357817 h 4648200" name="connsiteY4"/>
              <a:gd fmla="*/ 0 w 2895600" name="connsiteX5"/>
              <a:gd fmla="*/ 268088 h 4648200" name="connsiteY5"/>
              <a:gd fmla="*/ 242032 w 2895600" name="connsiteX6"/>
              <a:gd fmla="*/ 235199 h 4648200" name="connsiteY6"/>
              <a:gd fmla="*/ 2481682 w 2895600" name="connsiteX7"/>
              <a:gd fmla="*/ 0 h 4648200" name="connsiteY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b="b" l="l" r="r" t="t"/>
            <a:pathLst>
              <a:path h="4648200" w="2895600">
                <a:moveTo>
                  <a:pt x="2481682" y="0"/>
                </a:moveTo>
                <a:cubicBezTo>
                  <a:pt x="2710282" y="0"/>
                  <a:pt x="2895600" y="201864"/>
                  <a:pt x="2895600" y="450875"/>
                </a:cubicBezTo>
                <a:lnTo>
                  <a:pt x="2895600" y="4197325"/>
                </a:lnTo>
                <a:cubicBezTo>
                  <a:pt x="2895600" y="4446336"/>
                  <a:pt x="2710282" y="4648200"/>
                  <a:pt x="2481682" y="4648200"/>
                </a:cubicBezTo>
                <a:lnTo>
                  <a:pt x="0" y="4357817"/>
                </a:lnTo>
                <a:lnTo>
                  <a:pt x="0" y="268088"/>
                </a:lnTo>
                <a:lnTo>
                  <a:pt x="242032" y="235199"/>
                </a:lnTo>
                <a:cubicBezTo>
                  <a:pt x="1160410" y="111219"/>
                  <a:pt x="2037182" y="0"/>
                  <a:pt x="2481682" y="0"/>
                </a:cubicBezTo>
                <a:close/>
              </a:path>
            </a:pathLst>
          </a:custGeom>
          <a:solidFill>
            <a:srgbClr val="0F4061"/>
          </a:solidFill>
          <a:ln w="28575">
            <a:gradFill>
              <a:gsLst>
                <a:gs pos="0">
                  <a:srgbClr val="F7F7F7"/>
                </a:gs>
                <a:gs pos="100000">
                  <a:srgbClr val="FFFAE1"/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 defTabSz="914400"/>
            <a:endParaRPr altLang="en-US" dirty="0" lang="zh-CN" sz="1355">
              <a:solidFill>
                <a:prstClr val="white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26" name="稻壳儿：耗崽 38"/>
          <p:cNvSpPr txBox="1"/>
          <p:nvPr/>
        </p:nvSpPr>
        <p:spPr>
          <a:xfrm>
            <a:off x="1421273" y="2922718"/>
            <a:ext cx="738664" cy="1923941"/>
          </a:xfrm>
          <a:prstGeom prst="rect">
            <a:avLst/>
          </a:prstGeom>
          <a:noFill/>
        </p:spPr>
        <p:txBody>
          <a:bodyPr rtlCol="0" vert="eaVert" wrap="square">
            <a:spAutoFit/>
          </a:bodyPr>
          <a:lstStyle/>
          <a:p>
            <a:pPr algn="ctr" defTabSz="914400"/>
            <a:r>
              <a:rPr altLang="en-US" dirty="0" lang="zh-CN" sz="3600">
                <a:solidFill>
                  <a:prstClr val="white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选择排序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3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grpSp>
        <p:nvGrpSpPr>
          <p:cNvPr id="37" name="稻壳儿：耗崽 2"/>
          <p:cNvGrpSpPr/>
          <p:nvPr/>
        </p:nvGrpSpPr>
        <p:grpSpPr>
          <a:xfrm>
            <a:off x="11568113" y="581025"/>
            <a:ext cx="343998" cy="6062214"/>
            <a:chOff x="11568113" y="581025"/>
            <a:chExt cx="343998" cy="6062214"/>
          </a:xfrm>
        </p:grpSpPr>
        <p:sp>
          <p:nvSpPr>
            <p:cNvPr id="58" name="稻壳儿：耗崽 2-1"/>
            <p:cNvSpPr/>
            <p:nvPr/>
          </p:nvSpPr>
          <p:spPr>
            <a:xfrm flipV="1">
              <a:off x="11650622" y="6381750"/>
              <a:ext cx="261489" cy="2614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9" name="稻壳儿：耗崽 2-2"/>
            <p:cNvSpPr/>
            <p:nvPr/>
          </p:nvSpPr>
          <p:spPr>
            <a:xfrm flipV="1">
              <a:off x="11568113" y="6381750"/>
              <a:ext cx="261489" cy="261489"/>
            </a:xfrm>
            <a:prstGeom prst="ellipse">
              <a:avLst/>
            </a:prstGeom>
            <a:solidFill>
              <a:srgbClr val="0F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cxnSp>
          <p:nvCxnSpPr>
            <p:cNvPr id="60" name="稻壳儿：耗崽 2-3"/>
            <p:cNvCxnSpPr/>
            <p:nvPr/>
          </p:nvCxnSpPr>
          <p:spPr>
            <a:xfrm flipV="1">
              <a:off x="11698858" y="581025"/>
              <a:ext cx="0" cy="569595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稻壳儿：耗崽 2-4"/>
            <p:cNvSpPr txBox="1"/>
            <p:nvPr/>
          </p:nvSpPr>
          <p:spPr>
            <a:xfrm>
              <a:off x="11608642" y="6433238"/>
              <a:ext cx="197504" cy="169277"/>
            </a:xfrm>
            <a:prstGeom prst="rect">
              <a:avLst/>
            </a:prstGeom>
            <a:noFill/>
          </p:spPr>
          <p:txBody>
            <a:bodyPr anchor="ctr" bIns="0" lIns="0" rIns="0" rtlCol="0" tIns="0" wrap="square">
              <a:spAutoFit/>
            </a:bodyPr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altLang="zh-CN" b="0" baseline="0" cap="none" dirty="0" i="0" kern="1200" kumimoji="0" lang="en-US" noProof="0" normalizeH="0" spc="0" strike="noStrike" sz="1100" u="none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17</a:t>
              </a:r>
              <a:endParaRPr b="0" baseline="0" cap="none" dirty="0" i="0" kern="1200" kumimoji="0" lang="en-US" noProof="0" normalizeH="0" spc="0" strike="noStrike" sz="1100" u="none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grpSp>
        <p:nvGrpSpPr>
          <p:cNvPr id="38" name="稻壳儿：耗崽 3"/>
          <p:cNvGrpSpPr/>
          <p:nvPr/>
        </p:nvGrpSpPr>
        <p:grpSpPr>
          <a:xfrm flipH="1">
            <a:off x="9985364" y="-45273"/>
            <a:ext cx="2289760" cy="1747073"/>
            <a:chOff x="-150136" y="-82855"/>
            <a:chExt cx="4802470" cy="3664255"/>
          </a:xfrm>
        </p:grpSpPr>
        <p:sp>
          <p:nvSpPr>
            <p:cNvPr id="49" name="稻壳儿：耗崽 3-1"/>
            <p:cNvSpPr/>
            <p:nvPr/>
          </p:nvSpPr>
          <p:spPr>
            <a:xfrm>
              <a:off x="-3775" y="-8988"/>
              <a:ext cx="4650343" cy="2401921"/>
            </a:xfrm>
            <a:custGeom>
              <a:avLst/>
              <a:gdLst>
                <a:gd fmla="*/ 0 w 1613058" name="connsiteX0"/>
                <a:gd fmla="*/ 833152 h 833151" name="connsiteY0"/>
                <a:gd fmla="*/ 722567 w 1613058" name="connsiteX1"/>
                <a:gd fmla="*/ 439388 h 833151" name="connsiteY1"/>
                <a:gd fmla="*/ 1613059 w 1613058" name="connsiteX2"/>
                <a:gd fmla="*/ 0 h 833151" name="connsiteY2"/>
                <a:gd fmla="*/ 0 w 1613058" name="connsiteX3"/>
                <a:gd fmla="*/ 0 h 833151" name="connsiteY3"/>
                <a:gd fmla="*/ 0 w 1613058" name="connsiteX4"/>
                <a:gd fmla="*/ 833152 h 83315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3151" w="1613058">
                  <a:moveTo>
                    <a:pt x="0" y="833152"/>
                  </a:moveTo>
                  <a:cubicBezTo>
                    <a:pt x="0" y="833152"/>
                    <a:pt x="422624" y="821722"/>
                    <a:pt x="722567" y="439388"/>
                  </a:cubicBezTo>
                  <a:cubicBezTo>
                    <a:pt x="1034891" y="41148"/>
                    <a:pt x="1318260" y="493014"/>
                    <a:pt x="1613059" y="0"/>
                  </a:cubicBezTo>
                  <a:lnTo>
                    <a:pt x="0" y="0"/>
                  </a:lnTo>
                  <a:lnTo>
                    <a:pt x="0" y="833152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0" name="稻壳儿：耗崽 3-2"/>
            <p:cNvSpPr/>
            <p:nvPr/>
          </p:nvSpPr>
          <p:spPr>
            <a:xfrm>
              <a:off x="2325378" y="-82855"/>
              <a:ext cx="2156704" cy="965216"/>
            </a:xfrm>
            <a:custGeom>
              <a:avLst/>
              <a:gdLst>
                <a:gd fmla="*/ 0 w 748093" name="connsiteX0"/>
                <a:gd fmla="*/ 334804 h 334803" name="connsiteY0"/>
                <a:gd fmla="*/ 18859 w 748093" name="connsiteX1"/>
                <a:gd fmla="*/ 314897 h 334803" name="connsiteY1"/>
                <a:gd fmla="*/ 24003 w 748093" name="connsiteX2"/>
                <a:gd fmla="*/ 310420 h 334803" name="connsiteY2"/>
                <a:gd fmla="*/ 29432 w 748093" name="connsiteX3"/>
                <a:gd fmla="*/ 306229 h 334803" name="connsiteY3"/>
                <a:gd fmla="*/ 34861 w 748093" name="connsiteX4"/>
                <a:gd fmla="*/ 302038 h 334803" name="connsiteY4"/>
                <a:gd fmla="*/ 40481 w 748093" name="connsiteX5"/>
                <a:gd fmla="*/ 298133 h 334803" name="connsiteY5"/>
                <a:gd fmla="*/ 63817 w 748093" name="connsiteX6"/>
                <a:gd fmla="*/ 283559 h 334803" name="connsiteY6"/>
                <a:gd fmla="*/ 76105 w 748093" name="connsiteX7"/>
                <a:gd fmla="*/ 277368 h 334803" name="connsiteY7"/>
                <a:gd fmla="*/ 82296 w 748093" name="connsiteX8"/>
                <a:gd fmla="*/ 274320 h 334803" name="connsiteY8"/>
                <a:gd fmla="*/ 88582 w 748093" name="connsiteX9"/>
                <a:gd fmla="*/ 271653 h 334803" name="connsiteY9"/>
                <a:gd fmla="*/ 194596 w 748093" name="connsiteX10"/>
                <a:gd fmla="*/ 243459 h 334803" name="connsiteY10"/>
                <a:gd fmla="*/ 208217 w 748093" name="connsiteX11"/>
                <a:gd fmla="*/ 241840 h 334803" name="connsiteY11"/>
                <a:gd fmla="*/ 215075 w 748093" name="connsiteX12"/>
                <a:gd fmla="*/ 240983 h 334803" name="connsiteY12"/>
                <a:gd fmla="*/ 221932 w 748093" name="connsiteX13"/>
                <a:gd fmla="*/ 240506 h 334803" name="connsiteY13"/>
                <a:gd fmla="*/ 249460 w 748093" name="connsiteX14"/>
                <a:gd fmla="*/ 239078 h 334803" name="connsiteY14"/>
                <a:gd fmla="*/ 276987 w 748093" name="connsiteX15"/>
                <a:gd fmla="*/ 239268 h 334803" name="connsiteY15"/>
                <a:gd fmla="*/ 290703 w 748093" name="connsiteX16"/>
                <a:gd fmla="*/ 239459 h 334803" name="connsiteY16"/>
                <a:gd fmla="*/ 304324 w 748093" name="connsiteX17"/>
                <a:gd fmla="*/ 239935 h 334803" name="connsiteY17"/>
                <a:gd fmla="*/ 358902 w 748093" name="connsiteX18"/>
                <a:gd fmla="*/ 240411 h 334803" name="connsiteY18"/>
                <a:gd fmla="*/ 413385 w 748093" name="connsiteX19"/>
                <a:gd fmla="*/ 237649 h 334803" name="connsiteY19"/>
                <a:gd fmla="*/ 467392 w 748093" name="connsiteX20"/>
                <a:gd fmla="*/ 230791 h 334803" name="connsiteY20"/>
                <a:gd fmla="*/ 520256 w 748093" name="connsiteX21"/>
                <a:gd fmla="*/ 218218 h 334803" name="connsiteY21"/>
                <a:gd fmla="*/ 617696 w 748093" name="connsiteX22"/>
                <a:gd fmla="*/ 171355 h 334803" name="connsiteY22"/>
                <a:gd fmla="*/ 659320 w 748093" name="connsiteX23"/>
                <a:gd fmla="*/ 136493 h 334803" name="connsiteY23"/>
                <a:gd fmla="*/ 694658 w 748093" name="connsiteX24"/>
                <a:gd fmla="*/ 95060 h 334803" name="connsiteY24"/>
                <a:gd fmla="*/ 748094 w 748093" name="connsiteX25"/>
                <a:gd fmla="*/ 0 h 334803" name="connsiteY25"/>
                <a:gd fmla="*/ 697325 w 748093" name="connsiteX26"/>
                <a:gd fmla="*/ 97060 h 334803" name="connsiteY26"/>
                <a:gd fmla="*/ 662369 w 748093" name="connsiteX27"/>
                <a:gd fmla="*/ 139541 h 334803" name="connsiteY27"/>
                <a:gd fmla="*/ 620744 w 748093" name="connsiteX28"/>
                <a:gd fmla="*/ 175546 h 334803" name="connsiteY28"/>
                <a:gd fmla="*/ 522065 w 748093" name="connsiteX29"/>
                <a:gd fmla="*/ 224028 h 334803" name="connsiteY29"/>
                <a:gd fmla="*/ 468535 w 748093" name="connsiteX30"/>
                <a:gd fmla="*/ 237077 h 334803" name="connsiteY30"/>
                <a:gd fmla="*/ 413957 w 748093" name="connsiteX31"/>
                <a:gd fmla="*/ 244316 h 334803" name="connsiteY31"/>
                <a:gd fmla="*/ 358997 w 748093" name="connsiteX32"/>
                <a:gd fmla="*/ 246793 h 334803" name="connsiteY32"/>
                <a:gd fmla="*/ 304133 w 748093" name="connsiteX33"/>
                <a:gd fmla="*/ 246031 h 334803" name="connsiteY33"/>
                <a:gd fmla="*/ 290417 w 748093" name="connsiteX34"/>
                <a:gd fmla="*/ 245459 h 334803" name="connsiteY34"/>
                <a:gd fmla="*/ 276796 w 748093" name="connsiteX35"/>
                <a:gd fmla="*/ 245174 h 334803" name="connsiteY35"/>
                <a:gd fmla="*/ 249555 w 748093" name="connsiteX36"/>
                <a:gd fmla="*/ 244792 h 334803" name="connsiteY36"/>
                <a:gd fmla="*/ 222313 w 748093" name="connsiteX37"/>
                <a:gd fmla="*/ 245936 h 334803" name="connsiteY37"/>
                <a:gd fmla="*/ 215551 w 748093" name="connsiteX38"/>
                <a:gd fmla="*/ 246221 h 334803" name="connsiteY38"/>
                <a:gd fmla="*/ 208788 w 748093" name="connsiteX39"/>
                <a:gd fmla="*/ 246888 h 334803" name="connsiteY39"/>
                <a:gd fmla="*/ 195263 w 748093" name="connsiteX40"/>
                <a:gd fmla="*/ 248317 h 334803" name="connsiteY40"/>
                <a:gd fmla="*/ 89916 w 748093" name="connsiteX41"/>
                <a:gd fmla="*/ 274415 h 334803" name="connsiteY41"/>
                <a:gd fmla="*/ 83534 w 748093" name="connsiteX42"/>
                <a:gd fmla="*/ 276892 h 334803" name="connsiteY42"/>
                <a:gd fmla="*/ 77343 w 748093" name="connsiteX43"/>
                <a:gd fmla="*/ 279749 h 334803" name="connsiteY43"/>
                <a:gd fmla="*/ 65056 w 748093" name="connsiteX44"/>
                <a:gd fmla="*/ 285560 h 334803" name="connsiteY44"/>
                <a:gd fmla="*/ 41529 w 748093" name="connsiteX45"/>
                <a:gd fmla="*/ 299371 h 334803" name="connsiteY45"/>
                <a:gd fmla="*/ 35814 w 748093" name="connsiteX46"/>
                <a:gd fmla="*/ 303086 h 334803" name="connsiteY46"/>
                <a:gd fmla="*/ 30290 w 748093" name="connsiteX47"/>
                <a:gd fmla="*/ 307086 h 334803" name="connsiteY47"/>
                <a:gd fmla="*/ 24765 w 748093" name="connsiteX48"/>
                <a:gd fmla="*/ 311182 h 334803" name="connsiteY48"/>
                <a:gd fmla="*/ 19526 w 748093" name="connsiteX49"/>
                <a:gd fmla="*/ 315563 h 334803" name="connsiteY49"/>
                <a:gd fmla="*/ 0 w 748093" name="connsiteX50"/>
                <a:gd fmla="*/ 334804 h 334803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803" w="748093">
                  <a:moveTo>
                    <a:pt x="0" y="334804"/>
                  </a:moveTo>
                  <a:cubicBezTo>
                    <a:pt x="5525" y="327565"/>
                    <a:pt x="12002" y="320993"/>
                    <a:pt x="18859" y="314897"/>
                  </a:cubicBezTo>
                  <a:cubicBezTo>
                    <a:pt x="20574" y="313373"/>
                    <a:pt x="22288" y="311849"/>
                    <a:pt x="24003" y="310420"/>
                  </a:cubicBezTo>
                  <a:lnTo>
                    <a:pt x="29432" y="306229"/>
                  </a:lnTo>
                  <a:cubicBezTo>
                    <a:pt x="31242" y="304800"/>
                    <a:pt x="33052" y="303371"/>
                    <a:pt x="34861" y="302038"/>
                  </a:cubicBezTo>
                  <a:lnTo>
                    <a:pt x="40481" y="298133"/>
                  </a:lnTo>
                  <a:cubicBezTo>
                    <a:pt x="47911" y="292703"/>
                    <a:pt x="55912" y="288322"/>
                    <a:pt x="63817" y="283559"/>
                  </a:cubicBezTo>
                  <a:lnTo>
                    <a:pt x="76105" y="277368"/>
                  </a:lnTo>
                  <a:lnTo>
                    <a:pt x="82296" y="274320"/>
                  </a:lnTo>
                  <a:lnTo>
                    <a:pt x="88582" y="271653"/>
                  </a:lnTo>
                  <a:cubicBezTo>
                    <a:pt x="122301" y="257080"/>
                    <a:pt x="158210" y="248222"/>
                    <a:pt x="194596" y="243459"/>
                  </a:cubicBezTo>
                  <a:lnTo>
                    <a:pt x="208217" y="241840"/>
                  </a:lnTo>
                  <a:lnTo>
                    <a:pt x="215075" y="240983"/>
                  </a:lnTo>
                  <a:cubicBezTo>
                    <a:pt x="217361" y="240697"/>
                    <a:pt x="219646" y="240697"/>
                    <a:pt x="221932" y="240506"/>
                  </a:cubicBezTo>
                  <a:lnTo>
                    <a:pt x="249460" y="239078"/>
                  </a:lnTo>
                  <a:cubicBezTo>
                    <a:pt x="258604" y="238887"/>
                    <a:pt x="267748" y="239268"/>
                    <a:pt x="276987" y="239268"/>
                  </a:cubicBezTo>
                  <a:lnTo>
                    <a:pt x="290703" y="239459"/>
                  </a:lnTo>
                  <a:lnTo>
                    <a:pt x="304324" y="239935"/>
                  </a:lnTo>
                  <a:cubicBezTo>
                    <a:pt x="322517" y="240602"/>
                    <a:pt x="340709" y="240792"/>
                    <a:pt x="358902" y="240411"/>
                  </a:cubicBezTo>
                  <a:cubicBezTo>
                    <a:pt x="377095" y="240125"/>
                    <a:pt x="395287" y="239173"/>
                    <a:pt x="413385" y="237649"/>
                  </a:cubicBezTo>
                  <a:cubicBezTo>
                    <a:pt x="431482" y="236220"/>
                    <a:pt x="449485" y="233934"/>
                    <a:pt x="467392" y="230791"/>
                  </a:cubicBezTo>
                  <a:cubicBezTo>
                    <a:pt x="485203" y="227552"/>
                    <a:pt x="503015" y="223647"/>
                    <a:pt x="520256" y="218218"/>
                  </a:cubicBezTo>
                  <a:cubicBezTo>
                    <a:pt x="554831" y="207645"/>
                    <a:pt x="588074" y="192215"/>
                    <a:pt x="617696" y="171355"/>
                  </a:cubicBezTo>
                  <a:cubicBezTo>
                    <a:pt x="632555" y="160973"/>
                    <a:pt x="646462" y="149257"/>
                    <a:pt x="659320" y="136493"/>
                  </a:cubicBezTo>
                  <a:cubicBezTo>
                    <a:pt x="672179" y="123730"/>
                    <a:pt x="683800" y="109728"/>
                    <a:pt x="694658" y="95060"/>
                  </a:cubicBezTo>
                  <a:cubicBezTo>
                    <a:pt x="716375" y="65818"/>
                    <a:pt x="733425" y="33338"/>
                    <a:pt x="748094" y="0"/>
                  </a:cubicBezTo>
                  <a:cubicBezTo>
                    <a:pt x="734854" y="34004"/>
                    <a:pt x="718376" y="66961"/>
                    <a:pt x="697325" y="97060"/>
                  </a:cubicBezTo>
                  <a:cubicBezTo>
                    <a:pt x="686753" y="112014"/>
                    <a:pt x="675132" y="126302"/>
                    <a:pt x="662369" y="139541"/>
                  </a:cubicBezTo>
                  <a:cubicBezTo>
                    <a:pt x="649510" y="152686"/>
                    <a:pt x="635603" y="164783"/>
                    <a:pt x="620744" y="175546"/>
                  </a:cubicBezTo>
                  <a:cubicBezTo>
                    <a:pt x="591122" y="197453"/>
                    <a:pt x="557117" y="212979"/>
                    <a:pt x="522065" y="224028"/>
                  </a:cubicBezTo>
                  <a:cubicBezTo>
                    <a:pt x="504539" y="229648"/>
                    <a:pt x="486632" y="233744"/>
                    <a:pt x="468535" y="237077"/>
                  </a:cubicBezTo>
                  <a:cubicBezTo>
                    <a:pt x="450437" y="240411"/>
                    <a:pt x="432244" y="242792"/>
                    <a:pt x="413957" y="244316"/>
                  </a:cubicBezTo>
                  <a:cubicBezTo>
                    <a:pt x="395669" y="245840"/>
                    <a:pt x="377381" y="246698"/>
                    <a:pt x="358997" y="246793"/>
                  </a:cubicBezTo>
                  <a:cubicBezTo>
                    <a:pt x="340709" y="247079"/>
                    <a:pt x="322326" y="246698"/>
                    <a:pt x="304133" y="246031"/>
                  </a:cubicBezTo>
                  <a:lnTo>
                    <a:pt x="290417" y="245459"/>
                  </a:lnTo>
                  <a:lnTo>
                    <a:pt x="276796" y="245174"/>
                  </a:lnTo>
                  <a:cubicBezTo>
                    <a:pt x="267748" y="245078"/>
                    <a:pt x="258604" y="244697"/>
                    <a:pt x="249555" y="244792"/>
                  </a:cubicBezTo>
                  <a:lnTo>
                    <a:pt x="222313" y="245936"/>
                  </a:lnTo>
                  <a:cubicBezTo>
                    <a:pt x="220027" y="246031"/>
                    <a:pt x="217742" y="246031"/>
                    <a:pt x="215551" y="246221"/>
                  </a:cubicBezTo>
                  <a:lnTo>
                    <a:pt x="208788" y="246888"/>
                  </a:lnTo>
                  <a:lnTo>
                    <a:pt x="195263" y="248317"/>
                  </a:lnTo>
                  <a:cubicBezTo>
                    <a:pt x="159258" y="252508"/>
                    <a:pt x="123539" y="260699"/>
                    <a:pt x="89916" y="274415"/>
                  </a:cubicBezTo>
                  <a:lnTo>
                    <a:pt x="83534" y="276892"/>
                  </a:lnTo>
                  <a:lnTo>
                    <a:pt x="77343" y="279749"/>
                  </a:lnTo>
                  <a:lnTo>
                    <a:pt x="65056" y="285560"/>
                  </a:lnTo>
                  <a:cubicBezTo>
                    <a:pt x="57150" y="290036"/>
                    <a:pt x="49054" y="294132"/>
                    <a:pt x="41529" y="299371"/>
                  </a:cubicBezTo>
                  <a:lnTo>
                    <a:pt x="35814" y="303086"/>
                  </a:lnTo>
                  <a:cubicBezTo>
                    <a:pt x="33909" y="304419"/>
                    <a:pt x="32194" y="305753"/>
                    <a:pt x="30290" y="307086"/>
                  </a:cubicBezTo>
                  <a:lnTo>
                    <a:pt x="24765" y="311182"/>
                  </a:lnTo>
                  <a:cubicBezTo>
                    <a:pt x="22955" y="312611"/>
                    <a:pt x="21241" y="314135"/>
                    <a:pt x="19526" y="315563"/>
                  </a:cubicBezTo>
                  <a:cubicBezTo>
                    <a:pt x="12382" y="321469"/>
                    <a:pt x="5715" y="327755"/>
                    <a:pt x="0" y="334804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1" name="稻壳儿：耗崽 3-3"/>
            <p:cNvSpPr/>
            <p:nvPr/>
          </p:nvSpPr>
          <p:spPr>
            <a:xfrm>
              <a:off x="-2129" y="6115"/>
              <a:ext cx="4654463" cy="2409062"/>
            </a:xfrm>
            <a:custGeom>
              <a:avLst/>
              <a:gdLst>
                <a:gd fmla="*/ 95 w 1614487" name="connsiteX0"/>
                <a:gd fmla="*/ 835628 h 835628" name="connsiteY0"/>
                <a:gd fmla="*/ 0 w 1614487" name="connsiteX1"/>
                <a:gd fmla="*/ 832295 h 835628" name="connsiteY1"/>
                <a:gd fmla="*/ 248412 w 1614487" name="connsiteX2"/>
                <a:gd fmla="*/ 778859 h 835628" name="connsiteY2"/>
                <a:gd fmla="*/ 721233 w 1614487" name="connsiteX3"/>
                <a:gd fmla="*/ 439198 h 835628" name="connsiteY3"/>
                <a:gd fmla="*/ 1151192 w 1614487" name="connsiteX4"/>
                <a:gd fmla="*/ 254127 h 835628" name="connsiteY4"/>
                <a:gd fmla="*/ 1611630 w 1614487" name="connsiteX5"/>
                <a:gd fmla="*/ 0 h 835628" name="connsiteY5"/>
                <a:gd fmla="*/ 1614488 w 1614487" name="connsiteX6"/>
                <a:gd fmla="*/ 1715 h 835628" name="connsiteY6"/>
                <a:gd fmla="*/ 1382554 w 1614487" name="connsiteX7"/>
                <a:gd fmla="*/ 228029 h 835628" name="connsiteY7"/>
                <a:gd fmla="*/ 1151096 w 1614487" name="connsiteX8"/>
                <a:gd fmla="*/ 257461 h 835628" name="connsiteY8"/>
                <a:gd fmla="*/ 723805 w 1614487" name="connsiteX9"/>
                <a:gd fmla="*/ 441293 h 835628" name="connsiteY9"/>
                <a:gd fmla="*/ 249460 w 1614487" name="connsiteX10"/>
                <a:gd fmla="*/ 782003 h 835628" name="connsiteY10"/>
                <a:gd fmla="*/ 95 w 1614487" name="connsiteX11"/>
                <a:gd fmla="*/ 835628 h 835628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5628" w="1614487">
                  <a:moveTo>
                    <a:pt x="95" y="835628"/>
                  </a:moveTo>
                  <a:lnTo>
                    <a:pt x="0" y="832295"/>
                  </a:lnTo>
                  <a:cubicBezTo>
                    <a:pt x="1048" y="832295"/>
                    <a:pt x="107156" y="828865"/>
                    <a:pt x="248412" y="778859"/>
                  </a:cubicBezTo>
                  <a:cubicBezTo>
                    <a:pt x="378809" y="732663"/>
                    <a:pt x="566642" y="636270"/>
                    <a:pt x="721233" y="439198"/>
                  </a:cubicBezTo>
                  <a:cubicBezTo>
                    <a:pt x="869728" y="249936"/>
                    <a:pt x="1012793" y="252031"/>
                    <a:pt x="1151192" y="254127"/>
                  </a:cubicBezTo>
                  <a:cubicBezTo>
                    <a:pt x="1308449" y="256413"/>
                    <a:pt x="1456944" y="258699"/>
                    <a:pt x="1611630" y="0"/>
                  </a:cubicBezTo>
                  <a:lnTo>
                    <a:pt x="1614488" y="1715"/>
                  </a:lnTo>
                  <a:cubicBezTo>
                    <a:pt x="1544669" y="118491"/>
                    <a:pt x="1468755" y="192500"/>
                    <a:pt x="1382554" y="228029"/>
                  </a:cubicBezTo>
                  <a:cubicBezTo>
                    <a:pt x="1305497" y="259747"/>
                    <a:pt x="1227011" y="258604"/>
                    <a:pt x="1151096" y="257461"/>
                  </a:cubicBezTo>
                  <a:cubicBezTo>
                    <a:pt x="1013460" y="255365"/>
                    <a:pt x="871252" y="253270"/>
                    <a:pt x="723805" y="441293"/>
                  </a:cubicBezTo>
                  <a:cubicBezTo>
                    <a:pt x="568738" y="639032"/>
                    <a:pt x="380238" y="735711"/>
                    <a:pt x="249460" y="782003"/>
                  </a:cubicBezTo>
                  <a:cubicBezTo>
                    <a:pt x="107633" y="832199"/>
                    <a:pt x="1143" y="835628"/>
                    <a:pt x="95" y="835628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2" name="稻壳儿：耗崽 3-4"/>
            <p:cNvSpPr/>
            <p:nvPr/>
          </p:nvSpPr>
          <p:spPr>
            <a:xfrm>
              <a:off x="-3775" y="-8988"/>
              <a:ext cx="2932448" cy="3587644"/>
            </a:xfrm>
            <a:custGeom>
              <a:avLst/>
              <a:gdLst>
                <a:gd fmla="*/ 0 w 1017174" name="connsiteX0"/>
                <a:gd fmla="*/ 1244441 h 1244441" name="connsiteY0"/>
                <a:gd fmla="*/ 601123 w 1017174" name="connsiteX1"/>
                <a:gd fmla="*/ 713899 h 1244441" name="connsiteY1"/>
                <a:gd fmla="*/ 1017175 w 1017174" name="connsiteX2"/>
                <a:gd fmla="*/ 0 h 1244441" name="connsiteY2"/>
                <a:gd fmla="*/ 0 w 1017174" name="connsiteX3"/>
                <a:gd fmla="*/ 0 h 1244441" name="connsiteY3"/>
                <a:gd fmla="*/ 0 w 1017174" name="connsiteX4"/>
                <a:gd fmla="*/ 1244441 h 1244441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4441" w="1017174">
                  <a:moveTo>
                    <a:pt x="0" y="1244441"/>
                  </a:moveTo>
                  <a:cubicBezTo>
                    <a:pt x="0" y="1244441"/>
                    <a:pt x="39529" y="1025366"/>
                    <a:pt x="601123" y="713899"/>
                  </a:cubicBezTo>
                  <a:cubicBezTo>
                    <a:pt x="947261" y="521875"/>
                    <a:pt x="813435" y="52768"/>
                    <a:pt x="1017175" y="0"/>
                  </a:cubicBezTo>
                  <a:lnTo>
                    <a:pt x="0" y="0"/>
                  </a:lnTo>
                  <a:lnTo>
                    <a:pt x="0" y="1244441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3" name="稻壳儿：耗崽 3-5"/>
            <p:cNvSpPr/>
            <p:nvPr/>
          </p:nvSpPr>
          <p:spPr>
            <a:xfrm>
              <a:off x="-150136" y="-47158"/>
              <a:ext cx="2695194" cy="3047506"/>
            </a:xfrm>
            <a:custGeom>
              <a:avLst/>
              <a:gdLst>
                <a:gd fmla="*/ 0 w 934878" name="connsiteX0"/>
                <a:gd fmla="*/ 1057085 h 1057084" name="connsiteY0"/>
                <a:gd fmla="*/ 28385 w 934878" name="connsiteX1"/>
                <a:gd fmla="*/ 969645 h 1057084" name="connsiteY1"/>
                <a:gd fmla="*/ 64198 w 934878" name="connsiteX2"/>
                <a:gd fmla="*/ 884873 h 1057084" name="connsiteY2"/>
                <a:gd fmla="*/ 155448 w 934878" name="connsiteX3"/>
                <a:gd fmla="*/ 724757 h 1057084" name="connsiteY3"/>
                <a:gd fmla="*/ 273368 w 934878" name="connsiteX4"/>
                <a:gd fmla="*/ 582740 h 1057084" name="connsiteY4"/>
                <a:gd fmla="*/ 418433 w 934878" name="connsiteX5"/>
                <a:gd fmla="*/ 468249 h 1057084" name="connsiteY5"/>
                <a:gd fmla="*/ 438436 w 934878" name="connsiteX6"/>
                <a:gd fmla="*/ 456533 h 1057084" name="connsiteY6"/>
                <a:gd fmla="*/ 458629 w 934878" name="connsiteX7"/>
                <a:gd fmla="*/ 445199 h 1057084" name="connsiteY7"/>
                <a:gd fmla="*/ 499396 w 934878" name="connsiteX8"/>
                <a:gd fmla="*/ 423863 h 1057084" name="connsiteY8"/>
                <a:gd fmla="*/ 581692 w 934878" name="connsiteX9"/>
                <a:gd fmla="*/ 382619 h 1057084" name="connsiteY9"/>
                <a:gd fmla="*/ 743998 w 934878" name="connsiteX10"/>
                <a:gd fmla="*/ 297847 h 1057084" name="connsiteY10"/>
                <a:gd fmla="*/ 781526 w 934878" name="connsiteX11"/>
                <a:gd fmla="*/ 272225 h 1057084" name="connsiteY11"/>
                <a:gd fmla="*/ 799148 w 934878" name="connsiteX12"/>
                <a:gd fmla="*/ 257937 h 1057084" name="connsiteY12"/>
                <a:gd fmla="*/ 807720 w 934878" name="connsiteX13"/>
                <a:gd fmla="*/ 250508 h 1057084" name="connsiteY13"/>
                <a:gd fmla="*/ 816007 w 934878" name="connsiteX14"/>
                <a:gd fmla="*/ 242697 h 1057084" name="connsiteY14"/>
                <a:gd fmla="*/ 871728 w 934878" name="connsiteX15"/>
                <a:gd fmla="*/ 171260 h 1057084" name="connsiteY15"/>
                <a:gd fmla="*/ 909352 w 934878" name="connsiteX16"/>
                <a:gd fmla="*/ 88106 h 1057084" name="connsiteY16"/>
                <a:gd fmla="*/ 916591 w 934878" name="connsiteX17"/>
                <a:gd fmla="*/ 66389 h 1057084" name="connsiteY17"/>
                <a:gd fmla="*/ 923163 w 934878" name="connsiteX18"/>
                <a:gd fmla="*/ 44387 h 1057084" name="connsiteY18"/>
                <a:gd fmla="*/ 929259 w 934878" name="connsiteX19"/>
                <a:gd fmla="*/ 22289 h 1057084" name="connsiteY19"/>
                <a:gd fmla="*/ 934879 w 934878" name="connsiteX20"/>
                <a:gd fmla="*/ 0 h 1057084" name="connsiteY20"/>
                <a:gd fmla="*/ 930212 w 934878" name="connsiteX21"/>
                <a:gd fmla="*/ 22479 h 1057084" name="connsiteY21"/>
                <a:gd fmla="*/ 925068 w 934878" name="connsiteX22"/>
                <a:gd fmla="*/ 44863 h 1057084" name="connsiteY22"/>
                <a:gd fmla="*/ 919258 w 934878" name="connsiteX23"/>
                <a:gd fmla="*/ 67151 h 1057084" name="connsiteY23"/>
                <a:gd fmla="*/ 912686 w 934878" name="connsiteX24"/>
                <a:gd fmla="*/ 89249 h 1057084" name="connsiteY24"/>
                <a:gd fmla="*/ 877348 w 934878" name="connsiteX25"/>
                <a:gd fmla="*/ 174498 h 1057084" name="connsiteY25"/>
                <a:gd fmla="*/ 822103 w 934878" name="connsiteX26"/>
                <a:gd fmla="*/ 248888 h 1057084" name="connsiteY26"/>
                <a:gd fmla="*/ 749522 w 934878" name="connsiteX27"/>
                <a:gd fmla="*/ 306610 h 1057084" name="connsiteY27"/>
                <a:gd fmla="*/ 669322 w 934878" name="connsiteX28"/>
                <a:gd fmla="*/ 352425 h 1057084" name="connsiteY28"/>
                <a:gd fmla="*/ 587216 w 934878" name="connsiteX29"/>
                <a:gd fmla="*/ 393859 h 1057084" name="connsiteY29"/>
                <a:gd fmla="*/ 505301 w 934878" name="connsiteX30"/>
                <a:gd fmla="*/ 435293 h 1057084" name="connsiteY30"/>
                <a:gd fmla="*/ 464725 w 934878" name="connsiteX31"/>
                <a:gd fmla="*/ 456629 h 1057084" name="connsiteY31"/>
                <a:gd fmla="*/ 444913 w 934878" name="connsiteX32"/>
                <a:gd fmla="*/ 467868 h 1057084" name="connsiteY32"/>
                <a:gd fmla="*/ 425291 w 934878" name="connsiteX33"/>
                <a:gd fmla="*/ 479393 h 1057084" name="connsiteY33"/>
                <a:gd fmla="*/ 282131 w 934878" name="connsiteX34"/>
                <a:gd fmla="*/ 591693 h 1057084" name="connsiteY34"/>
                <a:gd fmla="*/ 219837 w 934878" name="connsiteX35"/>
                <a:gd fmla="*/ 658368 h 1057084" name="connsiteY35"/>
                <a:gd fmla="*/ 205264 w 934878" name="connsiteX36"/>
                <a:gd fmla="*/ 675989 h 1057084" name="connsiteY36"/>
                <a:gd fmla="*/ 191167 w 934878" name="connsiteX37"/>
                <a:gd fmla="*/ 693992 h 1057084" name="connsiteY37"/>
                <a:gd fmla="*/ 184118 w 934878" name="connsiteX38"/>
                <a:gd fmla="*/ 703040 h 1057084" name="connsiteY38"/>
                <a:gd fmla="*/ 177356 w 934878" name="connsiteX39"/>
                <a:gd fmla="*/ 712279 h 1057084" name="connsiteY39"/>
                <a:gd fmla="*/ 163925 w 934878" name="connsiteX40"/>
                <a:gd fmla="*/ 730758 h 1057084" name="connsiteY40"/>
                <a:gd fmla="*/ 70104 w 934878" name="connsiteX41"/>
                <a:gd fmla="*/ 887825 h 1057084" name="connsiteY41"/>
                <a:gd fmla="*/ 0 w 934878" name="connsiteX42"/>
                <a:gd fmla="*/ 1057085 h 1057084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7084" w="934878">
                  <a:moveTo>
                    <a:pt x="0" y="1057085"/>
                  </a:moveTo>
                  <a:cubicBezTo>
                    <a:pt x="7715" y="1027462"/>
                    <a:pt x="17526" y="998315"/>
                    <a:pt x="28385" y="969645"/>
                  </a:cubicBezTo>
                  <a:cubicBezTo>
                    <a:pt x="39243" y="940975"/>
                    <a:pt x="51245" y="912686"/>
                    <a:pt x="64198" y="884873"/>
                  </a:cubicBezTo>
                  <a:cubicBezTo>
                    <a:pt x="90297" y="829247"/>
                    <a:pt x="120777" y="775621"/>
                    <a:pt x="155448" y="724757"/>
                  </a:cubicBezTo>
                  <a:cubicBezTo>
                    <a:pt x="190214" y="673989"/>
                    <a:pt x="229457" y="626078"/>
                    <a:pt x="273368" y="582740"/>
                  </a:cubicBezTo>
                  <a:cubicBezTo>
                    <a:pt x="316992" y="539115"/>
                    <a:pt x="365950" y="500825"/>
                    <a:pt x="418433" y="468249"/>
                  </a:cubicBezTo>
                  <a:cubicBezTo>
                    <a:pt x="424910" y="463963"/>
                    <a:pt x="431768" y="460439"/>
                    <a:pt x="438436" y="456533"/>
                  </a:cubicBezTo>
                  <a:cubicBezTo>
                    <a:pt x="445199" y="452723"/>
                    <a:pt x="451866" y="448818"/>
                    <a:pt x="458629" y="445199"/>
                  </a:cubicBezTo>
                  <a:cubicBezTo>
                    <a:pt x="472250" y="438055"/>
                    <a:pt x="485775" y="430816"/>
                    <a:pt x="499396" y="423863"/>
                  </a:cubicBezTo>
                  <a:cubicBezTo>
                    <a:pt x="526733" y="409861"/>
                    <a:pt x="554165" y="396145"/>
                    <a:pt x="581692" y="382619"/>
                  </a:cubicBezTo>
                  <a:cubicBezTo>
                    <a:pt x="636651" y="355664"/>
                    <a:pt x="692277" y="329756"/>
                    <a:pt x="743998" y="297847"/>
                  </a:cubicBezTo>
                  <a:cubicBezTo>
                    <a:pt x="756952" y="289846"/>
                    <a:pt x="769430" y="281273"/>
                    <a:pt x="781526" y="272225"/>
                  </a:cubicBezTo>
                  <a:cubicBezTo>
                    <a:pt x="787432" y="267557"/>
                    <a:pt x="793528" y="262985"/>
                    <a:pt x="799148" y="257937"/>
                  </a:cubicBezTo>
                  <a:cubicBezTo>
                    <a:pt x="802005" y="255461"/>
                    <a:pt x="804958" y="253079"/>
                    <a:pt x="807720" y="250508"/>
                  </a:cubicBezTo>
                  <a:lnTo>
                    <a:pt x="816007" y="242697"/>
                  </a:lnTo>
                  <a:cubicBezTo>
                    <a:pt x="837819" y="221742"/>
                    <a:pt x="856202" y="197358"/>
                    <a:pt x="871728" y="171260"/>
                  </a:cubicBezTo>
                  <a:cubicBezTo>
                    <a:pt x="887063" y="145066"/>
                    <a:pt x="899255" y="116967"/>
                    <a:pt x="909352" y="88106"/>
                  </a:cubicBezTo>
                  <a:cubicBezTo>
                    <a:pt x="911828" y="80867"/>
                    <a:pt x="914400" y="73724"/>
                    <a:pt x="916591" y="66389"/>
                  </a:cubicBezTo>
                  <a:cubicBezTo>
                    <a:pt x="918782" y="59055"/>
                    <a:pt x="921258" y="51816"/>
                    <a:pt x="923163" y="44387"/>
                  </a:cubicBezTo>
                  <a:cubicBezTo>
                    <a:pt x="925163" y="37052"/>
                    <a:pt x="927449" y="29718"/>
                    <a:pt x="929259" y="22289"/>
                  </a:cubicBezTo>
                  <a:lnTo>
                    <a:pt x="934879" y="0"/>
                  </a:lnTo>
                  <a:lnTo>
                    <a:pt x="930212" y="22479"/>
                  </a:lnTo>
                  <a:cubicBezTo>
                    <a:pt x="928688" y="30004"/>
                    <a:pt x="926783" y="37433"/>
                    <a:pt x="925068" y="44863"/>
                  </a:cubicBezTo>
                  <a:cubicBezTo>
                    <a:pt x="923354" y="52388"/>
                    <a:pt x="921163" y="59722"/>
                    <a:pt x="919258" y="67151"/>
                  </a:cubicBezTo>
                  <a:cubicBezTo>
                    <a:pt x="917353" y="74581"/>
                    <a:pt x="914972" y="81915"/>
                    <a:pt x="912686" y="89249"/>
                  </a:cubicBezTo>
                  <a:cubicBezTo>
                    <a:pt x="903446" y="118491"/>
                    <a:pt x="892112" y="147257"/>
                    <a:pt x="877348" y="174498"/>
                  </a:cubicBezTo>
                  <a:cubicBezTo>
                    <a:pt x="862298" y="201454"/>
                    <a:pt x="844010" y="226886"/>
                    <a:pt x="822103" y="248888"/>
                  </a:cubicBezTo>
                  <a:cubicBezTo>
                    <a:pt x="800290" y="270986"/>
                    <a:pt x="775526" y="289941"/>
                    <a:pt x="749522" y="306610"/>
                  </a:cubicBezTo>
                  <a:cubicBezTo>
                    <a:pt x="723614" y="323374"/>
                    <a:pt x="696563" y="338233"/>
                    <a:pt x="669322" y="352425"/>
                  </a:cubicBezTo>
                  <a:cubicBezTo>
                    <a:pt x="642080" y="366617"/>
                    <a:pt x="614553" y="380143"/>
                    <a:pt x="587216" y="393859"/>
                  </a:cubicBezTo>
                  <a:cubicBezTo>
                    <a:pt x="559784" y="407575"/>
                    <a:pt x="532448" y="421196"/>
                    <a:pt x="505301" y="435293"/>
                  </a:cubicBezTo>
                  <a:cubicBezTo>
                    <a:pt x="491681" y="442341"/>
                    <a:pt x="478250" y="449485"/>
                    <a:pt x="464725" y="456629"/>
                  </a:cubicBezTo>
                  <a:cubicBezTo>
                    <a:pt x="458057" y="460248"/>
                    <a:pt x="451485" y="464153"/>
                    <a:pt x="444913" y="467868"/>
                  </a:cubicBezTo>
                  <a:cubicBezTo>
                    <a:pt x="438341" y="471678"/>
                    <a:pt x="431578" y="475202"/>
                    <a:pt x="425291" y="479393"/>
                  </a:cubicBezTo>
                  <a:cubicBezTo>
                    <a:pt x="373666" y="511397"/>
                    <a:pt x="325469" y="549021"/>
                    <a:pt x="282131" y="591693"/>
                  </a:cubicBezTo>
                  <a:cubicBezTo>
                    <a:pt x="260128" y="612648"/>
                    <a:pt x="239649" y="635318"/>
                    <a:pt x="219837" y="658368"/>
                  </a:cubicBezTo>
                  <a:lnTo>
                    <a:pt x="205264" y="675989"/>
                  </a:lnTo>
                  <a:cubicBezTo>
                    <a:pt x="200406" y="681895"/>
                    <a:pt x="195929" y="687991"/>
                    <a:pt x="191167" y="693992"/>
                  </a:cubicBezTo>
                  <a:lnTo>
                    <a:pt x="184118" y="703040"/>
                  </a:lnTo>
                  <a:lnTo>
                    <a:pt x="177356" y="712279"/>
                  </a:lnTo>
                  <a:cubicBezTo>
                    <a:pt x="172879" y="718471"/>
                    <a:pt x="168307" y="724472"/>
                    <a:pt x="163925" y="730758"/>
                  </a:cubicBezTo>
                  <a:cubicBezTo>
                    <a:pt x="128873" y="780669"/>
                    <a:pt x="97346" y="833152"/>
                    <a:pt x="70104" y="887825"/>
                  </a:cubicBezTo>
                  <a:cubicBezTo>
                    <a:pt x="42482" y="942213"/>
                    <a:pt x="18574" y="998696"/>
                    <a:pt x="0" y="105708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4" name="稻壳儿：耗崽 3-6"/>
            <p:cNvSpPr/>
            <p:nvPr/>
          </p:nvSpPr>
          <p:spPr>
            <a:xfrm>
              <a:off x="-6523" y="-11736"/>
              <a:ext cx="2938216" cy="3593136"/>
            </a:xfrm>
            <a:custGeom>
              <a:avLst/>
              <a:gdLst>
                <a:gd fmla="*/ 3239 w 1019175" name="connsiteX0"/>
                <a:gd fmla="*/ 1246346 h 1246346" name="connsiteY0"/>
                <a:gd fmla="*/ 0 w 1019175" name="connsiteX1"/>
                <a:gd fmla="*/ 1245775 h 1246346" name="connsiteY1"/>
                <a:gd fmla="*/ 90297 w 1019175" name="connsiteX2"/>
                <a:gd fmla="*/ 1096518 h 1246346" name="connsiteY2"/>
                <a:gd fmla="*/ 601885 w 1019175" name="connsiteX3"/>
                <a:gd fmla="*/ 713994 h 1246346" name="connsiteY3"/>
                <a:gd fmla="*/ 873919 w 1019175" name="connsiteX4"/>
                <a:gd fmla="*/ 256508 h 1246346" name="connsiteY4"/>
                <a:gd fmla="*/ 1018318 w 1019175" name="connsiteX5"/>
                <a:gd fmla="*/ 0 h 1246346" name="connsiteY5"/>
                <a:gd fmla="*/ 1019175 w 1019175" name="connsiteX6"/>
                <a:gd fmla="*/ 3239 h 1246346" name="connsiteY6"/>
                <a:gd fmla="*/ 877157 w 1019175" name="connsiteX7"/>
                <a:gd fmla="*/ 257270 h 1246346" name="connsiteY7"/>
                <a:gd fmla="*/ 603504 w 1019175" name="connsiteX8"/>
                <a:gd fmla="*/ 716947 h 1246346" name="connsiteY8"/>
                <a:gd fmla="*/ 93155 w 1019175" name="connsiteX9"/>
                <a:gd fmla="*/ 1098328 h 1246346" name="connsiteY9"/>
                <a:gd fmla="*/ 3239 w 1019175" name="connsiteX10"/>
                <a:gd fmla="*/ 1246346 h 124634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6346" w="1019175">
                  <a:moveTo>
                    <a:pt x="3239" y="1246346"/>
                  </a:moveTo>
                  <a:lnTo>
                    <a:pt x="0" y="1245775"/>
                  </a:lnTo>
                  <a:cubicBezTo>
                    <a:pt x="95" y="1245203"/>
                    <a:pt x="10858" y="1189482"/>
                    <a:pt x="90297" y="1096518"/>
                  </a:cubicBezTo>
                  <a:cubicBezTo>
                    <a:pt x="163449" y="1010888"/>
                    <a:pt x="311563" y="875062"/>
                    <a:pt x="601885" y="713994"/>
                  </a:cubicBezTo>
                  <a:cubicBezTo>
                    <a:pt x="793909" y="607505"/>
                    <a:pt x="838295" y="412909"/>
                    <a:pt x="873919" y="256508"/>
                  </a:cubicBezTo>
                  <a:cubicBezTo>
                    <a:pt x="902399" y="131540"/>
                    <a:pt x="926973" y="23622"/>
                    <a:pt x="1018318" y="0"/>
                  </a:cubicBezTo>
                  <a:lnTo>
                    <a:pt x="1019175" y="3239"/>
                  </a:lnTo>
                  <a:cubicBezTo>
                    <a:pt x="929831" y="26384"/>
                    <a:pt x="905447" y="133350"/>
                    <a:pt x="877157" y="257270"/>
                  </a:cubicBezTo>
                  <a:cubicBezTo>
                    <a:pt x="841343" y="414338"/>
                    <a:pt x="796766" y="609695"/>
                    <a:pt x="603504" y="716947"/>
                  </a:cubicBezTo>
                  <a:cubicBezTo>
                    <a:pt x="313944" y="877538"/>
                    <a:pt x="166116" y="1012984"/>
                    <a:pt x="93155" y="1098328"/>
                  </a:cubicBezTo>
                  <a:cubicBezTo>
                    <a:pt x="14097" y="1190720"/>
                    <a:pt x="3334" y="1245775"/>
                    <a:pt x="3239" y="1246346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5" name="稻壳儿：耗崽 3-7"/>
            <p:cNvSpPr/>
            <p:nvPr/>
          </p:nvSpPr>
          <p:spPr>
            <a:xfrm>
              <a:off x="-3775" y="-8988"/>
              <a:ext cx="2502700" cy="2169516"/>
            </a:xfrm>
            <a:custGeom>
              <a:avLst/>
              <a:gdLst>
                <a:gd fmla="*/ 0 w 868108" name="connsiteX0"/>
                <a:gd fmla="*/ 752189 h 752537" name="connsiteY0"/>
                <a:gd fmla="*/ 406527 w 868108" name="connsiteX1"/>
                <a:gd fmla="*/ 448437 h 752537" name="connsiteY1"/>
                <a:gd fmla="*/ 868109 w 868108" name="connsiteX2"/>
                <a:gd fmla="*/ 0 h 752537" name="connsiteY2"/>
                <a:gd fmla="*/ 0 w 868108" name="connsiteX3"/>
                <a:gd fmla="*/ 0 h 752537" name="connsiteY3"/>
                <a:gd fmla="*/ 0 w 868108" name="connsiteX4"/>
                <a:gd fmla="*/ 752189 h 75253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2537" w="868108">
                  <a:moveTo>
                    <a:pt x="0" y="752189"/>
                  </a:moveTo>
                  <a:cubicBezTo>
                    <a:pt x="0" y="752189"/>
                    <a:pt x="383572" y="775145"/>
                    <a:pt x="406527" y="448437"/>
                  </a:cubicBezTo>
                  <a:cubicBezTo>
                    <a:pt x="425672" y="176784"/>
                    <a:pt x="709517" y="265367"/>
                    <a:pt x="868109" y="0"/>
                  </a:cubicBezTo>
                  <a:lnTo>
                    <a:pt x="0" y="0"/>
                  </a:lnTo>
                  <a:lnTo>
                    <a:pt x="0" y="752189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56" name="稻壳儿：耗崽 3-8"/>
            <p:cNvSpPr/>
            <p:nvPr/>
          </p:nvSpPr>
          <p:spPr>
            <a:xfrm>
              <a:off x="-4049" y="-10361"/>
              <a:ext cx="2507367" cy="2176475"/>
            </a:xfrm>
            <a:custGeom>
              <a:avLst/>
              <a:gdLst>
                <a:gd fmla="*/ 15430 w 869727" name="connsiteX0"/>
                <a:gd fmla="*/ 754952 h 754951" name="connsiteY0"/>
                <a:gd fmla="*/ 0 w 869727" name="connsiteX1"/>
                <a:gd fmla="*/ 754666 h 754951" name="connsiteY1"/>
                <a:gd fmla="*/ 190 w 869727" name="connsiteX2"/>
                <a:gd fmla="*/ 751332 h 754951" name="connsiteY2"/>
                <a:gd fmla="*/ 194310 w 869727" name="connsiteX3"/>
                <a:gd fmla="*/ 721995 h 754951" name="connsiteY3"/>
                <a:gd fmla="*/ 405003 w 869727" name="connsiteX4"/>
                <a:gd fmla="*/ 449104 h 754951" name="connsiteY4"/>
                <a:gd fmla="*/ 607314 w 869727" name="connsiteX5"/>
                <a:gd fmla="*/ 210217 h 754951" name="connsiteY5"/>
                <a:gd fmla="*/ 866870 w 869727" name="connsiteX6"/>
                <a:gd fmla="*/ 0 h 754951" name="connsiteY6"/>
                <a:gd fmla="*/ 869728 w 869727" name="connsiteX7"/>
                <a:gd fmla="*/ 1714 h 754951" name="connsiteY7"/>
                <a:gd fmla="*/ 608743 w 869727" name="connsiteX8"/>
                <a:gd fmla="*/ 213265 h 754951" name="connsiteY8"/>
                <a:gd fmla="*/ 408337 w 869727" name="connsiteX9"/>
                <a:gd fmla="*/ 449390 h 754951" name="connsiteY9"/>
                <a:gd fmla="*/ 334709 w 869727" name="connsiteX10"/>
                <a:gd fmla="*/ 635699 h 754951" name="connsiteY10"/>
                <a:gd fmla="*/ 195358 w 869727" name="connsiteX11"/>
                <a:gd fmla="*/ 725234 h 754951" name="connsiteY11"/>
                <a:gd fmla="*/ 15430 w 869727" name="connsiteX12"/>
                <a:gd fmla="*/ 754952 h 754951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4951" w="869727">
                  <a:moveTo>
                    <a:pt x="15430" y="754952"/>
                  </a:moveTo>
                  <a:cubicBezTo>
                    <a:pt x="5715" y="754952"/>
                    <a:pt x="190" y="754666"/>
                    <a:pt x="0" y="754666"/>
                  </a:cubicBezTo>
                  <a:lnTo>
                    <a:pt x="190" y="751332"/>
                  </a:lnTo>
                  <a:cubicBezTo>
                    <a:pt x="1143" y="751427"/>
                    <a:pt x="96965" y="756666"/>
                    <a:pt x="194310" y="721995"/>
                  </a:cubicBezTo>
                  <a:cubicBezTo>
                    <a:pt x="283940" y="690086"/>
                    <a:pt x="393192" y="616934"/>
                    <a:pt x="405003" y="449104"/>
                  </a:cubicBezTo>
                  <a:cubicBezTo>
                    <a:pt x="415385" y="301276"/>
                    <a:pt x="504349" y="259080"/>
                    <a:pt x="607314" y="210217"/>
                  </a:cubicBezTo>
                  <a:cubicBezTo>
                    <a:pt x="694944" y="168593"/>
                    <a:pt x="794195" y="121539"/>
                    <a:pt x="866870" y="0"/>
                  </a:cubicBezTo>
                  <a:lnTo>
                    <a:pt x="869728" y="1714"/>
                  </a:lnTo>
                  <a:cubicBezTo>
                    <a:pt x="796576" y="124111"/>
                    <a:pt x="696754" y="171450"/>
                    <a:pt x="608743" y="213265"/>
                  </a:cubicBezTo>
                  <a:cubicBezTo>
                    <a:pt x="506730" y="261747"/>
                    <a:pt x="418624" y="303562"/>
                    <a:pt x="408337" y="449390"/>
                  </a:cubicBezTo>
                  <a:cubicBezTo>
                    <a:pt x="403098" y="524256"/>
                    <a:pt x="378333" y="587026"/>
                    <a:pt x="334709" y="635699"/>
                  </a:cubicBezTo>
                  <a:cubicBezTo>
                    <a:pt x="299847" y="674656"/>
                    <a:pt x="252984" y="704755"/>
                    <a:pt x="195358" y="725234"/>
                  </a:cubicBezTo>
                  <a:cubicBezTo>
                    <a:pt x="120491" y="751713"/>
                    <a:pt x="46673" y="754952"/>
                    <a:pt x="15430" y="754952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57" name="稻壳儿：耗崽 3-9"/>
            <p:cNvPicPr>
              <a:picLocks noChangeAspect="1"/>
            </p:cNvPicPr>
            <p:nvPr/>
          </p:nvPicPr>
          <p:blipFill rotWithShape="1">
            <a:blip r:embed="rId3"/>
            <a:srcRect l="29933" t="18883"/>
            <a:stretch>
              <a:fillRect/>
            </a:stretch>
          </p:blipFill>
          <p:spPr>
            <a:xfrm>
              <a:off x="-1" y="0"/>
              <a:ext cx="2498925" cy="2035086"/>
            </a:xfrm>
            <a:prstGeom prst="rect">
              <a:avLst/>
            </a:prstGeom>
          </p:spPr>
        </p:pic>
      </p:grpSp>
      <p:grpSp>
        <p:nvGrpSpPr>
          <p:cNvPr id="39" name="稻壳儿：耗崽 4"/>
          <p:cNvGrpSpPr/>
          <p:nvPr/>
        </p:nvGrpSpPr>
        <p:grpSpPr>
          <a:xfrm flipH="1">
            <a:off x="-73888" y="5232399"/>
            <a:ext cx="2195236" cy="1679549"/>
            <a:chOff x="8067960" y="3681039"/>
            <a:chExt cx="4257390" cy="3257278"/>
          </a:xfrm>
        </p:grpSpPr>
        <p:sp>
          <p:nvSpPr>
            <p:cNvPr id="40" name="稻壳儿：耗崽 4-1"/>
            <p:cNvSpPr/>
            <p:nvPr/>
          </p:nvSpPr>
          <p:spPr>
            <a:xfrm>
              <a:off x="8071370" y="4736034"/>
              <a:ext cx="4118500" cy="2127233"/>
            </a:xfrm>
            <a:custGeom>
              <a:avLst/>
              <a:gdLst>
                <a:gd fmla="*/ 1609916 w 1609915" name="connsiteX0"/>
                <a:gd fmla="*/ 0 h 831532" name="connsiteY0"/>
                <a:gd fmla="*/ 888778 w 1609915" name="connsiteX1"/>
                <a:gd fmla="*/ 393002 h 831532" name="connsiteY1"/>
                <a:gd fmla="*/ 0 w 1609915" name="connsiteX2"/>
                <a:gd fmla="*/ 831533 h 831532" name="connsiteY2"/>
                <a:gd fmla="*/ 1609916 w 1609915" name="connsiteX3"/>
                <a:gd fmla="*/ 831533 h 831532" name="connsiteY3"/>
                <a:gd fmla="*/ 1609916 w 1609915" name="connsiteX4"/>
                <a:gd fmla="*/ 0 h 831532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831532" w="1609915">
                  <a:moveTo>
                    <a:pt x="1609916" y="0"/>
                  </a:moveTo>
                  <a:cubicBezTo>
                    <a:pt x="1609916" y="0"/>
                    <a:pt x="1188149" y="11430"/>
                    <a:pt x="888778" y="393002"/>
                  </a:cubicBezTo>
                  <a:cubicBezTo>
                    <a:pt x="577025" y="790385"/>
                    <a:pt x="294227" y="339471"/>
                    <a:pt x="0" y="831533"/>
                  </a:cubicBezTo>
                  <a:lnTo>
                    <a:pt x="1609916" y="831533"/>
                  </a:lnTo>
                  <a:lnTo>
                    <a:pt x="1609916" y="0"/>
                  </a:lnTo>
                  <a:close/>
                </a:path>
              </a:pathLst>
            </a:custGeom>
            <a:solidFill>
              <a:srgbClr val="E3B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dirty="0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1" name="稻壳儿：耗崽 4-2"/>
            <p:cNvSpPr/>
            <p:nvPr/>
          </p:nvSpPr>
          <p:spPr>
            <a:xfrm>
              <a:off x="8192230" y="6083525"/>
              <a:ext cx="1909148" cy="854792"/>
            </a:xfrm>
            <a:custGeom>
              <a:avLst/>
              <a:gdLst>
                <a:gd fmla="*/ 746284 w 746283" name="connsiteX0"/>
                <a:gd fmla="*/ 0 h 334137" name="connsiteY0"/>
                <a:gd fmla="*/ 727520 w 746283" name="connsiteX1"/>
                <a:gd fmla="*/ 19812 h 334137" name="connsiteY1"/>
                <a:gd fmla="*/ 722376 w 746283" name="connsiteX2"/>
                <a:gd fmla="*/ 24289 h 334137" name="connsiteY2"/>
                <a:gd fmla="*/ 716947 w 746283" name="connsiteX3"/>
                <a:gd fmla="*/ 28480 h 334137" name="connsiteY3"/>
                <a:gd fmla="*/ 711518 w 746283" name="connsiteX4"/>
                <a:gd fmla="*/ 32671 h 334137" name="connsiteY4"/>
                <a:gd fmla="*/ 705898 w 746283" name="connsiteX5"/>
                <a:gd fmla="*/ 36576 h 334137" name="connsiteY5"/>
                <a:gd fmla="*/ 682657 w 746283" name="connsiteX6"/>
                <a:gd fmla="*/ 51054 h 334137" name="connsiteY6"/>
                <a:gd fmla="*/ 670465 w 746283" name="connsiteX7"/>
                <a:gd fmla="*/ 57245 h 334137" name="connsiteY7"/>
                <a:gd fmla="*/ 664369 w 746283" name="connsiteX8"/>
                <a:gd fmla="*/ 60293 h 334137" name="connsiteY8"/>
                <a:gd fmla="*/ 658082 w 746283" name="connsiteX9"/>
                <a:gd fmla="*/ 62960 h 334137" name="connsiteY9"/>
                <a:gd fmla="*/ 552260 w 746283" name="connsiteX10"/>
                <a:gd fmla="*/ 91154 h 334137" name="connsiteY10"/>
                <a:gd fmla="*/ 538639 w 746283" name="connsiteX11"/>
                <a:gd fmla="*/ 92773 h 334137" name="connsiteY11"/>
                <a:gd fmla="*/ 531781 w 746283" name="connsiteX12"/>
                <a:gd fmla="*/ 93631 h 334137" name="connsiteY12"/>
                <a:gd fmla="*/ 524923 w 746283" name="connsiteX13"/>
                <a:gd fmla="*/ 94107 h 334137" name="connsiteY13"/>
                <a:gd fmla="*/ 497491 w 746283" name="connsiteX14"/>
                <a:gd fmla="*/ 95536 h 334137" name="connsiteY14"/>
                <a:gd fmla="*/ 470059 w 746283" name="connsiteX15"/>
                <a:gd fmla="*/ 95345 h 334137" name="connsiteY15"/>
                <a:gd fmla="*/ 456343 w 746283" name="connsiteX16"/>
                <a:gd fmla="*/ 95155 h 334137" name="connsiteY16"/>
                <a:gd fmla="*/ 442722 w 746283" name="connsiteX17"/>
                <a:gd fmla="*/ 94678 h 334137" name="connsiteY17"/>
                <a:gd fmla="*/ 388239 w 746283" name="connsiteX18"/>
                <a:gd fmla="*/ 94202 h 334137" name="connsiteY18"/>
                <a:gd fmla="*/ 333947 w 746283" name="connsiteX19"/>
                <a:gd fmla="*/ 96965 h 334137" name="connsiteY19"/>
                <a:gd fmla="*/ 280035 w 746283" name="connsiteX20"/>
                <a:gd fmla="*/ 103822 h 334137" name="connsiteY20"/>
                <a:gd fmla="*/ 227267 w 746283" name="connsiteX21"/>
                <a:gd fmla="*/ 116396 h 334137" name="connsiteY21"/>
                <a:gd fmla="*/ 130016 w 746283" name="connsiteX22"/>
                <a:gd fmla="*/ 163163 h 334137" name="connsiteY22"/>
                <a:gd fmla="*/ 88487 w 746283" name="connsiteX23"/>
                <a:gd fmla="*/ 197929 h 334137" name="connsiteY23"/>
                <a:gd fmla="*/ 53245 w 746283" name="connsiteX24"/>
                <a:gd fmla="*/ 239268 h 334137" name="connsiteY24"/>
                <a:gd fmla="*/ 0 w 746283" name="connsiteX25"/>
                <a:gd fmla="*/ 334137 h 334137" name="connsiteY25"/>
                <a:gd fmla="*/ 50673 w 746283" name="connsiteX26"/>
                <a:gd fmla="*/ 237363 h 334137" name="connsiteY26"/>
                <a:gd fmla="*/ 85535 w 746283" name="connsiteX27"/>
                <a:gd fmla="*/ 194977 h 334137" name="connsiteY27"/>
                <a:gd fmla="*/ 127063 w 746283" name="connsiteX28"/>
                <a:gd fmla="*/ 158972 h 334137" name="connsiteY28"/>
                <a:gd fmla="*/ 225457 w 746283" name="connsiteX29"/>
                <a:gd fmla="*/ 110585 h 334137" name="connsiteY29"/>
                <a:gd fmla="*/ 278892 w 746283" name="connsiteX30"/>
                <a:gd fmla="*/ 97536 h 334137" name="connsiteY30"/>
                <a:gd fmla="*/ 333375 w 746283" name="connsiteX31"/>
                <a:gd fmla="*/ 90297 h 334137" name="connsiteY31"/>
                <a:gd fmla="*/ 388144 w 746283" name="connsiteX32"/>
                <a:gd fmla="*/ 87821 h 334137" name="connsiteY32"/>
                <a:gd fmla="*/ 442913 w 746283" name="connsiteX33"/>
                <a:gd fmla="*/ 88582 h 334137" name="connsiteY33"/>
                <a:gd fmla="*/ 456629 w 746283" name="connsiteX34"/>
                <a:gd fmla="*/ 89154 h 334137" name="connsiteY34"/>
                <a:gd fmla="*/ 470249 w 746283" name="connsiteX35"/>
                <a:gd fmla="*/ 89440 h 334137" name="connsiteY35"/>
                <a:gd fmla="*/ 497396 w 746283" name="connsiteX36"/>
                <a:gd fmla="*/ 89821 h 334137" name="connsiteY36"/>
                <a:gd fmla="*/ 524542 w 746283" name="connsiteX37"/>
                <a:gd fmla="*/ 88678 h 334137" name="connsiteY37"/>
                <a:gd fmla="*/ 531305 w 746283" name="connsiteX38"/>
                <a:gd fmla="*/ 88392 h 334137" name="connsiteY38"/>
                <a:gd fmla="*/ 538067 w 746283" name="connsiteX39"/>
                <a:gd fmla="*/ 87725 h 334137" name="connsiteY39"/>
                <a:gd fmla="*/ 551593 w 746283" name="connsiteX40"/>
                <a:gd fmla="*/ 86296 h 334137" name="connsiteY40"/>
                <a:gd fmla="*/ 656749 w 746283" name="connsiteX41"/>
                <a:gd fmla="*/ 60198 h 334137" name="connsiteY41"/>
                <a:gd fmla="*/ 663035 w 746283" name="connsiteX42"/>
                <a:gd fmla="*/ 57721 h 334137" name="connsiteY42"/>
                <a:gd fmla="*/ 669227 w 746283" name="connsiteX43"/>
                <a:gd fmla="*/ 54864 h 334137" name="connsiteY43"/>
                <a:gd fmla="*/ 681514 w 746283" name="connsiteX44"/>
                <a:gd fmla="*/ 49054 h 334137" name="connsiteY44"/>
                <a:gd fmla="*/ 704945 w 746283" name="connsiteX45"/>
                <a:gd fmla="*/ 35338 h 334137" name="connsiteY45"/>
                <a:gd fmla="*/ 710660 w 746283" name="connsiteX46"/>
                <a:gd fmla="*/ 31623 h 334137" name="connsiteY46"/>
                <a:gd fmla="*/ 716185 w 746283" name="connsiteX47"/>
                <a:gd fmla="*/ 27622 h 334137" name="connsiteY47"/>
                <a:gd fmla="*/ 721614 w 746283" name="connsiteX48"/>
                <a:gd fmla="*/ 23527 h 334137" name="connsiteY48"/>
                <a:gd fmla="*/ 726853 w 746283" name="connsiteX49"/>
                <a:gd fmla="*/ 19145 h 334137" name="connsiteY49"/>
                <a:gd fmla="*/ 746284 w 746283" name="connsiteX50"/>
                <a:gd fmla="*/ 0 h 334137" name="connsiteY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b="b" l="l" r="r" t="t"/>
              <a:pathLst>
                <a:path h="334137" w="746283">
                  <a:moveTo>
                    <a:pt x="746284" y="0"/>
                  </a:moveTo>
                  <a:cubicBezTo>
                    <a:pt x="740759" y="7239"/>
                    <a:pt x="734378" y="13811"/>
                    <a:pt x="727520" y="19812"/>
                  </a:cubicBezTo>
                  <a:cubicBezTo>
                    <a:pt x="725805" y="21336"/>
                    <a:pt x="724091" y="22860"/>
                    <a:pt x="722376" y="24289"/>
                  </a:cubicBezTo>
                  <a:lnTo>
                    <a:pt x="716947" y="28480"/>
                  </a:lnTo>
                  <a:cubicBezTo>
                    <a:pt x="715137" y="29908"/>
                    <a:pt x="713327" y="31337"/>
                    <a:pt x="711518" y="32671"/>
                  </a:cubicBezTo>
                  <a:lnTo>
                    <a:pt x="705898" y="36576"/>
                  </a:lnTo>
                  <a:cubicBezTo>
                    <a:pt x="698468" y="42005"/>
                    <a:pt x="690467" y="46387"/>
                    <a:pt x="682657" y="51054"/>
                  </a:cubicBezTo>
                  <a:lnTo>
                    <a:pt x="670465" y="57245"/>
                  </a:lnTo>
                  <a:lnTo>
                    <a:pt x="664369" y="60293"/>
                  </a:lnTo>
                  <a:lnTo>
                    <a:pt x="658082" y="62960"/>
                  </a:lnTo>
                  <a:cubicBezTo>
                    <a:pt x="624459" y="77438"/>
                    <a:pt x="588550" y="86296"/>
                    <a:pt x="552260" y="91154"/>
                  </a:cubicBezTo>
                  <a:lnTo>
                    <a:pt x="538639" y="92773"/>
                  </a:lnTo>
                  <a:lnTo>
                    <a:pt x="531781" y="93631"/>
                  </a:lnTo>
                  <a:cubicBezTo>
                    <a:pt x="529495" y="93917"/>
                    <a:pt x="527209" y="93917"/>
                    <a:pt x="524923" y="94107"/>
                  </a:cubicBezTo>
                  <a:lnTo>
                    <a:pt x="497491" y="95536"/>
                  </a:lnTo>
                  <a:cubicBezTo>
                    <a:pt x="488347" y="95726"/>
                    <a:pt x="479203" y="95345"/>
                    <a:pt x="470059" y="95345"/>
                  </a:cubicBezTo>
                  <a:lnTo>
                    <a:pt x="456343" y="95155"/>
                  </a:lnTo>
                  <a:lnTo>
                    <a:pt x="442722" y="94678"/>
                  </a:lnTo>
                  <a:cubicBezTo>
                    <a:pt x="424529" y="94012"/>
                    <a:pt x="406432" y="93821"/>
                    <a:pt x="388239" y="94202"/>
                  </a:cubicBezTo>
                  <a:cubicBezTo>
                    <a:pt x="370046" y="94488"/>
                    <a:pt x="351949" y="95440"/>
                    <a:pt x="333947" y="96965"/>
                  </a:cubicBezTo>
                  <a:cubicBezTo>
                    <a:pt x="315849" y="98393"/>
                    <a:pt x="297847" y="100679"/>
                    <a:pt x="280035" y="103822"/>
                  </a:cubicBezTo>
                  <a:cubicBezTo>
                    <a:pt x="262223" y="106966"/>
                    <a:pt x="244507" y="110966"/>
                    <a:pt x="227267" y="116396"/>
                  </a:cubicBezTo>
                  <a:cubicBezTo>
                    <a:pt x="192691" y="126968"/>
                    <a:pt x="159544" y="142399"/>
                    <a:pt x="130016" y="163163"/>
                  </a:cubicBezTo>
                  <a:cubicBezTo>
                    <a:pt x="115252" y="173546"/>
                    <a:pt x="101346" y="185166"/>
                    <a:pt x="88487" y="197929"/>
                  </a:cubicBezTo>
                  <a:cubicBezTo>
                    <a:pt x="75628" y="210693"/>
                    <a:pt x="64008" y="224695"/>
                    <a:pt x="53245" y="239268"/>
                  </a:cubicBezTo>
                  <a:cubicBezTo>
                    <a:pt x="31528" y="268415"/>
                    <a:pt x="14573" y="300800"/>
                    <a:pt x="0" y="334137"/>
                  </a:cubicBezTo>
                  <a:cubicBezTo>
                    <a:pt x="13240" y="300228"/>
                    <a:pt x="29718" y="267367"/>
                    <a:pt x="50673" y="237363"/>
                  </a:cubicBezTo>
                  <a:cubicBezTo>
                    <a:pt x="61246" y="222409"/>
                    <a:pt x="72771" y="208217"/>
                    <a:pt x="85535" y="194977"/>
                  </a:cubicBezTo>
                  <a:cubicBezTo>
                    <a:pt x="98393" y="181832"/>
                    <a:pt x="112300" y="169831"/>
                    <a:pt x="127063" y="158972"/>
                  </a:cubicBezTo>
                  <a:cubicBezTo>
                    <a:pt x="156686" y="137065"/>
                    <a:pt x="190595" y="121539"/>
                    <a:pt x="225457" y="110585"/>
                  </a:cubicBezTo>
                  <a:cubicBezTo>
                    <a:pt x="242983" y="105061"/>
                    <a:pt x="260890" y="100870"/>
                    <a:pt x="278892" y="97536"/>
                  </a:cubicBezTo>
                  <a:cubicBezTo>
                    <a:pt x="296894" y="94202"/>
                    <a:pt x="315087" y="91821"/>
                    <a:pt x="333375" y="90297"/>
                  </a:cubicBezTo>
                  <a:cubicBezTo>
                    <a:pt x="351663" y="88773"/>
                    <a:pt x="369856" y="87916"/>
                    <a:pt x="388144" y="87821"/>
                  </a:cubicBezTo>
                  <a:cubicBezTo>
                    <a:pt x="406432" y="87535"/>
                    <a:pt x="424720" y="87916"/>
                    <a:pt x="442913" y="88582"/>
                  </a:cubicBezTo>
                  <a:lnTo>
                    <a:pt x="456629" y="89154"/>
                  </a:lnTo>
                  <a:lnTo>
                    <a:pt x="470249" y="89440"/>
                  </a:lnTo>
                  <a:cubicBezTo>
                    <a:pt x="479298" y="89535"/>
                    <a:pt x="488347" y="89916"/>
                    <a:pt x="497396" y="89821"/>
                  </a:cubicBezTo>
                  <a:lnTo>
                    <a:pt x="524542" y="88678"/>
                  </a:lnTo>
                  <a:cubicBezTo>
                    <a:pt x="526828" y="88582"/>
                    <a:pt x="529114" y="88582"/>
                    <a:pt x="531305" y="88392"/>
                  </a:cubicBezTo>
                  <a:lnTo>
                    <a:pt x="538067" y="87725"/>
                  </a:lnTo>
                  <a:lnTo>
                    <a:pt x="551593" y="86296"/>
                  </a:lnTo>
                  <a:cubicBezTo>
                    <a:pt x="587597" y="82105"/>
                    <a:pt x="623221" y="73914"/>
                    <a:pt x="656749" y="60198"/>
                  </a:cubicBezTo>
                  <a:lnTo>
                    <a:pt x="663035" y="57721"/>
                  </a:lnTo>
                  <a:lnTo>
                    <a:pt x="669227" y="54864"/>
                  </a:lnTo>
                  <a:lnTo>
                    <a:pt x="681514" y="49054"/>
                  </a:lnTo>
                  <a:cubicBezTo>
                    <a:pt x="689420" y="44577"/>
                    <a:pt x="697516" y="40481"/>
                    <a:pt x="704945" y="35338"/>
                  </a:cubicBezTo>
                  <a:lnTo>
                    <a:pt x="710660" y="31623"/>
                  </a:lnTo>
                  <a:cubicBezTo>
                    <a:pt x="712565" y="30290"/>
                    <a:pt x="714280" y="28956"/>
                    <a:pt x="716185" y="27622"/>
                  </a:cubicBezTo>
                  <a:lnTo>
                    <a:pt x="721614" y="23527"/>
                  </a:lnTo>
                  <a:cubicBezTo>
                    <a:pt x="723424" y="22098"/>
                    <a:pt x="725138" y="20669"/>
                    <a:pt x="726853" y="19145"/>
                  </a:cubicBezTo>
                  <a:cubicBezTo>
                    <a:pt x="733806" y="13335"/>
                    <a:pt x="740474" y="7048"/>
                    <a:pt x="746284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2" name="稻壳儿：耗崽 4-3"/>
            <p:cNvSpPr/>
            <p:nvPr/>
          </p:nvSpPr>
          <p:spPr>
            <a:xfrm>
              <a:off x="8067960" y="4723849"/>
              <a:ext cx="4122155" cy="2133324"/>
            </a:xfrm>
            <a:custGeom>
              <a:avLst/>
              <a:gdLst>
                <a:gd fmla="*/ 1611249 w 1611344" name="connsiteX0"/>
                <a:gd fmla="*/ 0 h 833913" name="connsiteY0"/>
                <a:gd fmla="*/ 1611344 w 1611344" name="connsiteX1"/>
                <a:gd fmla="*/ 3334 h 833913" name="connsiteY1"/>
                <a:gd fmla="*/ 1363409 w 1611344" name="connsiteX2"/>
                <a:gd fmla="*/ 56674 h 833913" name="connsiteY2"/>
                <a:gd fmla="*/ 891445 w 1611344" name="connsiteX3"/>
                <a:gd fmla="*/ 395669 h 833913" name="connsiteY3"/>
                <a:gd fmla="*/ 462344 w 1611344" name="connsiteX4"/>
                <a:gd fmla="*/ 580358 h 833913" name="connsiteY4"/>
                <a:gd fmla="*/ 2857 w 1611344" name="connsiteX5"/>
                <a:gd fmla="*/ 833914 h 833913" name="connsiteY5"/>
                <a:gd fmla="*/ 0 w 1611344" name="connsiteX6"/>
                <a:gd fmla="*/ 832199 h 833913" name="connsiteY6"/>
                <a:gd fmla="*/ 231458 w 1611344" name="connsiteX7"/>
                <a:gd fmla="*/ 606362 h 833913" name="connsiteY7"/>
                <a:gd fmla="*/ 462439 w 1611344" name="connsiteX8"/>
                <a:gd fmla="*/ 577025 h 833913" name="connsiteY8"/>
                <a:gd fmla="*/ 888873 w 1611344" name="connsiteX9"/>
                <a:gd fmla="*/ 393573 h 833913" name="connsiteY9"/>
                <a:gd fmla="*/ 1362456 w 1611344" name="connsiteX10"/>
                <a:gd fmla="*/ 53435 h 833913" name="connsiteY10"/>
                <a:gd fmla="*/ 1611249 w 1611344" name="connsiteX11"/>
                <a:gd fmla="*/ 0 h 8339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833913" w="1611344">
                  <a:moveTo>
                    <a:pt x="1611249" y="0"/>
                  </a:moveTo>
                  <a:lnTo>
                    <a:pt x="1611344" y="3334"/>
                  </a:lnTo>
                  <a:cubicBezTo>
                    <a:pt x="1610297" y="3334"/>
                    <a:pt x="1504474" y="6763"/>
                    <a:pt x="1363409" y="56674"/>
                  </a:cubicBezTo>
                  <a:cubicBezTo>
                    <a:pt x="1233297" y="102775"/>
                    <a:pt x="1045845" y="198977"/>
                    <a:pt x="891445" y="395669"/>
                  </a:cubicBezTo>
                  <a:cubicBezTo>
                    <a:pt x="743236" y="584549"/>
                    <a:pt x="600456" y="582454"/>
                    <a:pt x="462344" y="580358"/>
                  </a:cubicBezTo>
                  <a:cubicBezTo>
                    <a:pt x="305467" y="578072"/>
                    <a:pt x="157163" y="575786"/>
                    <a:pt x="2857" y="833914"/>
                  </a:cubicBezTo>
                  <a:lnTo>
                    <a:pt x="0" y="832199"/>
                  </a:lnTo>
                  <a:cubicBezTo>
                    <a:pt x="69723" y="715613"/>
                    <a:pt x="145447" y="641795"/>
                    <a:pt x="231458" y="606362"/>
                  </a:cubicBezTo>
                  <a:cubicBezTo>
                    <a:pt x="308324" y="574739"/>
                    <a:pt x="386715" y="575882"/>
                    <a:pt x="462439" y="577025"/>
                  </a:cubicBezTo>
                  <a:cubicBezTo>
                    <a:pt x="599789" y="579120"/>
                    <a:pt x="741712" y="581216"/>
                    <a:pt x="888873" y="393573"/>
                  </a:cubicBezTo>
                  <a:cubicBezTo>
                    <a:pt x="1043750" y="196120"/>
                    <a:pt x="1231868" y="99631"/>
                    <a:pt x="1362456" y="53435"/>
                  </a:cubicBezTo>
                  <a:cubicBezTo>
                    <a:pt x="1503902" y="3429"/>
                    <a:pt x="1610201" y="0"/>
                    <a:pt x="1611249" y="0"/>
                  </a:cubicBezTo>
                  <a:close/>
                </a:path>
              </a:pathLst>
            </a:custGeom>
            <a:solidFill>
              <a:srgbClr val="BCBCBC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3" name="稻壳儿：耗崽 4-4"/>
            <p:cNvSpPr/>
            <p:nvPr/>
          </p:nvSpPr>
          <p:spPr>
            <a:xfrm>
              <a:off x="9594972" y="3681039"/>
              <a:ext cx="2597028" cy="3176961"/>
            </a:xfrm>
            <a:custGeom>
              <a:avLst/>
              <a:gdLst>
                <a:gd fmla="*/ 1015079 w 1015174" name="connsiteX0"/>
                <a:gd fmla="*/ 0 h 1241869" name="connsiteY0"/>
                <a:gd fmla="*/ 415195 w 1015174" name="connsiteX1"/>
                <a:gd fmla="*/ 529495 h 1241869" name="connsiteY1"/>
                <a:gd fmla="*/ 0 w 1015174" name="connsiteX2"/>
                <a:gd fmla="*/ 1241870 h 1241869" name="connsiteY2"/>
                <a:gd fmla="*/ 1015175 w 1015174" name="connsiteX3"/>
                <a:gd fmla="*/ 1241870 h 1241869" name="connsiteY3"/>
                <a:gd fmla="*/ 1015175 w 1015174" name="connsiteX4"/>
                <a:gd fmla="*/ 0 h 1241869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1241869" w="1015174">
                  <a:moveTo>
                    <a:pt x="1015079" y="0"/>
                  </a:moveTo>
                  <a:cubicBezTo>
                    <a:pt x="1015079" y="0"/>
                    <a:pt x="975646" y="218694"/>
                    <a:pt x="415195" y="529495"/>
                  </a:cubicBezTo>
                  <a:cubicBezTo>
                    <a:pt x="69818" y="721043"/>
                    <a:pt x="203359" y="1189292"/>
                    <a:pt x="0" y="1241870"/>
                  </a:cubicBezTo>
                  <a:lnTo>
                    <a:pt x="1015175" y="1241870"/>
                  </a:lnTo>
                  <a:lnTo>
                    <a:pt x="1015175" y="0"/>
                  </a:lnTo>
                  <a:close/>
                </a:path>
              </a:pathLst>
            </a:custGeom>
            <a:solidFill>
              <a:srgbClr val="4E7C9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4" name="稻壳儿：耗崽 4-5"/>
            <p:cNvSpPr/>
            <p:nvPr/>
          </p:nvSpPr>
          <p:spPr>
            <a:xfrm>
              <a:off x="9938853" y="4174131"/>
              <a:ext cx="2386497" cy="2698880"/>
            </a:xfrm>
            <a:custGeom>
              <a:avLst/>
              <a:gdLst>
                <a:gd fmla="*/ 932879 w 932878" name="connsiteX0"/>
                <a:gd fmla="*/ 0 h 1054988" name="connsiteY0"/>
                <a:gd fmla="*/ 904589 w 932878" name="connsiteX1"/>
                <a:gd fmla="*/ 87249 h 1054988" name="connsiteY1"/>
                <a:gd fmla="*/ 868871 w 932878" name="connsiteX2"/>
                <a:gd fmla="*/ 171926 h 1054988" name="connsiteY2"/>
                <a:gd fmla="*/ 777812 w 932878" name="connsiteX3"/>
                <a:gd fmla="*/ 331756 h 1054988" name="connsiteY3"/>
                <a:gd fmla="*/ 660178 w 932878" name="connsiteX4"/>
                <a:gd fmla="*/ 473488 h 1054988" name="connsiteY4"/>
                <a:gd fmla="*/ 515398 w 932878" name="connsiteX5"/>
                <a:gd fmla="*/ 587788 h 1054988" name="connsiteY5"/>
                <a:gd fmla="*/ 495491 w 932878" name="connsiteX6"/>
                <a:gd fmla="*/ 599504 h 1054988" name="connsiteY6"/>
                <a:gd fmla="*/ 475298 w 932878" name="connsiteX7"/>
                <a:gd fmla="*/ 610838 h 1054988" name="connsiteY7"/>
                <a:gd fmla="*/ 434531 w 932878" name="connsiteX8"/>
                <a:gd fmla="*/ 632079 h 1054988" name="connsiteY8"/>
                <a:gd fmla="*/ 352425 w 932878" name="connsiteX9"/>
                <a:gd fmla="*/ 673227 h 1054988" name="connsiteY9"/>
                <a:gd fmla="*/ 190405 w 932878" name="connsiteX10"/>
                <a:gd fmla="*/ 757809 h 1054988" name="connsiteY10"/>
                <a:gd fmla="*/ 152972 w 932878" name="connsiteX11"/>
                <a:gd fmla="*/ 783431 h 1054988" name="connsiteY11"/>
                <a:gd fmla="*/ 135350 w 932878" name="connsiteX12"/>
                <a:gd fmla="*/ 797719 h 1054988" name="connsiteY12"/>
                <a:gd fmla="*/ 126778 w 932878" name="connsiteX13"/>
                <a:gd fmla="*/ 805148 h 1054988" name="connsiteY13"/>
                <a:gd fmla="*/ 118586 w 932878" name="connsiteX14"/>
                <a:gd fmla="*/ 812864 h 1054988" name="connsiteY14"/>
                <a:gd fmla="*/ 63056 w 932878" name="connsiteX15"/>
                <a:gd fmla="*/ 884111 h 1054988" name="connsiteY15"/>
                <a:gd fmla="*/ 25527 w 932878" name="connsiteX16"/>
                <a:gd fmla="*/ 967073 h 1054988" name="connsiteY16"/>
                <a:gd fmla="*/ 18288 w 932878" name="connsiteX17"/>
                <a:gd fmla="*/ 988790 h 1054988" name="connsiteY17"/>
                <a:gd fmla="*/ 11716 w 932878" name="connsiteX18"/>
                <a:gd fmla="*/ 1010698 h 1054988" name="connsiteY18"/>
                <a:gd fmla="*/ 5620 w 932878" name="connsiteX19"/>
                <a:gd fmla="*/ 1032796 h 1054988" name="connsiteY19"/>
                <a:gd fmla="*/ 0 w 932878" name="connsiteX20"/>
                <a:gd fmla="*/ 1054989 h 1054988" name="connsiteY20"/>
                <a:gd fmla="*/ 4667 w 932878" name="connsiteX21"/>
                <a:gd fmla="*/ 1032510 h 1054988" name="connsiteY21"/>
                <a:gd fmla="*/ 9811 w 932878" name="connsiteX22"/>
                <a:gd fmla="*/ 1010126 h 1054988" name="connsiteY22"/>
                <a:gd fmla="*/ 15621 w 932878" name="connsiteX23"/>
                <a:gd fmla="*/ 987933 h 1054988" name="connsiteY23"/>
                <a:gd fmla="*/ 22193 w 932878" name="connsiteX24"/>
                <a:gd fmla="*/ 965930 h 1054988" name="connsiteY24"/>
                <a:gd fmla="*/ 57436 w 932878" name="connsiteX25"/>
                <a:gd fmla="*/ 880872 h 1054988" name="connsiteY25"/>
                <a:gd fmla="*/ 112490 w 932878" name="connsiteX26"/>
                <a:gd fmla="*/ 806672 h 1054988" name="connsiteY26"/>
                <a:gd fmla="*/ 184880 w 932878" name="connsiteX27"/>
                <a:gd fmla="*/ 749046 h 1054988" name="connsiteY27"/>
                <a:gd fmla="*/ 264890 w 932878" name="connsiteX28"/>
                <a:gd fmla="*/ 703326 h 1054988" name="connsiteY28"/>
                <a:gd fmla="*/ 346805 w 932878" name="connsiteX29"/>
                <a:gd fmla="*/ 661892 h 1054988" name="connsiteY29"/>
                <a:gd fmla="*/ 428530 w 932878" name="connsiteX30"/>
                <a:gd fmla="*/ 620554 h 1054988" name="connsiteY30"/>
                <a:gd fmla="*/ 469011 w 932878" name="connsiteX31"/>
                <a:gd fmla="*/ 599218 h 1054988" name="connsiteY31"/>
                <a:gd fmla="*/ 488823 w 932878" name="connsiteX32"/>
                <a:gd fmla="*/ 587978 h 1054988" name="connsiteY32"/>
                <a:gd fmla="*/ 508349 w 932878" name="connsiteX33"/>
                <a:gd fmla="*/ 576453 h 1054988" name="connsiteY33"/>
                <a:gd fmla="*/ 651320 w 932878" name="connsiteX34"/>
                <a:gd fmla="*/ 464534 h 1054988" name="connsiteY34"/>
                <a:gd fmla="*/ 713423 w 932878" name="connsiteX35"/>
                <a:gd fmla="*/ 397955 h 1054988" name="connsiteY35"/>
                <a:gd fmla="*/ 727996 w 932878" name="connsiteX36"/>
                <a:gd fmla="*/ 380429 h 1054988" name="connsiteY36"/>
                <a:gd fmla="*/ 742093 w 932878" name="connsiteX37"/>
                <a:gd fmla="*/ 362522 h 1054988" name="connsiteY37"/>
                <a:gd fmla="*/ 749141 w 932878" name="connsiteX38"/>
                <a:gd fmla="*/ 353568 h 1054988" name="connsiteY38"/>
                <a:gd fmla="*/ 755904 w 932878" name="connsiteX39"/>
                <a:gd fmla="*/ 344424 h 1054988" name="connsiteY39"/>
                <a:gd fmla="*/ 769334 w 932878" name="connsiteX40"/>
                <a:gd fmla="*/ 325946 h 1054988" name="connsiteY40"/>
                <a:gd fmla="*/ 862965 w 932878" name="connsiteX41"/>
                <a:gd fmla="*/ 169259 h 1054988" name="connsiteY41"/>
                <a:gd fmla="*/ 932879 w 932878" name="connsiteX42"/>
                <a:gd fmla="*/ 0 h 1054988" name="connsiteY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b="b" l="l" r="r" t="t"/>
              <a:pathLst>
                <a:path h="1054988" w="932878">
                  <a:moveTo>
                    <a:pt x="932879" y="0"/>
                  </a:moveTo>
                  <a:cubicBezTo>
                    <a:pt x="925163" y="29623"/>
                    <a:pt x="915353" y="58674"/>
                    <a:pt x="904589" y="87249"/>
                  </a:cubicBezTo>
                  <a:cubicBezTo>
                    <a:pt x="893731" y="115919"/>
                    <a:pt x="881825" y="144113"/>
                    <a:pt x="868871" y="171926"/>
                  </a:cubicBezTo>
                  <a:cubicBezTo>
                    <a:pt x="842867" y="227457"/>
                    <a:pt x="812483" y="280988"/>
                    <a:pt x="777812" y="331756"/>
                  </a:cubicBezTo>
                  <a:cubicBezTo>
                    <a:pt x="743045" y="382429"/>
                    <a:pt x="703993" y="430244"/>
                    <a:pt x="660178" y="473488"/>
                  </a:cubicBezTo>
                  <a:cubicBezTo>
                    <a:pt x="616649" y="517017"/>
                    <a:pt x="567785" y="555212"/>
                    <a:pt x="515398" y="587788"/>
                  </a:cubicBezTo>
                  <a:cubicBezTo>
                    <a:pt x="509016" y="592074"/>
                    <a:pt x="502158" y="595598"/>
                    <a:pt x="495491" y="599504"/>
                  </a:cubicBezTo>
                  <a:cubicBezTo>
                    <a:pt x="488728" y="603314"/>
                    <a:pt x="482060" y="607124"/>
                    <a:pt x="475298" y="610838"/>
                  </a:cubicBezTo>
                  <a:cubicBezTo>
                    <a:pt x="461772" y="617982"/>
                    <a:pt x="448246" y="625126"/>
                    <a:pt x="434531" y="632079"/>
                  </a:cubicBezTo>
                  <a:cubicBezTo>
                    <a:pt x="407289" y="646081"/>
                    <a:pt x="379952" y="659797"/>
                    <a:pt x="352425" y="673227"/>
                  </a:cubicBezTo>
                  <a:cubicBezTo>
                    <a:pt x="297561" y="700183"/>
                    <a:pt x="242126" y="725996"/>
                    <a:pt x="190405" y="757809"/>
                  </a:cubicBezTo>
                  <a:cubicBezTo>
                    <a:pt x="177451" y="765715"/>
                    <a:pt x="165068" y="774383"/>
                    <a:pt x="152972" y="783431"/>
                  </a:cubicBezTo>
                  <a:cubicBezTo>
                    <a:pt x="147066" y="788099"/>
                    <a:pt x="140970" y="792671"/>
                    <a:pt x="135350" y="797719"/>
                  </a:cubicBezTo>
                  <a:cubicBezTo>
                    <a:pt x="132493" y="800195"/>
                    <a:pt x="129540" y="802576"/>
                    <a:pt x="126778" y="805148"/>
                  </a:cubicBezTo>
                  <a:lnTo>
                    <a:pt x="118586" y="812864"/>
                  </a:lnTo>
                  <a:cubicBezTo>
                    <a:pt x="96774" y="833819"/>
                    <a:pt x="78391" y="858107"/>
                    <a:pt x="63056" y="884111"/>
                  </a:cubicBezTo>
                  <a:cubicBezTo>
                    <a:pt x="47720" y="910304"/>
                    <a:pt x="35624" y="938308"/>
                    <a:pt x="25527" y="967073"/>
                  </a:cubicBezTo>
                  <a:cubicBezTo>
                    <a:pt x="23051" y="974312"/>
                    <a:pt x="20479" y="981456"/>
                    <a:pt x="18288" y="988790"/>
                  </a:cubicBezTo>
                  <a:cubicBezTo>
                    <a:pt x="16097" y="996125"/>
                    <a:pt x="13716" y="1003364"/>
                    <a:pt x="11716" y="1010698"/>
                  </a:cubicBezTo>
                  <a:cubicBezTo>
                    <a:pt x="9716" y="1018032"/>
                    <a:pt x="7429" y="1025366"/>
                    <a:pt x="5620" y="1032796"/>
                  </a:cubicBezTo>
                  <a:lnTo>
                    <a:pt x="0" y="1054989"/>
                  </a:lnTo>
                  <a:lnTo>
                    <a:pt x="4667" y="1032510"/>
                  </a:lnTo>
                  <a:cubicBezTo>
                    <a:pt x="6191" y="1024985"/>
                    <a:pt x="8096" y="1017651"/>
                    <a:pt x="9811" y="1010126"/>
                  </a:cubicBezTo>
                  <a:cubicBezTo>
                    <a:pt x="11525" y="1002697"/>
                    <a:pt x="13621" y="995363"/>
                    <a:pt x="15621" y="987933"/>
                  </a:cubicBezTo>
                  <a:cubicBezTo>
                    <a:pt x="17526" y="980504"/>
                    <a:pt x="19907" y="973265"/>
                    <a:pt x="22193" y="965930"/>
                  </a:cubicBezTo>
                  <a:cubicBezTo>
                    <a:pt x="31433" y="936689"/>
                    <a:pt x="42767" y="908018"/>
                    <a:pt x="57436" y="880872"/>
                  </a:cubicBezTo>
                  <a:cubicBezTo>
                    <a:pt x="72390" y="853916"/>
                    <a:pt x="90678" y="828580"/>
                    <a:pt x="112490" y="806672"/>
                  </a:cubicBezTo>
                  <a:cubicBezTo>
                    <a:pt x="134303" y="784574"/>
                    <a:pt x="158972" y="765715"/>
                    <a:pt x="184880" y="749046"/>
                  </a:cubicBezTo>
                  <a:cubicBezTo>
                    <a:pt x="210788" y="732282"/>
                    <a:pt x="237744" y="717423"/>
                    <a:pt x="264890" y="703326"/>
                  </a:cubicBezTo>
                  <a:cubicBezTo>
                    <a:pt x="292132" y="689229"/>
                    <a:pt x="319469" y="675608"/>
                    <a:pt x="346805" y="661892"/>
                  </a:cubicBezTo>
                  <a:cubicBezTo>
                    <a:pt x="374142" y="648272"/>
                    <a:pt x="401479" y="634556"/>
                    <a:pt x="428530" y="620554"/>
                  </a:cubicBezTo>
                  <a:cubicBezTo>
                    <a:pt x="442055" y="613601"/>
                    <a:pt x="455581" y="606362"/>
                    <a:pt x="469011" y="599218"/>
                  </a:cubicBezTo>
                  <a:cubicBezTo>
                    <a:pt x="475679" y="595598"/>
                    <a:pt x="482155" y="591788"/>
                    <a:pt x="488823" y="587978"/>
                  </a:cubicBezTo>
                  <a:cubicBezTo>
                    <a:pt x="495395" y="584168"/>
                    <a:pt x="502063" y="580644"/>
                    <a:pt x="508349" y="576453"/>
                  </a:cubicBezTo>
                  <a:cubicBezTo>
                    <a:pt x="559975" y="544640"/>
                    <a:pt x="608076" y="507111"/>
                    <a:pt x="651320" y="464534"/>
                  </a:cubicBezTo>
                  <a:cubicBezTo>
                    <a:pt x="673322" y="443579"/>
                    <a:pt x="693706" y="421005"/>
                    <a:pt x="713423" y="397955"/>
                  </a:cubicBezTo>
                  <a:lnTo>
                    <a:pt x="727996" y="380429"/>
                  </a:lnTo>
                  <a:cubicBezTo>
                    <a:pt x="732854" y="374523"/>
                    <a:pt x="737330" y="368427"/>
                    <a:pt x="742093" y="362522"/>
                  </a:cubicBezTo>
                  <a:lnTo>
                    <a:pt x="749141" y="353568"/>
                  </a:lnTo>
                  <a:lnTo>
                    <a:pt x="755904" y="344424"/>
                  </a:lnTo>
                  <a:cubicBezTo>
                    <a:pt x="760381" y="338233"/>
                    <a:pt x="764953" y="332232"/>
                    <a:pt x="769334" y="325946"/>
                  </a:cubicBezTo>
                  <a:cubicBezTo>
                    <a:pt x="804291" y="276130"/>
                    <a:pt x="835724" y="223742"/>
                    <a:pt x="862965" y="169259"/>
                  </a:cubicBezTo>
                  <a:cubicBezTo>
                    <a:pt x="890492" y="114681"/>
                    <a:pt x="914305" y="58293"/>
                    <a:pt x="932879" y="0"/>
                  </a:cubicBezTo>
                  <a:close/>
                </a:path>
              </a:pathLst>
            </a:custGeom>
            <a:solidFill>
              <a:schemeClr val="bg1">
                <a:alpha val="35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5" name="稻壳儿：耗崽 4-6"/>
            <p:cNvSpPr/>
            <p:nvPr/>
          </p:nvSpPr>
          <p:spPr>
            <a:xfrm>
              <a:off x="9591867" y="3690936"/>
              <a:ext cx="2602144" cy="3182078"/>
            </a:xfrm>
            <a:custGeom>
              <a:avLst/>
              <a:gdLst>
                <a:gd fmla="*/ 1013936 w 1017174" name="connsiteX0"/>
                <a:gd fmla="*/ 0 h 1243869" name="connsiteY0"/>
                <a:gd fmla="*/ 1017175 w 1017174" name="connsiteX1"/>
                <a:gd fmla="*/ 572 h 1243869" name="connsiteY1"/>
                <a:gd fmla="*/ 927068 w 1017174" name="connsiteX2"/>
                <a:gd fmla="*/ 149543 h 1243869" name="connsiteY2"/>
                <a:gd fmla="*/ 416433 w 1017174" name="connsiteX3"/>
                <a:gd fmla="*/ 531305 h 1243869" name="connsiteY3"/>
                <a:gd fmla="*/ 144971 w 1017174" name="connsiteX4"/>
                <a:gd fmla="*/ 987933 h 1243869" name="connsiteY4"/>
                <a:gd fmla="*/ 857 w 1017174" name="connsiteX5"/>
                <a:gd fmla="*/ 1243870 h 1243869" name="connsiteY5"/>
                <a:gd fmla="*/ 0 w 1017174" name="connsiteX6"/>
                <a:gd fmla="*/ 1240631 h 1243869" name="connsiteY6"/>
                <a:gd fmla="*/ 141732 w 1017174" name="connsiteX7"/>
                <a:gd fmla="*/ 987171 h 1243869" name="connsiteY7"/>
                <a:gd fmla="*/ 414814 w 1017174" name="connsiteX8"/>
                <a:gd fmla="*/ 528447 h 1243869" name="connsiteY8"/>
                <a:gd fmla="*/ 924211 w 1017174" name="connsiteX9"/>
                <a:gd fmla="*/ 147828 h 1243869" name="connsiteY9"/>
                <a:gd fmla="*/ 1013936 w 1017174" name="connsiteX10"/>
                <a:gd fmla="*/ 0 h 1243869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243869" w="1017174">
                  <a:moveTo>
                    <a:pt x="1013936" y="0"/>
                  </a:moveTo>
                  <a:lnTo>
                    <a:pt x="1017175" y="572"/>
                  </a:lnTo>
                  <a:cubicBezTo>
                    <a:pt x="1017080" y="1143"/>
                    <a:pt x="1006316" y="56769"/>
                    <a:pt x="927068" y="149543"/>
                  </a:cubicBezTo>
                  <a:cubicBezTo>
                    <a:pt x="854107" y="234982"/>
                    <a:pt x="706184" y="370523"/>
                    <a:pt x="416433" y="531305"/>
                  </a:cubicBezTo>
                  <a:cubicBezTo>
                    <a:pt x="224790" y="637604"/>
                    <a:pt x="180499" y="831818"/>
                    <a:pt x="144971" y="987933"/>
                  </a:cubicBezTo>
                  <a:cubicBezTo>
                    <a:pt x="116586" y="1112615"/>
                    <a:pt x="92012" y="1220343"/>
                    <a:pt x="857" y="1243870"/>
                  </a:cubicBezTo>
                  <a:lnTo>
                    <a:pt x="0" y="1240631"/>
                  </a:lnTo>
                  <a:cubicBezTo>
                    <a:pt x="89154" y="1217581"/>
                    <a:pt x="113538" y="1110806"/>
                    <a:pt x="141732" y="987171"/>
                  </a:cubicBezTo>
                  <a:cubicBezTo>
                    <a:pt x="177451" y="830485"/>
                    <a:pt x="221933" y="635413"/>
                    <a:pt x="414814" y="528447"/>
                  </a:cubicBezTo>
                  <a:cubicBezTo>
                    <a:pt x="703802" y="368141"/>
                    <a:pt x="851345" y="232981"/>
                    <a:pt x="924211" y="147828"/>
                  </a:cubicBezTo>
                  <a:cubicBezTo>
                    <a:pt x="1003078" y="55531"/>
                    <a:pt x="1013841" y="572"/>
                    <a:pt x="1013936" y="0"/>
                  </a:cubicBezTo>
                  <a:close/>
                </a:path>
              </a:pathLst>
            </a:custGeom>
            <a:solidFill>
              <a:srgbClr val="ADADAD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6" name="稻壳儿：耗崽 4-7"/>
            <p:cNvSpPr/>
            <p:nvPr/>
          </p:nvSpPr>
          <p:spPr>
            <a:xfrm>
              <a:off x="9975585" y="4936749"/>
              <a:ext cx="2216415" cy="1921251"/>
            </a:xfrm>
            <a:custGeom>
              <a:avLst/>
              <a:gdLst>
                <a:gd fmla="*/ 866394 w 866393" name="connsiteX0"/>
                <a:gd fmla="*/ 350 h 751014" name="connsiteY0"/>
                <a:gd fmla="*/ 460724 w 866393" name="connsiteX1"/>
                <a:gd fmla="*/ 303530 h 751014" name="connsiteY1"/>
                <a:gd fmla="*/ 0 w 866393" name="connsiteX2"/>
                <a:gd fmla="*/ 751015 h 751014" name="connsiteY2"/>
                <a:gd fmla="*/ 866394 w 866393" name="connsiteX3"/>
                <a:gd fmla="*/ 751015 h 751014" name="connsiteY3"/>
                <a:gd fmla="*/ 866394 w 866393" name="connsiteX4"/>
                <a:gd fmla="*/ 350 h 751014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51014" w="866393">
                  <a:moveTo>
                    <a:pt x="866394" y="350"/>
                  </a:moveTo>
                  <a:cubicBezTo>
                    <a:pt x="866394" y="350"/>
                    <a:pt x="483584" y="-22606"/>
                    <a:pt x="460724" y="303530"/>
                  </a:cubicBezTo>
                  <a:cubicBezTo>
                    <a:pt x="441674" y="574707"/>
                    <a:pt x="158401" y="486220"/>
                    <a:pt x="0" y="751015"/>
                  </a:cubicBezTo>
                  <a:lnTo>
                    <a:pt x="866394" y="751015"/>
                  </a:lnTo>
                  <a:lnTo>
                    <a:pt x="866394" y="350"/>
                  </a:lnTo>
                  <a:close/>
                </a:path>
              </a:pathLst>
            </a:custGeom>
            <a:solidFill>
              <a:srgbClr val="0F4061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47" name="稻壳儿：耗崽 4-8"/>
            <p:cNvSpPr/>
            <p:nvPr/>
          </p:nvSpPr>
          <p:spPr>
            <a:xfrm>
              <a:off x="9971749" y="4944369"/>
              <a:ext cx="2220070" cy="1927667"/>
            </a:xfrm>
            <a:custGeom>
              <a:avLst/>
              <a:gdLst>
                <a:gd fmla="*/ 852392 w 867822" name="connsiteX0"/>
                <a:gd fmla="*/ 0 h 753522" name="connsiteY0"/>
                <a:gd fmla="*/ 867823 w 867822" name="connsiteX1"/>
                <a:gd fmla="*/ 286 h 753522" name="connsiteY1"/>
                <a:gd fmla="*/ 867632 w 867822" name="connsiteX2"/>
                <a:gd fmla="*/ 3620 h 753522" name="connsiteY2"/>
                <a:gd fmla="*/ 673989 w 867822" name="connsiteX3"/>
                <a:gd fmla="*/ 32861 h 753522" name="connsiteY3"/>
                <a:gd fmla="*/ 463772 w 867822" name="connsiteX4"/>
                <a:gd fmla="*/ 305276 h 753522" name="connsiteY4"/>
                <a:gd fmla="*/ 261842 w 867822" name="connsiteX5"/>
                <a:gd fmla="*/ 543687 h 753522" name="connsiteY5"/>
                <a:gd fmla="*/ 2857 w 867822" name="connsiteX6"/>
                <a:gd fmla="*/ 753523 h 753522" name="connsiteY6"/>
                <a:gd fmla="*/ 0 w 867822" name="connsiteX7"/>
                <a:gd fmla="*/ 751808 h 753522" name="connsiteY7"/>
                <a:gd fmla="*/ 260413 w 867822" name="connsiteX8"/>
                <a:gd fmla="*/ 540734 h 753522" name="connsiteY8"/>
                <a:gd fmla="*/ 460438 w 867822" name="connsiteX9"/>
                <a:gd fmla="*/ 305086 h 753522" name="connsiteY9"/>
                <a:gd fmla="*/ 533876 w 867822" name="connsiteX10"/>
                <a:gd fmla="*/ 119158 h 753522" name="connsiteY10"/>
                <a:gd fmla="*/ 672941 w 867822" name="connsiteX11"/>
                <a:gd fmla="*/ 29813 h 753522" name="connsiteY11"/>
                <a:gd fmla="*/ 852392 w 867822" name="connsiteX12"/>
                <a:gd fmla="*/ 0 h 753522" name="connsiteY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b="b" l="l" r="r" t="t"/>
              <a:pathLst>
                <a:path h="753522" w="867822">
                  <a:moveTo>
                    <a:pt x="852392" y="0"/>
                  </a:moveTo>
                  <a:cubicBezTo>
                    <a:pt x="862013" y="0"/>
                    <a:pt x="867632" y="286"/>
                    <a:pt x="867823" y="286"/>
                  </a:cubicBezTo>
                  <a:lnTo>
                    <a:pt x="867632" y="3620"/>
                  </a:lnTo>
                  <a:cubicBezTo>
                    <a:pt x="866680" y="3524"/>
                    <a:pt x="771049" y="-1715"/>
                    <a:pt x="673989" y="32861"/>
                  </a:cubicBezTo>
                  <a:cubicBezTo>
                    <a:pt x="584549" y="64675"/>
                    <a:pt x="475488" y="137732"/>
                    <a:pt x="463772" y="305276"/>
                  </a:cubicBezTo>
                  <a:cubicBezTo>
                    <a:pt x="453390" y="452819"/>
                    <a:pt x="364617" y="494919"/>
                    <a:pt x="261842" y="543687"/>
                  </a:cubicBezTo>
                  <a:cubicBezTo>
                    <a:pt x="174403" y="585216"/>
                    <a:pt x="75343" y="632270"/>
                    <a:pt x="2857" y="753523"/>
                  </a:cubicBezTo>
                  <a:lnTo>
                    <a:pt x="0" y="751808"/>
                  </a:lnTo>
                  <a:cubicBezTo>
                    <a:pt x="73057" y="629698"/>
                    <a:pt x="172593" y="582454"/>
                    <a:pt x="260413" y="540734"/>
                  </a:cubicBezTo>
                  <a:cubicBezTo>
                    <a:pt x="362236" y="492347"/>
                    <a:pt x="450247" y="450628"/>
                    <a:pt x="460438" y="305086"/>
                  </a:cubicBezTo>
                  <a:cubicBezTo>
                    <a:pt x="465677" y="230315"/>
                    <a:pt x="490442" y="167735"/>
                    <a:pt x="533876" y="119158"/>
                  </a:cubicBezTo>
                  <a:cubicBezTo>
                    <a:pt x="568643" y="80296"/>
                    <a:pt x="615410" y="50197"/>
                    <a:pt x="672941" y="29813"/>
                  </a:cubicBezTo>
                  <a:cubicBezTo>
                    <a:pt x="747522" y="3239"/>
                    <a:pt x="821246" y="0"/>
                    <a:pt x="852392" y="0"/>
                  </a:cubicBezTo>
                  <a:close/>
                </a:path>
              </a:pathLst>
            </a:custGeom>
            <a:solidFill>
              <a:srgbClr val="606060"/>
            </a:solidFill>
            <a:ln cap="flat" w="9525">
              <a:noFill/>
              <a:prstDash val="solid"/>
              <a:miter/>
            </a:ln>
          </p:spPr>
          <p:txBody>
            <a:bodyPr anchor="ctr" rtlCol="0"/>
            <a:lstStyle/>
            <a:p>
              <a:endParaRPr altLang="en-US" lang="zh-CN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pic>
          <p:nvPicPr>
            <p:cNvPr id="48" name="稻壳儿：耗崽 4-9"/>
            <p:cNvPicPr>
              <a:picLocks noChangeAspect="1"/>
            </p:cNvPicPr>
            <p:nvPr/>
          </p:nvPicPr>
          <p:blipFill rotWithShape="1">
            <a:blip r:embed="rId4"/>
            <a:srcRect b="14126" r="29972"/>
            <a:stretch>
              <a:fillRect/>
            </a:stretch>
          </p:blipFill>
          <p:spPr>
            <a:xfrm>
              <a:off x="10035271" y="4983806"/>
              <a:ext cx="2156729" cy="1873367"/>
            </a:xfrm>
            <a:prstGeom prst="rect">
              <a:avLst/>
            </a:prstGeom>
          </p:spPr>
        </p:pic>
      </p:grpSp>
      <p:sp>
        <p:nvSpPr>
          <p:cNvPr id="31" name="稻壳儿：耗崽 5"/>
          <p:cNvSpPr txBox="1"/>
          <p:nvPr/>
        </p:nvSpPr>
        <p:spPr>
          <a:xfrm>
            <a:off x="623888" y="454345"/>
            <a:ext cx="10653705" cy="615553"/>
          </a:xfrm>
          <a:prstGeom prst="rect">
            <a:avLst/>
          </a:prstGeom>
          <a:noFill/>
        </p:spPr>
        <p:txBody>
          <a:bodyPr bIns="0" lIns="0" rIns="0" rtlCol="0" tIns="0" wrap="square">
            <a:spAutoFit/>
          </a:bodyPr>
          <a:lstStyle/>
          <a:p>
            <a:pPr lvl="0">
              <a:defRPr/>
            </a:pPr>
            <a:r>
              <a:rPr altLang="en-US" b="1" dirty="0" lang="zh-CN" sz="4000">
                <a:solidFill>
                  <a:srgbClr val="42556C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课堂总结</a:t>
            </a:r>
          </a:p>
        </p:txBody>
      </p:sp>
      <p:grpSp>
        <p:nvGrpSpPr>
          <p:cNvPr id="32" name="稻壳儿：耗崽 6"/>
          <p:cNvGrpSpPr/>
          <p:nvPr/>
        </p:nvGrpSpPr>
        <p:grpSpPr>
          <a:xfrm>
            <a:off x="675898" y="1130300"/>
            <a:ext cx="362272" cy="73025"/>
            <a:chOff x="7340600" y="4686300"/>
            <a:chExt cx="504030" cy="101600"/>
          </a:xfrm>
          <a:solidFill>
            <a:srgbClr val="42556C"/>
          </a:solidFill>
        </p:grpSpPr>
        <p:sp>
          <p:nvSpPr>
            <p:cNvPr id="33" name="稻壳儿：耗崽 6-1"/>
            <p:cNvSpPr/>
            <p:nvPr/>
          </p:nvSpPr>
          <p:spPr>
            <a:xfrm>
              <a:off x="734060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4" name="稻壳儿：耗崽 6-2"/>
            <p:cNvSpPr/>
            <p:nvPr/>
          </p:nvSpPr>
          <p:spPr>
            <a:xfrm>
              <a:off x="7541815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dirty="0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  <p:sp>
          <p:nvSpPr>
            <p:cNvPr id="35" name="稻壳儿：耗崽 6-3"/>
            <p:cNvSpPr/>
            <p:nvPr/>
          </p:nvSpPr>
          <p:spPr>
            <a:xfrm>
              <a:off x="7743030" y="4686300"/>
              <a:ext cx="101600" cy="101600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b="0" baseline="0" cap="none" i="0" kern="1200" kumimoji="0" lang="en-ID" noProof="0" normalizeH="0" spc="0" strike="noStrike" sz="18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endParaRPr>
            </a:p>
          </p:txBody>
        </p:sp>
      </p:grpSp>
      <p:sp>
        <p:nvSpPr>
          <p:cNvPr id="2" name="稻壳儿：耗崽 7"/>
          <p:cNvSpPr>
            <a:spLocks noChangeArrowheads="1"/>
          </p:cNvSpPr>
          <p:nvPr/>
        </p:nvSpPr>
        <p:spPr bwMode="auto">
          <a:xfrm>
            <a:off x="3805999" y="2321985"/>
            <a:ext cx="4533900" cy="495300"/>
          </a:xfrm>
          <a:prstGeom prst="rightArrow">
            <a:avLst>
              <a:gd fmla="val 50000" name="adj1"/>
              <a:gd fmla="val 50092" name="adj2"/>
            </a:avLst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endParaRPr altLang="en-US" b="1" dirty="0" kern="0" lang="zh-CN" sz="2400">
              <a:solidFill>
                <a:sysClr lastClr="FFFFFF" val="window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3" name="稻壳儿：耗崽 8"/>
          <p:cNvSpPr>
            <a:spLocks noChangeArrowheads="1"/>
          </p:cNvSpPr>
          <p:nvPr/>
        </p:nvSpPr>
        <p:spPr bwMode="auto">
          <a:xfrm flipH="1">
            <a:off x="3973217" y="3064933"/>
            <a:ext cx="4694767" cy="493184"/>
          </a:xfrm>
          <a:prstGeom prst="rightArrow">
            <a:avLst>
              <a:gd fmla="val 50000" name="adj1"/>
              <a:gd fmla="val 50064" name="adj2"/>
            </a:avLst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endParaRPr altLang="en-US" b="1" dirty="0" kern="0" lang="zh-CN" sz="2400">
              <a:solidFill>
                <a:sysClr lastClr="FFFFFF" val="window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4" name="稻壳儿：耗崽 9"/>
          <p:cNvSpPr>
            <a:spLocks noChangeArrowheads="1"/>
          </p:cNvSpPr>
          <p:nvPr/>
        </p:nvSpPr>
        <p:spPr bwMode="auto">
          <a:xfrm>
            <a:off x="1583499" y="1703918"/>
            <a:ext cx="2389717" cy="2389716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altLang="en-US" b="1" dirty="0" kern="0" lang="zh-CN" sz="2400">
                <a:solidFill>
                  <a:srgbClr val="FFFFFF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教学重点</a:t>
            </a:r>
          </a:p>
        </p:txBody>
      </p:sp>
      <p:sp>
        <p:nvSpPr>
          <p:cNvPr id="5" name="稻壳儿：耗崽 10"/>
          <p:cNvSpPr>
            <a:spLocks noChangeArrowheads="1"/>
          </p:cNvSpPr>
          <p:nvPr/>
        </p:nvSpPr>
        <p:spPr bwMode="auto">
          <a:xfrm>
            <a:off x="8420333" y="1703918"/>
            <a:ext cx="2391833" cy="2389716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altLang="en-US" b="1" dirty="0" kern="0" lang="zh-CN" sz="2400">
                <a:solidFill>
                  <a:srgbClr val="FFFFFF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教学难点</a:t>
            </a:r>
          </a:p>
        </p:txBody>
      </p:sp>
      <p:sp>
        <p:nvSpPr>
          <p:cNvPr id="7" name="稻壳儿：耗崽 11"/>
          <p:cNvSpPr>
            <a:spLocks noChangeArrowheads="1"/>
          </p:cNvSpPr>
          <p:nvPr/>
        </p:nvSpPr>
        <p:spPr bwMode="auto">
          <a:xfrm flipV="1">
            <a:off x="5528966" y="4142318"/>
            <a:ext cx="1073151" cy="74083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endParaRPr altLang="en-US" b="1" dirty="0" kern="0" lang="zh-CN" sz="2400">
              <a:solidFill>
                <a:sysClr lastClr="FFFFFF" val="window"/>
              </a:solidFill>
              <a:latin charset="-122" panose="00020600040101010101" pitchFamily="18" typeface="汉仪中黑S"/>
              <a:ea charset="-122" panose="00020600040101010101" pitchFamily="18" typeface="汉仪文黑-55简"/>
              <a:cs typeface="+mn-ea"/>
              <a:sym charset="-122" panose="00020600040101010101" pitchFamily="18" typeface="汉仪中黑S"/>
            </a:endParaRPr>
          </a:p>
        </p:txBody>
      </p:sp>
      <p:sp>
        <p:nvSpPr>
          <p:cNvPr id="10" name="稻壳儿：耗崽 12"/>
          <p:cNvSpPr txBox="1">
            <a:spLocks noChangeArrowheads="1"/>
          </p:cNvSpPr>
          <p:nvPr/>
        </p:nvSpPr>
        <p:spPr bwMode="auto">
          <a:xfrm>
            <a:off x="5148792" y="5124451"/>
            <a:ext cx="1894417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1pPr>
            <a:lvl2pPr eaLnBrk="0" hangingPunct="0" indent="-285750" marL="742950"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2pPr>
            <a:lvl3pPr eaLnBrk="0" hangingPunct="0" indent="-228600" marL="1143000"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3pPr>
            <a:lvl4pPr eaLnBrk="0" hangingPunct="0" indent="-228600" marL="1600200"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4pPr>
            <a:lvl5pPr eaLnBrk="0" hangingPunct="0" indent="-228600" marL="2057400"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charset="0" panose="020B0604020202020204" pitchFamily="34" typeface="Arial"/>
                <a:ea charset="-122" panose="02010600030101010101" pitchFamily="2" typeface="宋体"/>
              </a:defRPr>
            </a:lvl9pPr>
          </a:lstStyle>
          <a:p>
            <a:pPr algn="ctr"/>
            <a:r>
              <a:rPr altLang="en-US" b="1" dirty="0" lang="zh-CN" spc="600" sz="2400"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课堂小结</a:t>
            </a:r>
          </a:p>
        </p:txBody>
      </p:sp>
      <p:grpSp>
        <p:nvGrpSpPr>
          <p:cNvPr id="22" name="稻壳儿：耗崽 13"/>
          <p:cNvGrpSpPr/>
          <p:nvPr/>
        </p:nvGrpSpPr>
        <p:grpSpPr>
          <a:xfrm>
            <a:off x="1833267" y="4279914"/>
            <a:ext cx="2139949" cy="1467001"/>
            <a:chOff x="1833267" y="4279914"/>
            <a:chExt cx="2139949" cy="1467001"/>
          </a:xfrm>
        </p:grpSpPr>
        <p:sp>
          <p:nvSpPr>
            <p:cNvPr id="8" name="稻壳儿：耗崽 13-1"/>
            <p:cNvSpPr txBox="1"/>
            <p:nvPr/>
          </p:nvSpPr>
          <p:spPr bwMode="auto">
            <a:xfrm>
              <a:off x="1833267" y="4279914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 marL="285750">
                <a:lnSpc>
                  <a:spcPct val="150000"/>
                </a:lnSpc>
                <a:buFont charset="-122" panose="00020600040101010101" pitchFamily="18" typeface="汉仪中黑S"/>
                <a:buChar char="•"/>
                <a:defRPr/>
              </a:pPr>
              <a:r>
                <a:rPr altLang="en-US" dirty="0" kern="0" lang="zh-CN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选择排序思想</a:t>
              </a:r>
            </a:p>
          </p:txBody>
        </p:sp>
        <p:sp>
          <p:nvSpPr>
            <p:cNvPr id="19" name="稻壳儿：耗崽 13-2"/>
            <p:cNvSpPr txBox="1"/>
            <p:nvPr/>
          </p:nvSpPr>
          <p:spPr bwMode="auto">
            <a:xfrm>
              <a:off x="1833267" y="4611179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 marL="285750">
                <a:lnSpc>
                  <a:spcPct val="150000"/>
                </a:lnSpc>
                <a:buFont charset="-122" panose="00020600040101010101" pitchFamily="18" typeface="汉仪中黑S"/>
                <a:buChar char="•"/>
                <a:defRPr/>
              </a:pPr>
              <a:r>
                <a:rPr altLang="en-US" dirty="0" kern="0" lang="zh-CN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代码实现</a:t>
              </a:r>
            </a:p>
          </p:txBody>
        </p:sp>
        <p:sp>
          <p:nvSpPr>
            <p:cNvPr id="20" name="稻壳儿：耗崽 13-3"/>
            <p:cNvSpPr txBox="1"/>
            <p:nvPr/>
          </p:nvSpPr>
          <p:spPr bwMode="auto">
            <a:xfrm>
              <a:off x="1833267" y="4942444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 marL="285750">
                <a:lnSpc>
                  <a:spcPct val="150000"/>
                </a:lnSpc>
                <a:buFont charset="-122" panose="00020600040101010101" pitchFamily="18" typeface="汉仪中黑S"/>
                <a:buChar char="•"/>
                <a:defRPr/>
              </a:pPr>
              <a:r>
                <a:rPr altLang="en-US" dirty="0" kern="0" lang="zh-CN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交换过程</a:t>
              </a:r>
            </a:p>
          </p:txBody>
        </p:sp>
        <p:sp>
          <p:nvSpPr>
            <p:cNvPr id="21" name="稻壳儿：耗崽 13-4"/>
            <p:cNvSpPr txBox="1"/>
            <p:nvPr/>
          </p:nvSpPr>
          <p:spPr bwMode="auto">
            <a:xfrm>
              <a:off x="1833267" y="5273709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 marL="285750">
                <a:lnSpc>
                  <a:spcPct val="150000"/>
                </a:lnSpc>
                <a:buFont charset="-122" panose="00020600040101010101" pitchFamily="18" typeface="汉仪中黑S"/>
                <a:buChar char="•"/>
                <a:defRPr/>
              </a:pPr>
              <a:r>
                <a:rPr altLang="en-US" dirty="0" kern="0" lang="zh-CN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稳定性分析</a:t>
              </a:r>
            </a:p>
          </p:txBody>
        </p:sp>
      </p:grpSp>
      <p:grpSp>
        <p:nvGrpSpPr>
          <p:cNvPr id="23" name="稻壳儿：耗崽 14"/>
          <p:cNvGrpSpPr/>
          <p:nvPr/>
        </p:nvGrpSpPr>
        <p:grpSpPr>
          <a:xfrm>
            <a:off x="8782284" y="4279914"/>
            <a:ext cx="2139949" cy="1467001"/>
            <a:chOff x="1833267" y="4279914"/>
            <a:chExt cx="2139949" cy="1467001"/>
          </a:xfrm>
        </p:grpSpPr>
        <p:sp>
          <p:nvSpPr>
            <p:cNvPr id="24" name="稻壳儿：耗崽 14-1"/>
            <p:cNvSpPr txBox="1"/>
            <p:nvPr/>
          </p:nvSpPr>
          <p:spPr bwMode="auto">
            <a:xfrm>
              <a:off x="1833267" y="4279914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 marL="285750">
                <a:lnSpc>
                  <a:spcPct val="150000"/>
                </a:lnSpc>
                <a:buFont charset="-122" panose="00020600040101010101" pitchFamily="18" typeface="汉仪中黑S"/>
                <a:buChar char="•"/>
                <a:defRPr/>
              </a:pPr>
              <a:r>
                <a:rPr altLang="en-US" dirty="0" kern="0" lang="zh-CN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最小值索引理</a:t>
              </a:r>
            </a:p>
          </p:txBody>
        </p:sp>
        <p:sp>
          <p:nvSpPr>
            <p:cNvPr id="25" name="稻壳儿：耗崽 14-2"/>
            <p:cNvSpPr txBox="1"/>
            <p:nvPr/>
          </p:nvSpPr>
          <p:spPr bwMode="auto">
            <a:xfrm>
              <a:off x="1833267" y="4611179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 marL="285750">
                <a:lnSpc>
                  <a:spcPct val="150000"/>
                </a:lnSpc>
                <a:buFont charset="-122" panose="00020600040101010101" pitchFamily="18" typeface="汉仪中黑S"/>
                <a:buChar char="•"/>
                <a:defRPr/>
              </a:pPr>
              <a:r>
                <a:rPr altLang="en-US" dirty="0" kern="0" lang="zh-CN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双重循环结构</a:t>
              </a:r>
            </a:p>
          </p:txBody>
        </p:sp>
        <p:sp>
          <p:nvSpPr>
            <p:cNvPr id="26" name="稻壳儿：耗崽 14-3"/>
            <p:cNvSpPr txBox="1"/>
            <p:nvPr/>
          </p:nvSpPr>
          <p:spPr bwMode="auto">
            <a:xfrm>
              <a:off x="1833267" y="4942444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 marL="285750">
                <a:lnSpc>
                  <a:spcPct val="150000"/>
                </a:lnSpc>
                <a:buFont charset="-122" panose="00020600040101010101" pitchFamily="18" typeface="汉仪中黑S"/>
                <a:buChar char="•"/>
                <a:defRPr/>
              </a:pPr>
              <a:r>
                <a:rPr altLang="en-US" dirty="0" kern="0" lang="zh-CN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时间复杂度计算</a:t>
              </a:r>
            </a:p>
          </p:txBody>
        </p:sp>
        <p:sp>
          <p:nvSpPr>
            <p:cNvPr id="27" name="稻壳儿：耗崽 14-4"/>
            <p:cNvSpPr txBox="1"/>
            <p:nvPr/>
          </p:nvSpPr>
          <p:spPr bwMode="auto">
            <a:xfrm>
              <a:off x="1833267" y="5273709"/>
              <a:ext cx="2139949" cy="473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285750" marL="285750">
                <a:lnSpc>
                  <a:spcPct val="150000"/>
                </a:lnSpc>
                <a:buFont charset="-122" panose="00020600040101010101" pitchFamily="18" typeface="汉仪中黑S"/>
                <a:buChar char="•"/>
                <a:defRPr/>
              </a:pPr>
              <a:r>
                <a:rPr altLang="en-US" dirty="0" kern="0" lang="zh-CN">
                  <a:latin charset="-122" panose="00020600040101010101" pitchFamily="18" typeface="汉仪中黑S"/>
                  <a:ea charset="-122" panose="00020600040101010101" pitchFamily="18" typeface="汉仪文黑-55简"/>
                  <a:cs typeface="+mn-ea"/>
                  <a:sym charset="-122" panose="00020600040101010101" pitchFamily="18" typeface="汉仪中黑S"/>
                </a:rPr>
                <a:t>与冒泡排序区别</a:t>
              </a:r>
            </a:p>
          </p:txBody>
        </p:sp>
      </p:grpSp>
      <p:sp>
        <p:nvSpPr>
          <p:cNvPr id="62" name="稻壳儿：耗崽 15"/>
          <p:cNvSpPr>
            <a:spLocks noChangeArrowheads="1"/>
          </p:cNvSpPr>
          <p:nvPr/>
        </p:nvSpPr>
        <p:spPr bwMode="auto">
          <a:xfrm>
            <a:off x="5338418" y="2141865"/>
            <a:ext cx="1515163" cy="1513822"/>
          </a:xfrm>
          <a:prstGeom prst="ellipse">
            <a:avLst/>
          </a:prstGeom>
          <a:solidFill>
            <a:srgbClr val="0F4061"/>
          </a:solidFill>
          <a:ln>
            <a:noFill/>
          </a:ln>
          <a:effectLst/>
        </p:spPr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altLang="en-US" b="1" dirty="0" kern="0" lang="zh-CN" sz="2400">
                <a:solidFill>
                  <a:srgbClr val="FFFFFF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typeface="+mn-ea"/>
                <a:sym charset="-122" panose="00020600040101010101" pitchFamily="18" typeface="汉仪中黑S"/>
              </a:rPr>
              <a:t>本节内容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：耗崽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AE1">
              <a:alpha val="3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7" name="稻壳儿：耗崽 2"/>
          <p:cNvSpPr/>
          <p:nvPr/>
        </p:nvSpPr>
        <p:spPr>
          <a:xfrm>
            <a:off x="8071370" y="4736034"/>
            <a:ext cx="4118500" cy="2127233"/>
          </a:xfrm>
          <a:custGeom>
            <a:avLst/>
            <a:gdLst>
              <a:gd fmla="*/ 1609916 w 1609915" name="connsiteX0"/>
              <a:gd fmla="*/ 0 h 831532" name="connsiteY0"/>
              <a:gd fmla="*/ 888778 w 1609915" name="connsiteX1"/>
              <a:gd fmla="*/ 393002 h 831532" name="connsiteY1"/>
              <a:gd fmla="*/ 0 w 1609915" name="connsiteX2"/>
              <a:gd fmla="*/ 831533 h 831532" name="connsiteY2"/>
              <a:gd fmla="*/ 1609916 w 1609915" name="connsiteX3"/>
              <a:gd fmla="*/ 831533 h 831532" name="connsiteY3"/>
              <a:gd fmla="*/ 1609916 w 1609915" name="connsiteX4"/>
              <a:gd fmla="*/ 0 h 831532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831532" w="1609915">
                <a:moveTo>
                  <a:pt x="1609916" y="0"/>
                </a:moveTo>
                <a:cubicBezTo>
                  <a:pt x="1609916" y="0"/>
                  <a:pt x="1188149" y="11430"/>
                  <a:pt x="888778" y="393002"/>
                </a:cubicBezTo>
                <a:cubicBezTo>
                  <a:pt x="577025" y="790385"/>
                  <a:pt x="294227" y="339471"/>
                  <a:pt x="0" y="831533"/>
                </a:cubicBezTo>
                <a:lnTo>
                  <a:pt x="1609916" y="831533"/>
                </a:lnTo>
                <a:lnTo>
                  <a:pt x="1609916" y="0"/>
                </a:lnTo>
                <a:close/>
              </a:path>
            </a:pathLst>
          </a:custGeom>
          <a:solidFill>
            <a:srgbClr val="E3BC9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dirty="0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8" name="稻壳儿：耗崽 3"/>
          <p:cNvSpPr/>
          <p:nvPr/>
        </p:nvSpPr>
        <p:spPr>
          <a:xfrm>
            <a:off x="8192230" y="6083525"/>
            <a:ext cx="1909148" cy="854792"/>
          </a:xfrm>
          <a:custGeom>
            <a:avLst/>
            <a:gdLst>
              <a:gd fmla="*/ 746284 w 746283" name="connsiteX0"/>
              <a:gd fmla="*/ 0 h 334137" name="connsiteY0"/>
              <a:gd fmla="*/ 727520 w 746283" name="connsiteX1"/>
              <a:gd fmla="*/ 19812 h 334137" name="connsiteY1"/>
              <a:gd fmla="*/ 722376 w 746283" name="connsiteX2"/>
              <a:gd fmla="*/ 24289 h 334137" name="connsiteY2"/>
              <a:gd fmla="*/ 716947 w 746283" name="connsiteX3"/>
              <a:gd fmla="*/ 28480 h 334137" name="connsiteY3"/>
              <a:gd fmla="*/ 711518 w 746283" name="connsiteX4"/>
              <a:gd fmla="*/ 32671 h 334137" name="connsiteY4"/>
              <a:gd fmla="*/ 705898 w 746283" name="connsiteX5"/>
              <a:gd fmla="*/ 36576 h 334137" name="connsiteY5"/>
              <a:gd fmla="*/ 682657 w 746283" name="connsiteX6"/>
              <a:gd fmla="*/ 51054 h 334137" name="connsiteY6"/>
              <a:gd fmla="*/ 670465 w 746283" name="connsiteX7"/>
              <a:gd fmla="*/ 57245 h 334137" name="connsiteY7"/>
              <a:gd fmla="*/ 664369 w 746283" name="connsiteX8"/>
              <a:gd fmla="*/ 60293 h 334137" name="connsiteY8"/>
              <a:gd fmla="*/ 658082 w 746283" name="connsiteX9"/>
              <a:gd fmla="*/ 62960 h 334137" name="connsiteY9"/>
              <a:gd fmla="*/ 552260 w 746283" name="connsiteX10"/>
              <a:gd fmla="*/ 91154 h 334137" name="connsiteY10"/>
              <a:gd fmla="*/ 538639 w 746283" name="connsiteX11"/>
              <a:gd fmla="*/ 92773 h 334137" name="connsiteY11"/>
              <a:gd fmla="*/ 531781 w 746283" name="connsiteX12"/>
              <a:gd fmla="*/ 93631 h 334137" name="connsiteY12"/>
              <a:gd fmla="*/ 524923 w 746283" name="connsiteX13"/>
              <a:gd fmla="*/ 94107 h 334137" name="connsiteY13"/>
              <a:gd fmla="*/ 497491 w 746283" name="connsiteX14"/>
              <a:gd fmla="*/ 95536 h 334137" name="connsiteY14"/>
              <a:gd fmla="*/ 470059 w 746283" name="connsiteX15"/>
              <a:gd fmla="*/ 95345 h 334137" name="connsiteY15"/>
              <a:gd fmla="*/ 456343 w 746283" name="connsiteX16"/>
              <a:gd fmla="*/ 95155 h 334137" name="connsiteY16"/>
              <a:gd fmla="*/ 442722 w 746283" name="connsiteX17"/>
              <a:gd fmla="*/ 94678 h 334137" name="connsiteY17"/>
              <a:gd fmla="*/ 388239 w 746283" name="connsiteX18"/>
              <a:gd fmla="*/ 94202 h 334137" name="connsiteY18"/>
              <a:gd fmla="*/ 333947 w 746283" name="connsiteX19"/>
              <a:gd fmla="*/ 96965 h 334137" name="connsiteY19"/>
              <a:gd fmla="*/ 280035 w 746283" name="connsiteX20"/>
              <a:gd fmla="*/ 103822 h 334137" name="connsiteY20"/>
              <a:gd fmla="*/ 227267 w 746283" name="connsiteX21"/>
              <a:gd fmla="*/ 116396 h 334137" name="connsiteY21"/>
              <a:gd fmla="*/ 130016 w 746283" name="connsiteX22"/>
              <a:gd fmla="*/ 163163 h 334137" name="connsiteY22"/>
              <a:gd fmla="*/ 88487 w 746283" name="connsiteX23"/>
              <a:gd fmla="*/ 197929 h 334137" name="connsiteY23"/>
              <a:gd fmla="*/ 53245 w 746283" name="connsiteX24"/>
              <a:gd fmla="*/ 239268 h 334137" name="connsiteY24"/>
              <a:gd fmla="*/ 0 w 746283" name="connsiteX25"/>
              <a:gd fmla="*/ 334137 h 334137" name="connsiteY25"/>
              <a:gd fmla="*/ 50673 w 746283" name="connsiteX26"/>
              <a:gd fmla="*/ 237363 h 334137" name="connsiteY26"/>
              <a:gd fmla="*/ 85535 w 746283" name="connsiteX27"/>
              <a:gd fmla="*/ 194977 h 334137" name="connsiteY27"/>
              <a:gd fmla="*/ 127063 w 746283" name="connsiteX28"/>
              <a:gd fmla="*/ 158972 h 334137" name="connsiteY28"/>
              <a:gd fmla="*/ 225457 w 746283" name="connsiteX29"/>
              <a:gd fmla="*/ 110585 h 334137" name="connsiteY29"/>
              <a:gd fmla="*/ 278892 w 746283" name="connsiteX30"/>
              <a:gd fmla="*/ 97536 h 334137" name="connsiteY30"/>
              <a:gd fmla="*/ 333375 w 746283" name="connsiteX31"/>
              <a:gd fmla="*/ 90297 h 334137" name="connsiteY31"/>
              <a:gd fmla="*/ 388144 w 746283" name="connsiteX32"/>
              <a:gd fmla="*/ 87821 h 334137" name="connsiteY32"/>
              <a:gd fmla="*/ 442913 w 746283" name="connsiteX33"/>
              <a:gd fmla="*/ 88582 h 334137" name="connsiteY33"/>
              <a:gd fmla="*/ 456629 w 746283" name="connsiteX34"/>
              <a:gd fmla="*/ 89154 h 334137" name="connsiteY34"/>
              <a:gd fmla="*/ 470249 w 746283" name="connsiteX35"/>
              <a:gd fmla="*/ 89440 h 334137" name="connsiteY35"/>
              <a:gd fmla="*/ 497396 w 746283" name="connsiteX36"/>
              <a:gd fmla="*/ 89821 h 334137" name="connsiteY36"/>
              <a:gd fmla="*/ 524542 w 746283" name="connsiteX37"/>
              <a:gd fmla="*/ 88678 h 334137" name="connsiteY37"/>
              <a:gd fmla="*/ 531305 w 746283" name="connsiteX38"/>
              <a:gd fmla="*/ 88392 h 334137" name="connsiteY38"/>
              <a:gd fmla="*/ 538067 w 746283" name="connsiteX39"/>
              <a:gd fmla="*/ 87725 h 334137" name="connsiteY39"/>
              <a:gd fmla="*/ 551593 w 746283" name="connsiteX40"/>
              <a:gd fmla="*/ 86296 h 334137" name="connsiteY40"/>
              <a:gd fmla="*/ 656749 w 746283" name="connsiteX41"/>
              <a:gd fmla="*/ 60198 h 334137" name="connsiteY41"/>
              <a:gd fmla="*/ 663035 w 746283" name="connsiteX42"/>
              <a:gd fmla="*/ 57721 h 334137" name="connsiteY42"/>
              <a:gd fmla="*/ 669227 w 746283" name="connsiteX43"/>
              <a:gd fmla="*/ 54864 h 334137" name="connsiteY43"/>
              <a:gd fmla="*/ 681514 w 746283" name="connsiteX44"/>
              <a:gd fmla="*/ 49054 h 334137" name="connsiteY44"/>
              <a:gd fmla="*/ 704945 w 746283" name="connsiteX45"/>
              <a:gd fmla="*/ 35338 h 334137" name="connsiteY45"/>
              <a:gd fmla="*/ 710660 w 746283" name="connsiteX46"/>
              <a:gd fmla="*/ 31623 h 334137" name="connsiteY46"/>
              <a:gd fmla="*/ 716185 w 746283" name="connsiteX47"/>
              <a:gd fmla="*/ 27622 h 334137" name="connsiteY47"/>
              <a:gd fmla="*/ 721614 w 746283" name="connsiteX48"/>
              <a:gd fmla="*/ 23527 h 334137" name="connsiteY48"/>
              <a:gd fmla="*/ 726853 w 746283" name="connsiteX49"/>
              <a:gd fmla="*/ 19145 h 334137" name="connsiteY49"/>
              <a:gd fmla="*/ 746284 w 746283" name="connsiteX50"/>
              <a:gd fmla="*/ 0 h 334137" name="connsiteY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b="b" l="l" r="r" t="t"/>
            <a:pathLst>
              <a:path h="334137" w="746283">
                <a:moveTo>
                  <a:pt x="746284" y="0"/>
                </a:moveTo>
                <a:cubicBezTo>
                  <a:pt x="740759" y="7239"/>
                  <a:pt x="734378" y="13811"/>
                  <a:pt x="727520" y="19812"/>
                </a:cubicBezTo>
                <a:cubicBezTo>
                  <a:pt x="725805" y="21336"/>
                  <a:pt x="724091" y="22860"/>
                  <a:pt x="722376" y="24289"/>
                </a:cubicBezTo>
                <a:lnTo>
                  <a:pt x="716947" y="28480"/>
                </a:lnTo>
                <a:cubicBezTo>
                  <a:pt x="715137" y="29908"/>
                  <a:pt x="713327" y="31337"/>
                  <a:pt x="711518" y="32671"/>
                </a:cubicBezTo>
                <a:lnTo>
                  <a:pt x="705898" y="36576"/>
                </a:lnTo>
                <a:cubicBezTo>
                  <a:pt x="698468" y="42005"/>
                  <a:pt x="690467" y="46387"/>
                  <a:pt x="682657" y="51054"/>
                </a:cubicBezTo>
                <a:lnTo>
                  <a:pt x="670465" y="57245"/>
                </a:lnTo>
                <a:lnTo>
                  <a:pt x="664369" y="60293"/>
                </a:lnTo>
                <a:lnTo>
                  <a:pt x="658082" y="62960"/>
                </a:lnTo>
                <a:cubicBezTo>
                  <a:pt x="624459" y="77438"/>
                  <a:pt x="588550" y="86296"/>
                  <a:pt x="552260" y="91154"/>
                </a:cubicBezTo>
                <a:lnTo>
                  <a:pt x="538639" y="92773"/>
                </a:lnTo>
                <a:lnTo>
                  <a:pt x="531781" y="93631"/>
                </a:lnTo>
                <a:cubicBezTo>
                  <a:pt x="529495" y="93917"/>
                  <a:pt x="527209" y="93917"/>
                  <a:pt x="524923" y="94107"/>
                </a:cubicBezTo>
                <a:lnTo>
                  <a:pt x="497491" y="95536"/>
                </a:lnTo>
                <a:cubicBezTo>
                  <a:pt x="488347" y="95726"/>
                  <a:pt x="479203" y="95345"/>
                  <a:pt x="470059" y="95345"/>
                </a:cubicBezTo>
                <a:lnTo>
                  <a:pt x="456343" y="95155"/>
                </a:lnTo>
                <a:lnTo>
                  <a:pt x="442722" y="94678"/>
                </a:lnTo>
                <a:cubicBezTo>
                  <a:pt x="424529" y="94012"/>
                  <a:pt x="406432" y="93821"/>
                  <a:pt x="388239" y="94202"/>
                </a:cubicBezTo>
                <a:cubicBezTo>
                  <a:pt x="370046" y="94488"/>
                  <a:pt x="351949" y="95440"/>
                  <a:pt x="333947" y="96965"/>
                </a:cubicBezTo>
                <a:cubicBezTo>
                  <a:pt x="315849" y="98393"/>
                  <a:pt x="297847" y="100679"/>
                  <a:pt x="280035" y="103822"/>
                </a:cubicBezTo>
                <a:cubicBezTo>
                  <a:pt x="262223" y="106966"/>
                  <a:pt x="244507" y="110966"/>
                  <a:pt x="227267" y="116396"/>
                </a:cubicBezTo>
                <a:cubicBezTo>
                  <a:pt x="192691" y="126968"/>
                  <a:pt x="159544" y="142399"/>
                  <a:pt x="130016" y="163163"/>
                </a:cubicBezTo>
                <a:cubicBezTo>
                  <a:pt x="115252" y="173546"/>
                  <a:pt x="101346" y="185166"/>
                  <a:pt x="88487" y="197929"/>
                </a:cubicBezTo>
                <a:cubicBezTo>
                  <a:pt x="75628" y="210693"/>
                  <a:pt x="64008" y="224695"/>
                  <a:pt x="53245" y="239268"/>
                </a:cubicBezTo>
                <a:cubicBezTo>
                  <a:pt x="31528" y="268415"/>
                  <a:pt x="14573" y="300800"/>
                  <a:pt x="0" y="334137"/>
                </a:cubicBezTo>
                <a:cubicBezTo>
                  <a:pt x="13240" y="300228"/>
                  <a:pt x="29718" y="267367"/>
                  <a:pt x="50673" y="237363"/>
                </a:cubicBezTo>
                <a:cubicBezTo>
                  <a:pt x="61246" y="222409"/>
                  <a:pt x="72771" y="208217"/>
                  <a:pt x="85535" y="194977"/>
                </a:cubicBezTo>
                <a:cubicBezTo>
                  <a:pt x="98393" y="181832"/>
                  <a:pt x="112300" y="169831"/>
                  <a:pt x="127063" y="158972"/>
                </a:cubicBezTo>
                <a:cubicBezTo>
                  <a:pt x="156686" y="137065"/>
                  <a:pt x="190595" y="121539"/>
                  <a:pt x="225457" y="110585"/>
                </a:cubicBezTo>
                <a:cubicBezTo>
                  <a:pt x="242983" y="105061"/>
                  <a:pt x="260890" y="100870"/>
                  <a:pt x="278892" y="97536"/>
                </a:cubicBezTo>
                <a:cubicBezTo>
                  <a:pt x="296894" y="94202"/>
                  <a:pt x="315087" y="91821"/>
                  <a:pt x="333375" y="90297"/>
                </a:cubicBezTo>
                <a:cubicBezTo>
                  <a:pt x="351663" y="88773"/>
                  <a:pt x="369856" y="87916"/>
                  <a:pt x="388144" y="87821"/>
                </a:cubicBezTo>
                <a:cubicBezTo>
                  <a:pt x="406432" y="87535"/>
                  <a:pt x="424720" y="87916"/>
                  <a:pt x="442913" y="88582"/>
                </a:cubicBezTo>
                <a:lnTo>
                  <a:pt x="456629" y="89154"/>
                </a:lnTo>
                <a:lnTo>
                  <a:pt x="470249" y="89440"/>
                </a:lnTo>
                <a:cubicBezTo>
                  <a:pt x="479298" y="89535"/>
                  <a:pt x="488347" y="89916"/>
                  <a:pt x="497396" y="89821"/>
                </a:cubicBezTo>
                <a:lnTo>
                  <a:pt x="524542" y="88678"/>
                </a:lnTo>
                <a:cubicBezTo>
                  <a:pt x="526828" y="88582"/>
                  <a:pt x="529114" y="88582"/>
                  <a:pt x="531305" y="88392"/>
                </a:cubicBezTo>
                <a:lnTo>
                  <a:pt x="538067" y="87725"/>
                </a:lnTo>
                <a:lnTo>
                  <a:pt x="551593" y="86296"/>
                </a:lnTo>
                <a:cubicBezTo>
                  <a:pt x="587597" y="82105"/>
                  <a:pt x="623221" y="73914"/>
                  <a:pt x="656749" y="60198"/>
                </a:cubicBezTo>
                <a:lnTo>
                  <a:pt x="663035" y="57721"/>
                </a:lnTo>
                <a:lnTo>
                  <a:pt x="669227" y="54864"/>
                </a:lnTo>
                <a:lnTo>
                  <a:pt x="681514" y="49054"/>
                </a:lnTo>
                <a:cubicBezTo>
                  <a:pt x="689420" y="44577"/>
                  <a:pt x="697516" y="40481"/>
                  <a:pt x="704945" y="35338"/>
                </a:cubicBezTo>
                <a:lnTo>
                  <a:pt x="710660" y="31623"/>
                </a:lnTo>
                <a:cubicBezTo>
                  <a:pt x="712565" y="30290"/>
                  <a:pt x="714280" y="28956"/>
                  <a:pt x="716185" y="27622"/>
                </a:cubicBezTo>
                <a:lnTo>
                  <a:pt x="721614" y="23527"/>
                </a:lnTo>
                <a:cubicBezTo>
                  <a:pt x="723424" y="22098"/>
                  <a:pt x="725138" y="20669"/>
                  <a:pt x="726853" y="19145"/>
                </a:cubicBezTo>
                <a:cubicBezTo>
                  <a:pt x="733806" y="13335"/>
                  <a:pt x="740474" y="7048"/>
                  <a:pt x="746284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9" name="稻壳儿：耗崽 4"/>
          <p:cNvSpPr/>
          <p:nvPr/>
        </p:nvSpPr>
        <p:spPr>
          <a:xfrm>
            <a:off x="8067960" y="4723849"/>
            <a:ext cx="4122155" cy="2133324"/>
          </a:xfrm>
          <a:custGeom>
            <a:avLst/>
            <a:gdLst>
              <a:gd fmla="*/ 1611249 w 1611344" name="connsiteX0"/>
              <a:gd fmla="*/ 0 h 833913" name="connsiteY0"/>
              <a:gd fmla="*/ 1611344 w 1611344" name="connsiteX1"/>
              <a:gd fmla="*/ 3334 h 833913" name="connsiteY1"/>
              <a:gd fmla="*/ 1363409 w 1611344" name="connsiteX2"/>
              <a:gd fmla="*/ 56674 h 833913" name="connsiteY2"/>
              <a:gd fmla="*/ 891445 w 1611344" name="connsiteX3"/>
              <a:gd fmla="*/ 395669 h 833913" name="connsiteY3"/>
              <a:gd fmla="*/ 462344 w 1611344" name="connsiteX4"/>
              <a:gd fmla="*/ 580358 h 833913" name="connsiteY4"/>
              <a:gd fmla="*/ 2857 w 1611344" name="connsiteX5"/>
              <a:gd fmla="*/ 833914 h 833913" name="connsiteY5"/>
              <a:gd fmla="*/ 0 w 1611344" name="connsiteX6"/>
              <a:gd fmla="*/ 832199 h 833913" name="connsiteY6"/>
              <a:gd fmla="*/ 231458 w 1611344" name="connsiteX7"/>
              <a:gd fmla="*/ 606362 h 833913" name="connsiteY7"/>
              <a:gd fmla="*/ 462439 w 1611344" name="connsiteX8"/>
              <a:gd fmla="*/ 577025 h 833913" name="connsiteY8"/>
              <a:gd fmla="*/ 888873 w 1611344" name="connsiteX9"/>
              <a:gd fmla="*/ 393573 h 833913" name="connsiteY9"/>
              <a:gd fmla="*/ 1362456 w 1611344" name="connsiteX10"/>
              <a:gd fmla="*/ 53435 h 833913" name="connsiteY10"/>
              <a:gd fmla="*/ 1611249 w 1611344" name="connsiteX11"/>
              <a:gd fmla="*/ 0 h 8339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833913" w="1611344">
                <a:moveTo>
                  <a:pt x="1611249" y="0"/>
                </a:moveTo>
                <a:lnTo>
                  <a:pt x="1611344" y="3334"/>
                </a:lnTo>
                <a:cubicBezTo>
                  <a:pt x="1610297" y="3334"/>
                  <a:pt x="1504474" y="6763"/>
                  <a:pt x="1363409" y="56674"/>
                </a:cubicBezTo>
                <a:cubicBezTo>
                  <a:pt x="1233297" y="102775"/>
                  <a:pt x="1045845" y="198977"/>
                  <a:pt x="891445" y="395669"/>
                </a:cubicBezTo>
                <a:cubicBezTo>
                  <a:pt x="743236" y="584549"/>
                  <a:pt x="600456" y="582454"/>
                  <a:pt x="462344" y="580358"/>
                </a:cubicBezTo>
                <a:cubicBezTo>
                  <a:pt x="305467" y="578072"/>
                  <a:pt x="157163" y="575786"/>
                  <a:pt x="2857" y="833914"/>
                </a:cubicBezTo>
                <a:lnTo>
                  <a:pt x="0" y="832199"/>
                </a:lnTo>
                <a:cubicBezTo>
                  <a:pt x="69723" y="715613"/>
                  <a:pt x="145447" y="641795"/>
                  <a:pt x="231458" y="606362"/>
                </a:cubicBezTo>
                <a:cubicBezTo>
                  <a:pt x="308324" y="574739"/>
                  <a:pt x="386715" y="575882"/>
                  <a:pt x="462439" y="577025"/>
                </a:cubicBezTo>
                <a:cubicBezTo>
                  <a:pt x="599789" y="579120"/>
                  <a:pt x="741712" y="581216"/>
                  <a:pt x="888873" y="393573"/>
                </a:cubicBezTo>
                <a:cubicBezTo>
                  <a:pt x="1043750" y="196120"/>
                  <a:pt x="1231868" y="99631"/>
                  <a:pt x="1362456" y="53435"/>
                </a:cubicBezTo>
                <a:cubicBezTo>
                  <a:pt x="1503902" y="3429"/>
                  <a:pt x="1610201" y="0"/>
                  <a:pt x="1611249" y="0"/>
                </a:cubicBezTo>
                <a:close/>
              </a:path>
            </a:pathLst>
          </a:custGeom>
          <a:solidFill>
            <a:srgbClr val="BCBCBC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0" name="稻壳儿：耗崽 5"/>
          <p:cNvSpPr/>
          <p:nvPr/>
        </p:nvSpPr>
        <p:spPr>
          <a:xfrm>
            <a:off x="9594972" y="3681039"/>
            <a:ext cx="2597028" cy="3176961"/>
          </a:xfrm>
          <a:custGeom>
            <a:avLst/>
            <a:gdLst>
              <a:gd fmla="*/ 1015079 w 1015174" name="connsiteX0"/>
              <a:gd fmla="*/ 0 h 1241869" name="connsiteY0"/>
              <a:gd fmla="*/ 415195 w 1015174" name="connsiteX1"/>
              <a:gd fmla="*/ 529495 h 1241869" name="connsiteY1"/>
              <a:gd fmla="*/ 0 w 1015174" name="connsiteX2"/>
              <a:gd fmla="*/ 1241870 h 1241869" name="connsiteY2"/>
              <a:gd fmla="*/ 1015175 w 1015174" name="connsiteX3"/>
              <a:gd fmla="*/ 1241870 h 1241869" name="connsiteY3"/>
              <a:gd fmla="*/ 1015175 w 1015174" name="connsiteX4"/>
              <a:gd fmla="*/ 0 h 1241869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1241869" w="1015174">
                <a:moveTo>
                  <a:pt x="1015079" y="0"/>
                </a:moveTo>
                <a:cubicBezTo>
                  <a:pt x="1015079" y="0"/>
                  <a:pt x="975646" y="218694"/>
                  <a:pt x="415195" y="529495"/>
                </a:cubicBezTo>
                <a:cubicBezTo>
                  <a:pt x="69818" y="721043"/>
                  <a:pt x="203359" y="1189292"/>
                  <a:pt x="0" y="1241870"/>
                </a:cubicBezTo>
                <a:lnTo>
                  <a:pt x="1015175" y="1241870"/>
                </a:lnTo>
                <a:lnTo>
                  <a:pt x="1015175" y="0"/>
                </a:lnTo>
                <a:close/>
              </a:path>
            </a:pathLst>
          </a:custGeom>
          <a:solidFill>
            <a:srgbClr val="4E7C9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1" name="稻壳儿：耗崽 6"/>
          <p:cNvSpPr/>
          <p:nvPr/>
        </p:nvSpPr>
        <p:spPr>
          <a:xfrm>
            <a:off x="9938853" y="4174131"/>
            <a:ext cx="2386497" cy="2698880"/>
          </a:xfrm>
          <a:custGeom>
            <a:avLst/>
            <a:gdLst>
              <a:gd fmla="*/ 932879 w 932878" name="connsiteX0"/>
              <a:gd fmla="*/ 0 h 1054988" name="connsiteY0"/>
              <a:gd fmla="*/ 904589 w 932878" name="connsiteX1"/>
              <a:gd fmla="*/ 87249 h 1054988" name="connsiteY1"/>
              <a:gd fmla="*/ 868871 w 932878" name="connsiteX2"/>
              <a:gd fmla="*/ 171926 h 1054988" name="connsiteY2"/>
              <a:gd fmla="*/ 777812 w 932878" name="connsiteX3"/>
              <a:gd fmla="*/ 331756 h 1054988" name="connsiteY3"/>
              <a:gd fmla="*/ 660178 w 932878" name="connsiteX4"/>
              <a:gd fmla="*/ 473488 h 1054988" name="connsiteY4"/>
              <a:gd fmla="*/ 515398 w 932878" name="connsiteX5"/>
              <a:gd fmla="*/ 587788 h 1054988" name="connsiteY5"/>
              <a:gd fmla="*/ 495491 w 932878" name="connsiteX6"/>
              <a:gd fmla="*/ 599504 h 1054988" name="connsiteY6"/>
              <a:gd fmla="*/ 475298 w 932878" name="connsiteX7"/>
              <a:gd fmla="*/ 610838 h 1054988" name="connsiteY7"/>
              <a:gd fmla="*/ 434531 w 932878" name="connsiteX8"/>
              <a:gd fmla="*/ 632079 h 1054988" name="connsiteY8"/>
              <a:gd fmla="*/ 352425 w 932878" name="connsiteX9"/>
              <a:gd fmla="*/ 673227 h 1054988" name="connsiteY9"/>
              <a:gd fmla="*/ 190405 w 932878" name="connsiteX10"/>
              <a:gd fmla="*/ 757809 h 1054988" name="connsiteY10"/>
              <a:gd fmla="*/ 152972 w 932878" name="connsiteX11"/>
              <a:gd fmla="*/ 783431 h 1054988" name="connsiteY11"/>
              <a:gd fmla="*/ 135350 w 932878" name="connsiteX12"/>
              <a:gd fmla="*/ 797719 h 1054988" name="connsiteY12"/>
              <a:gd fmla="*/ 126778 w 932878" name="connsiteX13"/>
              <a:gd fmla="*/ 805148 h 1054988" name="connsiteY13"/>
              <a:gd fmla="*/ 118586 w 932878" name="connsiteX14"/>
              <a:gd fmla="*/ 812864 h 1054988" name="connsiteY14"/>
              <a:gd fmla="*/ 63056 w 932878" name="connsiteX15"/>
              <a:gd fmla="*/ 884111 h 1054988" name="connsiteY15"/>
              <a:gd fmla="*/ 25527 w 932878" name="connsiteX16"/>
              <a:gd fmla="*/ 967073 h 1054988" name="connsiteY16"/>
              <a:gd fmla="*/ 18288 w 932878" name="connsiteX17"/>
              <a:gd fmla="*/ 988790 h 1054988" name="connsiteY17"/>
              <a:gd fmla="*/ 11716 w 932878" name="connsiteX18"/>
              <a:gd fmla="*/ 1010698 h 1054988" name="connsiteY18"/>
              <a:gd fmla="*/ 5620 w 932878" name="connsiteX19"/>
              <a:gd fmla="*/ 1032796 h 1054988" name="connsiteY19"/>
              <a:gd fmla="*/ 0 w 932878" name="connsiteX20"/>
              <a:gd fmla="*/ 1054989 h 1054988" name="connsiteY20"/>
              <a:gd fmla="*/ 4667 w 932878" name="connsiteX21"/>
              <a:gd fmla="*/ 1032510 h 1054988" name="connsiteY21"/>
              <a:gd fmla="*/ 9811 w 932878" name="connsiteX22"/>
              <a:gd fmla="*/ 1010126 h 1054988" name="connsiteY22"/>
              <a:gd fmla="*/ 15621 w 932878" name="connsiteX23"/>
              <a:gd fmla="*/ 987933 h 1054988" name="connsiteY23"/>
              <a:gd fmla="*/ 22193 w 932878" name="connsiteX24"/>
              <a:gd fmla="*/ 965930 h 1054988" name="connsiteY24"/>
              <a:gd fmla="*/ 57436 w 932878" name="connsiteX25"/>
              <a:gd fmla="*/ 880872 h 1054988" name="connsiteY25"/>
              <a:gd fmla="*/ 112490 w 932878" name="connsiteX26"/>
              <a:gd fmla="*/ 806672 h 1054988" name="connsiteY26"/>
              <a:gd fmla="*/ 184880 w 932878" name="connsiteX27"/>
              <a:gd fmla="*/ 749046 h 1054988" name="connsiteY27"/>
              <a:gd fmla="*/ 264890 w 932878" name="connsiteX28"/>
              <a:gd fmla="*/ 703326 h 1054988" name="connsiteY28"/>
              <a:gd fmla="*/ 346805 w 932878" name="connsiteX29"/>
              <a:gd fmla="*/ 661892 h 1054988" name="connsiteY29"/>
              <a:gd fmla="*/ 428530 w 932878" name="connsiteX30"/>
              <a:gd fmla="*/ 620554 h 1054988" name="connsiteY30"/>
              <a:gd fmla="*/ 469011 w 932878" name="connsiteX31"/>
              <a:gd fmla="*/ 599218 h 1054988" name="connsiteY31"/>
              <a:gd fmla="*/ 488823 w 932878" name="connsiteX32"/>
              <a:gd fmla="*/ 587978 h 1054988" name="connsiteY32"/>
              <a:gd fmla="*/ 508349 w 932878" name="connsiteX33"/>
              <a:gd fmla="*/ 576453 h 1054988" name="connsiteY33"/>
              <a:gd fmla="*/ 651320 w 932878" name="connsiteX34"/>
              <a:gd fmla="*/ 464534 h 1054988" name="connsiteY34"/>
              <a:gd fmla="*/ 713423 w 932878" name="connsiteX35"/>
              <a:gd fmla="*/ 397955 h 1054988" name="connsiteY35"/>
              <a:gd fmla="*/ 727996 w 932878" name="connsiteX36"/>
              <a:gd fmla="*/ 380429 h 1054988" name="connsiteY36"/>
              <a:gd fmla="*/ 742093 w 932878" name="connsiteX37"/>
              <a:gd fmla="*/ 362522 h 1054988" name="connsiteY37"/>
              <a:gd fmla="*/ 749141 w 932878" name="connsiteX38"/>
              <a:gd fmla="*/ 353568 h 1054988" name="connsiteY38"/>
              <a:gd fmla="*/ 755904 w 932878" name="connsiteX39"/>
              <a:gd fmla="*/ 344424 h 1054988" name="connsiteY39"/>
              <a:gd fmla="*/ 769334 w 932878" name="connsiteX40"/>
              <a:gd fmla="*/ 325946 h 1054988" name="connsiteY40"/>
              <a:gd fmla="*/ 862965 w 932878" name="connsiteX41"/>
              <a:gd fmla="*/ 169259 h 1054988" name="connsiteY41"/>
              <a:gd fmla="*/ 932879 w 932878" name="connsiteX42"/>
              <a:gd fmla="*/ 0 h 1054988" name="connsiteY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b="b" l="l" r="r" t="t"/>
            <a:pathLst>
              <a:path h="1054988" w="932878">
                <a:moveTo>
                  <a:pt x="932879" y="0"/>
                </a:moveTo>
                <a:cubicBezTo>
                  <a:pt x="925163" y="29623"/>
                  <a:pt x="915353" y="58674"/>
                  <a:pt x="904589" y="87249"/>
                </a:cubicBezTo>
                <a:cubicBezTo>
                  <a:pt x="893731" y="115919"/>
                  <a:pt x="881825" y="144113"/>
                  <a:pt x="868871" y="171926"/>
                </a:cubicBezTo>
                <a:cubicBezTo>
                  <a:pt x="842867" y="227457"/>
                  <a:pt x="812483" y="280988"/>
                  <a:pt x="777812" y="331756"/>
                </a:cubicBezTo>
                <a:cubicBezTo>
                  <a:pt x="743045" y="382429"/>
                  <a:pt x="703993" y="430244"/>
                  <a:pt x="660178" y="473488"/>
                </a:cubicBezTo>
                <a:cubicBezTo>
                  <a:pt x="616649" y="517017"/>
                  <a:pt x="567785" y="555212"/>
                  <a:pt x="515398" y="587788"/>
                </a:cubicBezTo>
                <a:cubicBezTo>
                  <a:pt x="509016" y="592074"/>
                  <a:pt x="502158" y="595598"/>
                  <a:pt x="495491" y="599504"/>
                </a:cubicBezTo>
                <a:cubicBezTo>
                  <a:pt x="488728" y="603314"/>
                  <a:pt x="482060" y="607124"/>
                  <a:pt x="475298" y="610838"/>
                </a:cubicBezTo>
                <a:cubicBezTo>
                  <a:pt x="461772" y="617982"/>
                  <a:pt x="448246" y="625126"/>
                  <a:pt x="434531" y="632079"/>
                </a:cubicBezTo>
                <a:cubicBezTo>
                  <a:pt x="407289" y="646081"/>
                  <a:pt x="379952" y="659797"/>
                  <a:pt x="352425" y="673227"/>
                </a:cubicBezTo>
                <a:cubicBezTo>
                  <a:pt x="297561" y="700183"/>
                  <a:pt x="242126" y="725996"/>
                  <a:pt x="190405" y="757809"/>
                </a:cubicBezTo>
                <a:cubicBezTo>
                  <a:pt x="177451" y="765715"/>
                  <a:pt x="165068" y="774383"/>
                  <a:pt x="152972" y="783431"/>
                </a:cubicBezTo>
                <a:cubicBezTo>
                  <a:pt x="147066" y="788099"/>
                  <a:pt x="140970" y="792671"/>
                  <a:pt x="135350" y="797719"/>
                </a:cubicBezTo>
                <a:cubicBezTo>
                  <a:pt x="132493" y="800195"/>
                  <a:pt x="129540" y="802576"/>
                  <a:pt x="126778" y="805148"/>
                </a:cubicBezTo>
                <a:lnTo>
                  <a:pt x="118586" y="812864"/>
                </a:lnTo>
                <a:cubicBezTo>
                  <a:pt x="96774" y="833819"/>
                  <a:pt x="78391" y="858107"/>
                  <a:pt x="63056" y="884111"/>
                </a:cubicBezTo>
                <a:cubicBezTo>
                  <a:pt x="47720" y="910304"/>
                  <a:pt x="35624" y="938308"/>
                  <a:pt x="25527" y="967073"/>
                </a:cubicBezTo>
                <a:cubicBezTo>
                  <a:pt x="23051" y="974312"/>
                  <a:pt x="20479" y="981456"/>
                  <a:pt x="18288" y="988790"/>
                </a:cubicBezTo>
                <a:cubicBezTo>
                  <a:pt x="16097" y="996125"/>
                  <a:pt x="13716" y="1003364"/>
                  <a:pt x="11716" y="1010698"/>
                </a:cubicBezTo>
                <a:cubicBezTo>
                  <a:pt x="9716" y="1018032"/>
                  <a:pt x="7429" y="1025366"/>
                  <a:pt x="5620" y="1032796"/>
                </a:cubicBezTo>
                <a:lnTo>
                  <a:pt x="0" y="1054989"/>
                </a:lnTo>
                <a:lnTo>
                  <a:pt x="4667" y="1032510"/>
                </a:lnTo>
                <a:cubicBezTo>
                  <a:pt x="6191" y="1024985"/>
                  <a:pt x="8096" y="1017651"/>
                  <a:pt x="9811" y="1010126"/>
                </a:cubicBezTo>
                <a:cubicBezTo>
                  <a:pt x="11525" y="1002697"/>
                  <a:pt x="13621" y="995363"/>
                  <a:pt x="15621" y="987933"/>
                </a:cubicBezTo>
                <a:cubicBezTo>
                  <a:pt x="17526" y="980504"/>
                  <a:pt x="19907" y="973265"/>
                  <a:pt x="22193" y="965930"/>
                </a:cubicBezTo>
                <a:cubicBezTo>
                  <a:pt x="31433" y="936689"/>
                  <a:pt x="42767" y="908018"/>
                  <a:pt x="57436" y="880872"/>
                </a:cubicBezTo>
                <a:cubicBezTo>
                  <a:pt x="72390" y="853916"/>
                  <a:pt x="90678" y="828580"/>
                  <a:pt x="112490" y="806672"/>
                </a:cubicBezTo>
                <a:cubicBezTo>
                  <a:pt x="134303" y="784574"/>
                  <a:pt x="158972" y="765715"/>
                  <a:pt x="184880" y="749046"/>
                </a:cubicBezTo>
                <a:cubicBezTo>
                  <a:pt x="210788" y="732282"/>
                  <a:pt x="237744" y="717423"/>
                  <a:pt x="264890" y="703326"/>
                </a:cubicBezTo>
                <a:cubicBezTo>
                  <a:pt x="292132" y="689229"/>
                  <a:pt x="319469" y="675608"/>
                  <a:pt x="346805" y="661892"/>
                </a:cubicBezTo>
                <a:cubicBezTo>
                  <a:pt x="374142" y="648272"/>
                  <a:pt x="401479" y="634556"/>
                  <a:pt x="428530" y="620554"/>
                </a:cubicBezTo>
                <a:cubicBezTo>
                  <a:pt x="442055" y="613601"/>
                  <a:pt x="455581" y="606362"/>
                  <a:pt x="469011" y="599218"/>
                </a:cubicBezTo>
                <a:cubicBezTo>
                  <a:pt x="475679" y="595598"/>
                  <a:pt x="482155" y="591788"/>
                  <a:pt x="488823" y="587978"/>
                </a:cubicBezTo>
                <a:cubicBezTo>
                  <a:pt x="495395" y="584168"/>
                  <a:pt x="502063" y="580644"/>
                  <a:pt x="508349" y="576453"/>
                </a:cubicBezTo>
                <a:cubicBezTo>
                  <a:pt x="559975" y="544640"/>
                  <a:pt x="608076" y="507111"/>
                  <a:pt x="651320" y="464534"/>
                </a:cubicBezTo>
                <a:cubicBezTo>
                  <a:pt x="673322" y="443579"/>
                  <a:pt x="693706" y="421005"/>
                  <a:pt x="713423" y="397955"/>
                </a:cubicBezTo>
                <a:lnTo>
                  <a:pt x="727996" y="380429"/>
                </a:lnTo>
                <a:cubicBezTo>
                  <a:pt x="732854" y="374523"/>
                  <a:pt x="737330" y="368427"/>
                  <a:pt x="742093" y="362522"/>
                </a:cubicBezTo>
                <a:lnTo>
                  <a:pt x="749141" y="353568"/>
                </a:lnTo>
                <a:lnTo>
                  <a:pt x="755904" y="344424"/>
                </a:lnTo>
                <a:cubicBezTo>
                  <a:pt x="760381" y="338233"/>
                  <a:pt x="764953" y="332232"/>
                  <a:pt x="769334" y="325946"/>
                </a:cubicBezTo>
                <a:cubicBezTo>
                  <a:pt x="804291" y="276130"/>
                  <a:pt x="835724" y="223742"/>
                  <a:pt x="862965" y="169259"/>
                </a:cubicBezTo>
                <a:cubicBezTo>
                  <a:pt x="890492" y="114681"/>
                  <a:pt x="914305" y="58293"/>
                  <a:pt x="932879" y="0"/>
                </a:cubicBezTo>
                <a:close/>
              </a:path>
            </a:pathLst>
          </a:custGeom>
          <a:solidFill>
            <a:schemeClr val="bg1">
              <a:alpha val="35000"/>
            </a:schemeClr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2" name="稻壳儿：耗崽 7"/>
          <p:cNvSpPr/>
          <p:nvPr/>
        </p:nvSpPr>
        <p:spPr>
          <a:xfrm>
            <a:off x="9591867" y="3690936"/>
            <a:ext cx="2602144" cy="3182078"/>
          </a:xfrm>
          <a:custGeom>
            <a:avLst/>
            <a:gdLst>
              <a:gd fmla="*/ 1013936 w 1017174" name="connsiteX0"/>
              <a:gd fmla="*/ 0 h 1243869" name="connsiteY0"/>
              <a:gd fmla="*/ 1017175 w 1017174" name="connsiteX1"/>
              <a:gd fmla="*/ 572 h 1243869" name="connsiteY1"/>
              <a:gd fmla="*/ 927068 w 1017174" name="connsiteX2"/>
              <a:gd fmla="*/ 149543 h 1243869" name="connsiteY2"/>
              <a:gd fmla="*/ 416433 w 1017174" name="connsiteX3"/>
              <a:gd fmla="*/ 531305 h 1243869" name="connsiteY3"/>
              <a:gd fmla="*/ 144971 w 1017174" name="connsiteX4"/>
              <a:gd fmla="*/ 987933 h 1243869" name="connsiteY4"/>
              <a:gd fmla="*/ 857 w 1017174" name="connsiteX5"/>
              <a:gd fmla="*/ 1243870 h 1243869" name="connsiteY5"/>
              <a:gd fmla="*/ 0 w 1017174" name="connsiteX6"/>
              <a:gd fmla="*/ 1240631 h 1243869" name="connsiteY6"/>
              <a:gd fmla="*/ 141732 w 1017174" name="connsiteX7"/>
              <a:gd fmla="*/ 987171 h 1243869" name="connsiteY7"/>
              <a:gd fmla="*/ 414814 w 1017174" name="connsiteX8"/>
              <a:gd fmla="*/ 528447 h 1243869" name="connsiteY8"/>
              <a:gd fmla="*/ 924211 w 1017174" name="connsiteX9"/>
              <a:gd fmla="*/ 147828 h 1243869" name="connsiteY9"/>
              <a:gd fmla="*/ 1013936 w 1017174" name="connsiteX10"/>
              <a:gd fmla="*/ 0 h 1243869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1243869" w="1017174">
                <a:moveTo>
                  <a:pt x="1013936" y="0"/>
                </a:moveTo>
                <a:lnTo>
                  <a:pt x="1017175" y="572"/>
                </a:lnTo>
                <a:cubicBezTo>
                  <a:pt x="1017080" y="1143"/>
                  <a:pt x="1006316" y="56769"/>
                  <a:pt x="927068" y="149543"/>
                </a:cubicBezTo>
                <a:cubicBezTo>
                  <a:pt x="854107" y="234982"/>
                  <a:pt x="706184" y="370523"/>
                  <a:pt x="416433" y="531305"/>
                </a:cubicBezTo>
                <a:cubicBezTo>
                  <a:pt x="224790" y="637604"/>
                  <a:pt x="180499" y="831818"/>
                  <a:pt x="144971" y="987933"/>
                </a:cubicBezTo>
                <a:cubicBezTo>
                  <a:pt x="116586" y="1112615"/>
                  <a:pt x="92012" y="1220343"/>
                  <a:pt x="857" y="1243870"/>
                </a:cubicBezTo>
                <a:lnTo>
                  <a:pt x="0" y="1240631"/>
                </a:lnTo>
                <a:cubicBezTo>
                  <a:pt x="89154" y="1217581"/>
                  <a:pt x="113538" y="1110806"/>
                  <a:pt x="141732" y="987171"/>
                </a:cubicBezTo>
                <a:cubicBezTo>
                  <a:pt x="177451" y="830485"/>
                  <a:pt x="221933" y="635413"/>
                  <a:pt x="414814" y="528447"/>
                </a:cubicBezTo>
                <a:cubicBezTo>
                  <a:pt x="703802" y="368141"/>
                  <a:pt x="851345" y="232981"/>
                  <a:pt x="924211" y="147828"/>
                </a:cubicBezTo>
                <a:cubicBezTo>
                  <a:pt x="1003078" y="55531"/>
                  <a:pt x="1013841" y="572"/>
                  <a:pt x="1013936" y="0"/>
                </a:cubicBezTo>
                <a:close/>
              </a:path>
            </a:pathLst>
          </a:custGeom>
          <a:solidFill>
            <a:srgbClr val="ADADA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3" name="稻壳儿：耗崽 8"/>
          <p:cNvSpPr/>
          <p:nvPr/>
        </p:nvSpPr>
        <p:spPr>
          <a:xfrm>
            <a:off x="9975585" y="4936749"/>
            <a:ext cx="2216415" cy="1921251"/>
          </a:xfrm>
          <a:custGeom>
            <a:avLst/>
            <a:gdLst>
              <a:gd fmla="*/ 866394 w 866393" name="connsiteX0"/>
              <a:gd fmla="*/ 350 h 751014" name="connsiteY0"/>
              <a:gd fmla="*/ 460724 w 866393" name="connsiteX1"/>
              <a:gd fmla="*/ 303530 h 751014" name="connsiteY1"/>
              <a:gd fmla="*/ 0 w 866393" name="connsiteX2"/>
              <a:gd fmla="*/ 751015 h 751014" name="connsiteY2"/>
              <a:gd fmla="*/ 866394 w 866393" name="connsiteX3"/>
              <a:gd fmla="*/ 751015 h 751014" name="connsiteY3"/>
              <a:gd fmla="*/ 866394 w 866393" name="connsiteX4"/>
              <a:gd fmla="*/ 350 h 751014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751014" w="866393">
                <a:moveTo>
                  <a:pt x="866394" y="350"/>
                </a:moveTo>
                <a:cubicBezTo>
                  <a:pt x="866394" y="350"/>
                  <a:pt x="483584" y="-22606"/>
                  <a:pt x="460724" y="303530"/>
                </a:cubicBezTo>
                <a:cubicBezTo>
                  <a:pt x="441674" y="574707"/>
                  <a:pt x="158401" y="486220"/>
                  <a:pt x="0" y="751015"/>
                </a:cubicBezTo>
                <a:lnTo>
                  <a:pt x="866394" y="751015"/>
                </a:lnTo>
                <a:lnTo>
                  <a:pt x="866394" y="350"/>
                </a:lnTo>
                <a:close/>
              </a:path>
            </a:pathLst>
          </a:custGeom>
          <a:solidFill>
            <a:srgbClr val="0F4061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14" name="稻壳儿：耗崽 9"/>
          <p:cNvSpPr/>
          <p:nvPr/>
        </p:nvSpPr>
        <p:spPr>
          <a:xfrm>
            <a:off x="9971749" y="4944369"/>
            <a:ext cx="2220070" cy="1927667"/>
          </a:xfrm>
          <a:custGeom>
            <a:avLst/>
            <a:gdLst>
              <a:gd fmla="*/ 852392 w 867822" name="connsiteX0"/>
              <a:gd fmla="*/ 0 h 753522" name="connsiteY0"/>
              <a:gd fmla="*/ 867823 w 867822" name="connsiteX1"/>
              <a:gd fmla="*/ 286 h 753522" name="connsiteY1"/>
              <a:gd fmla="*/ 867632 w 867822" name="connsiteX2"/>
              <a:gd fmla="*/ 3620 h 753522" name="connsiteY2"/>
              <a:gd fmla="*/ 673989 w 867822" name="connsiteX3"/>
              <a:gd fmla="*/ 32861 h 753522" name="connsiteY3"/>
              <a:gd fmla="*/ 463772 w 867822" name="connsiteX4"/>
              <a:gd fmla="*/ 305276 h 753522" name="connsiteY4"/>
              <a:gd fmla="*/ 261842 w 867822" name="connsiteX5"/>
              <a:gd fmla="*/ 543687 h 753522" name="connsiteY5"/>
              <a:gd fmla="*/ 2857 w 867822" name="connsiteX6"/>
              <a:gd fmla="*/ 753523 h 753522" name="connsiteY6"/>
              <a:gd fmla="*/ 0 w 867822" name="connsiteX7"/>
              <a:gd fmla="*/ 751808 h 753522" name="connsiteY7"/>
              <a:gd fmla="*/ 260413 w 867822" name="connsiteX8"/>
              <a:gd fmla="*/ 540734 h 753522" name="connsiteY8"/>
              <a:gd fmla="*/ 460438 w 867822" name="connsiteX9"/>
              <a:gd fmla="*/ 305086 h 753522" name="connsiteY9"/>
              <a:gd fmla="*/ 533876 w 867822" name="connsiteX10"/>
              <a:gd fmla="*/ 119158 h 753522" name="connsiteY10"/>
              <a:gd fmla="*/ 672941 w 867822" name="connsiteX11"/>
              <a:gd fmla="*/ 29813 h 753522" name="connsiteY11"/>
              <a:gd fmla="*/ 852392 w 867822" name="connsiteX12"/>
              <a:gd fmla="*/ 0 h 753522" name="connsiteY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b="b" l="l" r="r" t="t"/>
            <a:pathLst>
              <a:path h="753522" w="867822">
                <a:moveTo>
                  <a:pt x="852392" y="0"/>
                </a:moveTo>
                <a:cubicBezTo>
                  <a:pt x="862013" y="0"/>
                  <a:pt x="867632" y="286"/>
                  <a:pt x="867823" y="286"/>
                </a:cubicBezTo>
                <a:lnTo>
                  <a:pt x="867632" y="3620"/>
                </a:lnTo>
                <a:cubicBezTo>
                  <a:pt x="866680" y="3524"/>
                  <a:pt x="771049" y="-1715"/>
                  <a:pt x="673989" y="32861"/>
                </a:cubicBezTo>
                <a:cubicBezTo>
                  <a:pt x="584549" y="64675"/>
                  <a:pt x="475488" y="137732"/>
                  <a:pt x="463772" y="305276"/>
                </a:cubicBezTo>
                <a:cubicBezTo>
                  <a:pt x="453390" y="452819"/>
                  <a:pt x="364617" y="494919"/>
                  <a:pt x="261842" y="543687"/>
                </a:cubicBezTo>
                <a:cubicBezTo>
                  <a:pt x="174403" y="585216"/>
                  <a:pt x="75343" y="632270"/>
                  <a:pt x="2857" y="753523"/>
                </a:cubicBezTo>
                <a:lnTo>
                  <a:pt x="0" y="751808"/>
                </a:lnTo>
                <a:cubicBezTo>
                  <a:pt x="73057" y="629698"/>
                  <a:pt x="172593" y="582454"/>
                  <a:pt x="260413" y="540734"/>
                </a:cubicBezTo>
                <a:cubicBezTo>
                  <a:pt x="362236" y="492347"/>
                  <a:pt x="450247" y="450628"/>
                  <a:pt x="460438" y="305086"/>
                </a:cubicBezTo>
                <a:cubicBezTo>
                  <a:pt x="465677" y="230315"/>
                  <a:pt x="490442" y="167735"/>
                  <a:pt x="533876" y="119158"/>
                </a:cubicBezTo>
                <a:cubicBezTo>
                  <a:pt x="568643" y="80296"/>
                  <a:pt x="615410" y="50197"/>
                  <a:pt x="672941" y="29813"/>
                </a:cubicBezTo>
                <a:cubicBezTo>
                  <a:pt x="747522" y="3239"/>
                  <a:pt x="821246" y="0"/>
                  <a:pt x="852392" y="0"/>
                </a:cubicBezTo>
                <a:close/>
              </a:path>
            </a:pathLst>
          </a:custGeom>
          <a:solidFill>
            <a:srgbClr val="606060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1" name="稻壳儿：耗崽 10"/>
          <p:cNvSpPr/>
          <p:nvPr/>
        </p:nvSpPr>
        <p:spPr>
          <a:xfrm>
            <a:off x="-3775" y="-8988"/>
            <a:ext cx="4650343" cy="2401921"/>
          </a:xfrm>
          <a:custGeom>
            <a:avLst/>
            <a:gdLst>
              <a:gd fmla="*/ 0 w 1613058" name="connsiteX0"/>
              <a:gd fmla="*/ 833152 h 833151" name="connsiteY0"/>
              <a:gd fmla="*/ 722567 w 1613058" name="connsiteX1"/>
              <a:gd fmla="*/ 439388 h 833151" name="connsiteY1"/>
              <a:gd fmla="*/ 1613059 w 1613058" name="connsiteX2"/>
              <a:gd fmla="*/ 0 h 833151" name="connsiteY2"/>
              <a:gd fmla="*/ 0 w 1613058" name="connsiteX3"/>
              <a:gd fmla="*/ 0 h 833151" name="connsiteY3"/>
              <a:gd fmla="*/ 0 w 1613058" name="connsiteX4"/>
              <a:gd fmla="*/ 833152 h 833151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833151" w="1613058">
                <a:moveTo>
                  <a:pt x="0" y="833152"/>
                </a:moveTo>
                <a:cubicBezTo>
                  <a:pt x="0" y="833152"/>
                  <a:pt x="422624" y="821722"/>
                  <a:pt x="722567" y="439388"/>
                </a:cubicBezTo>
                <a:cubicBezTo>
                  <a:pt x="1034891" y="41148"/>
                  <a:pt x="1318260" y="493014"/>
                  <a:pt x="1613059" y="0"/>
                </a:cubicBezTo>
                <a:lnTo>
                  <a:pt x="0" y="0"/>
                </a:lnTo>
                <a:lnTo>
                  <a:pt x="0" y="833152"/>
                </a:lnTo>
                <a:close/>
              </a:path>
            </a:pathLst>
          </a:custGeom>
          <a:solidFill>
            <a:srgbClr val="E3BC9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2" name="稻壳儿：耗崽 11"/>
          <p:cNvSpPr/>
          <p:nvPr/>
        </p:nvSpPr>
        <p:spPr>
          <a:xfrm>
            <a:off x="2325378" y="-82855"/>
            <a:ext cx="2156704" cy="965216"/>
          </a:xfrm>
          <a:custGeom>
            <a:avLst/>
            <a:gdLst>
              <a:gd fmla="*/ 0 w 748093" name="connsiteX0"/>
              <a:gd fmla="*/ 334804 h 334803" name="connsiteY0"/>
              <a:gd fmla="*/ 18859 w 748093" name="connsiteX1"/>
              <a:gd fmla="*/ 314897 h 334803" name="connsiteY1"/>
              <a:gd fmla="*/ 24003 w 748093" name="connsiteX2"/>
              <a:gd fmla="*/ 310420 h 334803" name="connsiteY2"/>
              <a:gd fmla="*/ 29432 w 748093" name="connsiteX3"/>
              <a:gd fmla="*/ 306229 h 334803" name="connsiteY3"/>
              <a:gd fmla="*/ 34861 w 748093" name="connsiteX4"/>
              <a:gd fmla="*/ 302038 h 334803" name="connsiteY4"/>
              <a:gd fmla="*/ 40481 w 748093" name="connsiteX5"/>
              <a:gd fmla="*/ 298133 h 334803" name="connsiteY5"/>
              <a:gd fmla="*/ 63817 w 748093" name="connsiteX6"/>
              <a:gd fmla="*/ 283559 h 334803" name="connsiteY6"/>
              <a:gd fmla="*/ 76105 w 748093" name="connsiteX7"/>
              <a:gd fmla="*/ 277368 h 334803" name="connsiteY7"/>
              <a:gd fmla="*/ 82296 w 748093" name="connsiteX8"/>
              <a:gd fmla="*/ 274320 h 334803" name="connsiteY8"/>
              <a:gd fmla="*/ 88582 w 748093" name="connsiteX9"/>
              <a:gd fmla="*/ 271653 h 334803" name="connsiteY9"/>
              <a:gd fmla="*/ 194596 w 748093" name="connsiteX10"/>
              <a:gd fmla="*/ 243459 h 334803" name="connsiteY10"/>
              <a:gd fmla="*/ 208217 w 748093" name="connsiteX11"/>
              <a:gd fmla="*/ 241840 h 334803" name="connsiteY11"/>
              <a:gd fmla="*/ 215075 w 748093" name="connsiteX12"/>
              <a:gd fmla="*/ 240983 h 334803" name="connsiteY12"/>
              <a:gd fmla="*/ 221932 w 748093" name="connsiteX13"/>
              <a:gd fmla="*/ 240506 h 334803" name="connsiteY13"/>
              <a:gd fmla="*/ 249460 w 748093" name="connsiteX14"/>
              <a:gd fmla="*/ 239078 h 334803" name="connsiteY14"/>
              <a:gd fmla="*/ 276987 w 748093" name="connsiteX15"/>
              <a:gd fmla="*/ 239268 h 334803" name="connsiteY15"/>
              <a:gd fmla="*/ 290703 w 748093" name="connsiteX16"/>
              <a:gd fmla="*/ 239459 h 334803" name="connsiteY16"/>
              <a:gd fmla="*/ 304324 w 748093" name="connsiteX17"/>
              <a:gd fmla="*/ 239935 h 334803" name="connsiteY17"/>
              <a:gd fmla="*/ 358902 w 748093" name="connsiteX18"/>
              <a:gd fmla="*/ 240411 h 334803" name="connsiteY18"/>
              <a:gd fmla="*/ 413385 w 748093" name="connsiteX19"/>
              <a:gd fmla="*/ 237649 h 334803" name="connsiteY19"/>
              <a:gd fmla="*/ 467392 w 748093" name="connsiteX20"/>
              <a:gd fmla="*/ 230791 h 334803" name="connsiteY20"/>
              <a:gd fmla="*/ 520256 w 748093" name="connsiteX21"/>
              <a:gd fmla="*/ 218218 h 334803" name="connsiteY21"/>
              <a:gd fmla="*/ 617696 w 748093" name="connsiteX22"/>
              <a:gd fmla="*/ 171355 h 334803" name="connsiteY22"/>
              <a:gd fmla="*/ 659320 w 748093" name="connsiteX23"/>
              <a:gd fmla="*/ 136493 h 334803" name="connsiteY23"/>
              <a:gd fmla="*/ 694658 w 748093" name="connsiteX24"/>
              <a:gd fmla="*/ 95060 h 334803" name="connsiteY24"/>
              <a:gd fmla="*/ 748094 w 748093" name="connsiteX25"/>
              <a:gd fmla="*/ 0 h 334803" name="connsiteY25"/>
              <a:gd fmla="*/ 697325 w 748093" name="connsiteX26"/>
              <a:gd fmla="*/ 97060 h 334803" name="connsiteY26"/>
              <a:gd fmla="*/ 662369 w 748093" name="connsiteX27"/>
              <a:gd fmla="*/ 139541 h 334803" name="connsiteY27"/>
              <a:gd fmla="*/ 620744 w 748093" name="connsiteX28"/>
              <a:gd fmla="*/ 175546 h 334803" name="connsiteY28"/>
              <a:gd fmla="*/ 522065 w 748093" name="connsiteX29"/>
              <a:gd fmla="*/ 224028 h 334803" name="connsiteY29"/>
              <a:gd fmla="*/ 468535 w 748093" name="connsiteX30"/>
              <a:gd fmla="*/ 237077 h 334803" name="connsiteY30"/>
              <a:gd fmla="*/ 413957 w 748093" name="connsiteX31"/>
              <a:gd fmla="*/ 244316 h 334803" name="connsiteY31"/>
              <a:gd fmla="*/ 358997 w 748093" name="connsiteX32"/>
              <a:gd fmla="*/ 246793 h 334803" name="connsiteY32"/>
              <a:gd fmla="*/ 304133 w 748093" name="connsiteX33"/>
              <a:gd fmla="*/ 246031 h 334803" name="connsiteY33"/>
              <a:gd fmla="*/ 290417 w 748093" name="connsiteX34"/>
              <a:gd fmla="*/ 245459 h 334803" name="connsiteY34"/>
              <a:gd fmla="*/ 276796 w 748093" name="connsiteX35"/>
              <a:gd fmla="*/ 245174 h 334803" name="connsiteY35"/>
              <a:gd fmla="*/ 249555 w 748093" name="connsiteX36"/>
              <a:gd fmla="*/ 244792 h 334803" name="connsiteY36"/>
              <a:gd fmla="*/ 222313 w 748093" name="connsiteX37"/>
              <a:gd fmla="*/ 245936 h 334803" name="connsiteY37"/>
              <a:gd fmla="*/ 215551 w 748093" name="connsiteX38"/>
              <a:gd fmla="*/ 246221 h 334803" name="connsiteY38"/>
              <a:gd fmla="*/ 208788 w 748093" name="connsiteX39"/>
              <a:gd fmla="*/ 246888 h 334803" name="connsiteY39"/>
              <a:gd fmla="*/ 195263 w 748093" name="connsiteX40"/>
              <a:gd fmla="*/ 248317 h 334803" name="connsiteY40"/>
              <a:gd fmla="*/ 89916 w 748093" name="connsiteX41"/>
              <a:gd fmla="*/ 274415 h 334803" name="connsiteY41"/>
              <a:gd fmla="*/ 83534 w 748093" name="connsiteX42"/>
              <a:gd fmla="*/ 276892 h 334803" name="connsiteY42"/>
              <a:gd fmla="*/ 77343 w 748093" name="connsiteX43"/>
              <a:gd fmla="*/ 279749 h 334803" name="connsiteY43"/>
              <a:gd fmla="*/ 65056 w 748093" name="connsiteX44"/>
              <a:gd fmla="*/ 285560 h 334803" name="connsiteY44"/>
              <a:gd fmla="*/ 41529 w 748093" name="connsiteX45"/>
              <a:gd fmla="*/ 299371 h 334803" name="connsiteY45"/>
              <a:gd fmla="*/ 35814 w 748093" name="connsiteX46"/>
              <a:gd fmla="*/ 303086 h 334803" name="connsiteY46"/>
              <a:gd fmla="*/ 30290 w 748093" name="connsiteX47"/>
              <a:gd fmla="*/ 307086 h 334803" name="connsiteY47"/>
              <a:gd fmla="*/ 24765 w 748093" name="connsiteX48"/>
              <a:gd fmla="*/ 311182 h 334803" name="connsiteY48"/>
              <a:gd fmla="*/ 19526 w 748093" name="connsiteX49"/>
              <a:gd fmla="*/ 315563 h 334803" name="connsiteY49"/>
              <a:gd fmla="*/ 0 w 748093" name="connsiteX50"/>
              <a:gd fmla="*/ 334804 h 334803" name="connsiteY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b="b" l="l" r="r" t="t"/>
            <a:pathLst>
              <a:path h="334803" w="748093">
                <a:moveTo>
                  <a:pt x="0" y="334804"/>
                </a:moveTo>
                <a:cubicBezTo>
                  <a:pt x="5525" y="327565"/>
                  <a:pt x="12002" y="320993"/>
                  <a:pt x="18859" y="314897"/>
                </a:cubicBezTo>
                <a:cubicBezTo>
                  <a:pt x="20574" y="313373"/>
                  <a:pt x="22288" y="311849"/>
                  <a:pt x="24003" y="310420"/>
                </a:cubicBezTo>
                <a:lnTo>
                  <a:pt x="29432" y="306229"/>
                </a:lnTo>
                <a:cubicBezTo>
                  <a:pt x="31242" y="304800"/>
                  <a:pt x="33052" y="303371"/>
                  <a:pt x="34861" y="302038"/>
                </a:cubicBezTo>
                <a:lnTo>
                  <a:pt x="40481" y="298133"/>
                </a:lnTo>
                <a:cubicBezTo>
                  <a:pt x="47911" y="292703"/>
                  <a:pt x="55912" y="288322"/>
                  <a:pt x="63817" y="283559"/>
                </a:cubicBezTo>
                <a:lnTo>
                  <a:pt x="76105" y="277368"/>
                </a:lnTo>
                <a:lnTo>
                  <a:pt x="82296" y="274320"/>
                </a:lnTo>
                <a:lnTo>
                  <a:pt x="88582" y="271653"/>
                </a:lnTo>
                <a:cubicBezTo>
                  <a:pt x="122301" y="257080"/>
                  <a:pt x="158210" y="248222"/>
                  <a:pt x="194596" y="243459"/>
                </a:cubicBezTo>
                <a:lnTo>
                  <a:pt x="208217" y="241840"/>
                </a:lnTo>
                <a:lnTo>
                  <a:pt x="215075" y="240983"/>
                </a:lnTo>
                <a:cubicBezTo>
                  <a:pt x="217361" y="240697"/>
                  <a:pt x="219646" y="240697"/>
                  <a:pt x="221932" y="240506"/>
                </a:cubicBezTo>
                <a:lnTo>
                  <a:pt x="249460" y="239078"/>
                </a:lnTo>
                <a:cubicBezTo>
                  <a:pt x="258604" y="238887"/>
                  <a:pt x="267748" y="239268"/>
                  <a:pt x="276987" y="239268"/>
                </a:cubicBezTo>
                <a:lnTo>
                  <a:pt x="290703" y="239459"/>
                </a:lnTo>
                <a:lnTo>
                  <a:pt x="304324" y="239935"/>
                </a:lnTo>
                <a:cubicBezTo>
                  <a:pt x="322517" y="240602"/>
                  <a:pt x="340709" y="240792"/>
                  <a:pt x="358902" y="240411"/>
                </a:cubicBezTo>
                <a:cubicBezTo>
                  <a:pt x="377095" y="240125"/>
                  <a:pt x="395287" y="239173"/>
                  <a:pt x="413385" y="237649"/>
                </a:cubicBezTo>
                <a:cubicBezTo>
                  <a:pt x="431482" y="236220"/>
                  <a:pt x="449485" y="233934"/>
                  <a:pt x="467392" y="230791"/>
                </a:cubicBezTo>
                <a:cubicBezTo>
                  <a:pt x="485203" y="227552"/>
                  <a:pt x="503015" y="223647"/>
                  <a:pt x="520256" y="218218"/>
                </a:cubicBezTo>
                <a:cubicBezTo>
                  <a:pt x="554831" y="207645"/>
                  <a:pt x="588074" y="192215"/>
                  <a:pt x="617696" y="171355"/>
                </a:cubicBezTo>
                <a:cubicBezTo>
                  <a:pt x="632555" y="160973"/>
                  <a:pt x="646462" y="149257"/>
                  <a:pt x="659320" y="136493"/>
                </a:cubicBezTo>
                <a:cubicBezTo>
                  <a:pt x="672179" y="123730"/>
                  <a:pt x="683800" y="109728"/>
                  <a:pt x="694658" y="95060"/>
                </a:cubicBezTo>
                <a:cubicBezTo>
                  <a:pt x="716375" y="65818"/>
                  <a:pt x="733425" y="33338"/>
                  <a:pt x="748094" y="0"/>
                </a:cubicBezTo>
                <a:cubicBezTo>
                  <a:pt x="734854" y="34004"/>
                  <a:pt x="718376" y="66961"/>
                  <a:pt x="697325" y="97060"/>
                </a:cubicBezTo>
                <a:cubicBezTo>
                  <a:pt x="686753" y="112014"/>
                  <a:pt x="675132" y="126302"/>
                  <a:pt x="662369" y="139541"/>
                </a:cubicBezTo>
                <a:cubicBezTo>
                  <a:pt x="649510" y="152686"/>
                  <a:pt x="635603" y="164783"/>
                  <a:pt x="620744" y="175546"/>
                </a:cubicBezTo>
                <a:cubicBezTo>
                  <a:pt x="591122" y="197453"/>
                  <a:pt x="557117" y="212979"/>
                  <a:pt x="522065" y="224028"/>
                </a:cubicBezTo>
                <a:cubicBezTo>
                  <a:pt x="504539" y="229648"/>
                  <a:pt x="486632" y="233744"/>
                  <a:pt x="468535" y="237077"/>
                </a:cubicBezTo>
                <a:cubicBezTo>
                  <a:pt x="450437" y="240411"/>
                  <a:pt x="432244" y="242792"/>
                  <a:pt x="413957" y="244316"/>
                </a:cubicBezTo>
                <a:cubicBezTo>
                  <a:pt x="395669" y="245840"/>
                  <a:pt x="377381" y="246698"/>
                  <a:pt x="358997" y="246793"/>
                </a:cubicBezTo>
                <a:cubicBezTo>
                  <a:pt x="340709" y="247079"/>
                  <a:pt x="322326" y="246698"/>
                  <a:pt x="304133" y="246031"/>
                </a:cubicBezTo>
                <a:lnTo>
                  <a:pt x="290417" y="245459"/>
                </a:lnTo>
                <a:lnTo>
                  <a:pt x="276796" y="245174"/>
                </a:lnTo>
                <a:cubicBezTo>
                  <a:pt x="267748" y="245078"/>
                  <a:pt x="258604" y="244697"/>
                  <a:pt x="249555" y="244792"/>
                </a:cubicBezTo>
                <a:lnTo>
                  <a:pt x="222313" y="245936"/>
                </a:lnTo>
                <a:cubicBezTo>
                  <a:pt x="220027" y="246031"/>
                  <a:pt x="217742" y="246031"/>
                  <a:pt x="215551" y="246221"/>
                </a:cubicBezTo>
                <a:lnTo>
                  <a:pt x="208788" y="246888"/>
                </a:lnTo>
                <a:lnTo>
                  <a:pt x="195263" y="248317"/>
                </a:lnTo>
                <a:cubicBezTo>
                  <a:pt x="159258" y="252508"/>
                  <a:pt x="123539" y="260699"/>
                  <a:pt x="89916" y="274415"/>
                </a:cubicBezTo>
                <a:lnTo>
                  <a:pt x="83534" y="276892"/>
                </a:lnTo>
                <a:lnTo>
                  <a:pt x="77343" y="279749"/>
                </a:lnTo>
                <a:lnTo>
                  <a:pt x="65056" y="285560"/>
                </a:lnTo>
                <a:cubicBezTo>
                  <a:pt x="57150" y="290036"/>
                  <a:pt x="49054" y="294132"/>
                  <a:pt x="41529" y="299371"/>
                </a:cubicBezTo>
                <a:lnTo>
                  <a:pt x="35814" y="303086"/>
                </a:lnTo>
                <a:cubicBezTo>
                  <a:pt x="33909" y="304419"/>
                  <a:pt x="32194" y="305753"/>
                  <a:pt x="30290" y="307086"/>
                </a:cubicBezTo>
                <a:lnTo>
                  <a:pt x="24765" y="311182"/>
                </a:lnTo>
                <a:cubicBezTo>
                  <a:pt x="22955" y="312611"/>
                  <a:pt x="21241" y="314135"/>
                  <a:pt x="19526" y="315563"/>
                </a:cubicBezTo>
                <a:cubicBezTo>
                  <a:pt x="12382" y="321469"/>
                  <a:pt x="5715" y="327755"/>
                  <a:pt x="0" y="334804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3" name="稻壳儿：耗崽 12"/>
          <p:cNvSpPr/>
          <p:nvPr/>
        </p:nvSpPr>
        <p:spPr>
          <a:xfrm>
            <a:off x="-2129" y="6115"/>
            <a:ext cx="4654463" cy="2409062"/>
          </a:xfrm>
          <a:custGeom>
            <a:avLst/>
            <a:gdLst>
              <a:gd fmla="*/ 95 w 1614487" name="connsiteX0"/>
              <a:gd fmla="*/ 835628 h 835628" name="connsiteY0"/>
              <a:gd fmla="*/ 0 w 1614487" name="connsiteX1"/>
              <a:gd fmla="*/ 832295 h 835628" name="connsiteY1"/>
              <a:gd fmla="*/ 248412 w 1614487" name="connsiteX2"/>
              <a:gd fmla="*/ 778859 h 835628" name="connsiteY2"/>
              <a:gd fmla="*/ 721233 w 1614487" name="connsiteX3"/>
              <a:gd fmla="*/ 439198 h 835628" name="connsiteY3"/>
              <a:gd fmla="*/ 1151192 w 1614487" name="connsiteX4"/>
              <a:gd fmla="*/ 254127 h 835628" name="connsiteY4"/>
              <a:gd fmla="*/ 1611630 w 1614487" name="connsiteX5"/>
              <a:gd fmla="*/ 0 h 835628" name="connsiteY5"/>
              <a:gd fmla="*/ 1614488 w 1614487" name="connsiteX6"/>
              <a:gd fmla="*/ 1715 h 835628" name="connsiteY6"/>
              <a:gd fmla="*/ 1382554 w 1614487" name="connsiteX7"/>
              <a:gd fmla="*/ 228029 h 835628" name="connsiteY7"/>
              <a:gd fmla="*/ 1151096 w 1614487" name="connsiteX8"/>
              <a:gd fmla="*/ 257461 h 835628" name="connsiteY8"/>
              <a:gd fmla="*/ 723805 w 1614487" name="connsiteX9"/>
              <a:gd fmla="*/ 441293 h 835628" name="connsiteY9"/>
              <a:gd fmla="*/ 249460 w 1614487" name="connsiteX10"/>
              <a:gd fmla="*/ 782003 h 835628" name="connsiteY10"/>
              <a:gd fmla="*/ 95 w 1614487" name="connsiteX11"/>
              <a:gd fmla="*/ 835628 h 835628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835628" w="1614487">
                <a:moveTo>
                  <a:pt x="95" y="835628"/>
                </a:moveTo>
                <a:lnTo>
                  <a:pt x="0" y="832295"/>
                </a:lnTo>
                <a:cubicBezTo>
                  <a:pt x="1048" y="832295"/>
                  <a:pt x="107156" y="828865"/>
                  <a:pt x="248412" y="778859"/>
                </a:cubicBezTo>
                <a:cubicBezTo>
                  <a:pt x="378809" y="732663"/>
                  <a:pt x="566642" y="636270"/>
                  <a:pt x="721233" y="439198"/>
                </a:cubicBezTo>
                <a:cubicBezTo>
                  <a:pt x="869728" y="249936"/>
                  <a:pt x="1012793" y="252031"/>
                  <a:pt x="1151192" y="254127"/>
                </a:cubicBezTo>
                <a:cubicBezTo>
                  <a:pt x="1308449" y="256413"/>
                  <a:pt x="1456944" y="258699"/>
                  <a:pt x="1611630" y="0"/>
                </a:cubicBezTo>
                <a:lnTo>
                  <a:pt x="1614488" y="1715"/>
                </a:lnTo>
                <a:cubicBezTo>
                  <a:pt x="1544669" y="118491"/>
                  <a:pt x="1468755" y="192500"/>
                  <a:pt x="1382554" y="228029"/>
                </a:cubicBezTo>
                <a:cubicBezTo>
                  <a:pt x="1305497" y="259747"/>
                  <a:pt x="1227011" y="258604"/>
                  <a:pt x="1151096" y="257461"/>
                </a:cubicBezTo>
                <a:cubicBezTo>
                  <a:pt x="1013460" y="255365"/>
                  <a:pt x="871252" y="253270"/>
                  <a:pt x="723805" y="441293"/>
                </a:cubicBezTo>
                <a:cubicBezTo>
                  <a:pt x="568738" y="639032"/>
                  <a:pt x="380238" y="735711"/>
                  <a:pt x="249460" y="782003"/>
                </a:cubicBezTo>
                <a:cubicBezTo>
                  <a:pt x="107633" y="832199"/>
                  <a:pt x="1143" y="835628"/>
                  <a:pt x="95" y="835628"/>
                </a:cubicBezTo>
                <a:close/>
              </a:path>
            </a:pathLst>
          </a:custGeom>
          <a:solidFill>
            <a:srgbClr val="BCBCBC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dirty="0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4" name="稻壳儿：耗崽 13"/>
          <p:cNvSpPr/>
          <p:nvPr/>
        </p:nvSpPr>
        <p:spPr>
          <a:xfrm>
            <a:off x="-3775" y="-8988"/>
            <a:ext cx="2932448" cy="3587644"/>
          </a:xfrm>
          <a:custGeom>
            <a:avLst/>
            <a:gdLst>
              <a:gd fmla="*/ 0 w 1017174" name="connsiteX0"/>
              <a:gd fmla="*/ 1244441 h 1244441" name="connsiteY0"/>
              <a:gd fmla="*/ 601123 w 1017174" name="connsiteX1"/>
              <a:gd fmla="*/ 713899 h 1244441" name="connsiteY1"/>
              <a:gd fmla="*/ 1017175 w 1017174" name="connsiteX2"/>
              <a:gd fmla="*/ 0 h 1244441" name="connsiteY2"/>
              <a:gd fmla="*/ 0 w 1017174" name="connsiteX3"/>
              <a:gd fmla="*/ 0 h 1244441" name="connsiteY3"/>
              <a:gd fmla="*/ 0 w 1017174" name="connsiteX4"/>
              <a:gd fmla="*/ 1244441 h 1244441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1244441" w="1017174">
                <a:moveTo>
                  <a:pt x="0" y="1244441"/>
                </a:moveTo>
                <a:cubicBezTo>
                  <a:pt x="0" y="1244441"/>
                  <a:pt x="39529" y="1025366"/>
                  <a:pt x="601123" y="713899"/>
                </a:cubicBezTo>
                <a:cubicBezTo>
                  <a:pt x="947261" y="521875"/>
                  <a:pt x="813435" y="52768"/>
                  <a:pt x="1017175" y="0"/>
                </a:cubicBezTo>
                <a:lnTo>
                  <a:pt x="0" y="0"/>
                </a:lnTo>
                <a:lnTo>
                  <a:pt x="0" y="1244441"/>
                </a:lnTo>
                <a:close/>
              </a:path>
            </a:pathLst>
          </a:custGeom>
          <a:solidFill>
            <a:srgbClr val="4E7C9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dirty="0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5" name="稻壳儿：耗崽 14"/>
          <p:cNvSpPr/>
          <p:nvPr/>
        </p:nvSpPr>
        <p:spPr>
          <a:xfrm>
            <a:off x="-150136" y="-47158"/>
            <a:ext cx="2695194" cy="3047506"/>
          </a:xfrm>
          <a:custGeom>
            <a:avLst/>
            <a:gdLst>
              <a:gd fmla="*/ 0 w 934878" name="connsiteX0"/>
              <a:gd fmla="*/ 1057085 h 1057084" name="connsiteY0"/>
              <a:gd fmla="*/ 28385 w 934878" name="connsiteX1"/>
              <a:gd fmla="*/ 969645 h 1057084" name="connsiteY1"/>
              <a:gd fmla="*/ 64198 w 934878" name="connsiteX2"/>
              <a:gd fmla="*/ 884873 h 1057084" name="connsiteY2"/>
              <a:gd fmla="*/ 155448 w 934878" name="connsiteX3"/>
              <a:gd fmla="*/ 724757 h 1057084" name="connsiteY3"/>
              <a:gd fmla="*/ 273368 w 934878" name="connsiteX4"/>
              <a:gd fmla="*/ 582740 h 1057084" name="connsiteY4"/>
              <a:gd fmla="*/ 418433 w 934878" name="connsiteX5"/>
              <a:gd fmla="*/ 468249 h 1057084" name="connsiteY5"/>
              <a:gd fmla="*/ 438436 w 934878" name="connsiteX6"/>
              <a:gd fmla="*/ 456533 h 1057084" name="connsiteY6"/>
              <a:gd fmla="*/ 458629 w 934878" name="connsiteX7"/>
              <a:gd fmla="*/ 445199 h 1057084" name="connsiteY7"/>
              <a:gd fmla="*/ 499396 w 934878" name="connsiteX8"/>
              <a:gd fmla="*/ 423863 h 1057084" name="connsiteY8"/>
              <a:gd fmla="*/ 581692 w 934878" name="connsiteX9"/>
              <a:gd fmla="*/ 382619 h 1057084" name="connsiteY9"/>
              <a:gd fmla="*/ 743998 w 934878" name="connsiteX10"/>
              <a:gd fmla="*/ 297847 h 1057084" name="connsiteY10"/>
              <a:gd fmla="*/ 781526 w 934878" name="connsiteX11"/>
              <a:gd fmla="*/ 272225 h 1057084" name="connsiteY11"/>
              <a:gd fmla="*/ 799148 w 934878" name="connsiteX12"/>
              <a:gd fmla="*/ 257937 h 1057084" name="connsiteY12"/>
              <a:gd fmla="*/ 807720 w 934878" name="connsiteX13"/>
              <a:gd fmla="*/ 250508 h 1057084" name="connsiteY13"/>
              <a:gd fmla="*/ 816007 w 934878" name="connsiteX14"/>
              <a:gd fmla="*/ 242697 h 1057084" name="connsiteY14"/>
              <a:gd fmla="*/ 871728 w 934878" name="connsiteX15"/>
              <a:gd fmla="*/ 171260 h 1057084" name="connsiteY15"/>
              <a:gd fmla="*/ 909352 w 934878" name="connsiteX16"/>
              <a:gd fmla="*/ 88106 h 1057084" name="connsiteY16"/>
              <a:gd fmla="*/ 916591 w 934878" name="connsiteX17"/>
              <a:gd fmla="*/ 66389 h 1057084" name="connsiteY17"/>
              <a:gd fmla="*/ 923163 w 934878" name="connsiteX18"/>
              <a:gd fmla="*/ 44387 h 1057084" name="connsiteY18"/>
              <a:gd fmla="*/ 929259 w 934878" name="connsiteX19"/>
              <a:gd fmla="*/ 22289 h 1057084" name="connsiteY19"/>
              <a:gd fmla="*/ 934879 w 934878" name="connsiteX20"/>
              <a:gd fmla="*/ 0 h 1057084" name="connsiteY20"/>
              <a:gd fmla="*/ 930212 w 934878" name="connsiteX21"/>
              <a:gd fmla="*/ 22479 h 1057084" name="connsiteY21"/>
              <a:gd fmla="*/ 925068 w 934878" name="connsiteX22"/>
              <a:gd fmla="*/ 44863 h 1057084" name="connsiteY22"/>
              <a:gd fmla="*/ 919258 w 934878" name="connsiteX23"/>
              <a:gd fmla="*/ 67151 h 1057084" name="connsiteY23"/>
              <a:gd fmla="*/ 912686 w 934878" name="connsiteX24"/>
              <a:gd fmla="*/ 89249 h 1057084" name="connsiteY24"/>
              <a:gd fmla="*/ 877348 w 934878" name="connsiteX25"/>
              <a:gd fmla="*/ 174498 h 1057084" name="connsiteY25"/>
              <a:gd fmla="*/ 822103 w 934878" name="connsiteX26"/>
              <a:gd fmla="*/ 248888 h 1057084" name="connsiteY26"/>
              <a:gd fmla="*/ 749522 w 934878" name="connsiteX27"/>
              <a:gd fmla="*/ 306610 h 1057084" name="connsiteY27"/>
              <a:gd fmla="*/ 669322 w 934878" name="connsiteX28"/>
              <a:gd fmla="*/ 352425 h 1057084" name="connsiteY28"/>
              <a:gd fmla="*/ 587216 w 934878" name="connsiteX29"/>
              <a:gd fmla="*/ 393859 h 1057084" name="connsiteY29"/>
              <a:gd fmla="*/ 505301 w 934878" name="connsiteX30"/>
              <a:gd fmla="*/ 435293 h 1057084" name="connsiteY30"/>
              <a:gd fmla="*/ 464725 w 934878" name="connsiteX31"/>
              <a:gd fmla="*/ 456629 h 1057084" name="connsiteY31"/>
              <a:gd fmla="*/ 444913 w 934878" name="connsiteX32"/>
              <a:gd fmla="*/ 467868 h 1057084" name="connsiteY32"/>
              <a:gd fmla="*/ 425291 w 934878" name="connsiteX33"/>
              <a:gd fmla="*/ 479393 h 1057084" name="connsiteY33"/>
              <a:gd fmla="*/ 282131 w 934878" name="connsiteX34"/>
              <a:gd fmla="*/ 591693 h 1057084" name="connsiteY34"/>
              <a:gd fmla="*/ 219837 w 934878" name="connsiteX35"/>
              <a:gd fmla="*/ 658368 h 1057084" name="connsiteY35"/>
              <a:gd fmla="*/ 205264 w 934878" name="connsiteX36"/>
              <a:gd fmla="*/ 675989 h 1057084" name="connsiteY36"/>
              <a:gd fmla="*/ 191167 w 934878" name="connsiteX37"/>
              <a:gd fmla="*/ 693992 h 1057084" name="connsiteY37"/>
              <a:gd fmla="*/ 184118 w 934878" name="connsiteX38"/>
              <a:gd fmla="*/ 703040 h 1057084" name="connsiteY38"/>
              <a:gd fmla="*/ 177356 w 934878" name="connsiteX39"/>
              <a:gd fmla="*/ 712279 h 1057084" name="connsiteY39"/>
              <a:gd fmla="*/ 163925 w 934878" name="connsiteX40"/>
              <a:gd fmla="*/ 730758 h 1057084" name="connsiteY40"/>
              <a:gd fmla="*/ 70104 w 934878" name="connsiteX41"/>
              <a:gd fmla="*/ 887825 h 1057084" name="connsiteY41"/>
              <a:gd fmla="*/ 0 w 934878" name="connsiteX42"/>
              <a:gd fmla="*/ 1057085 h 1057084" name="connsiteY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b="b" l="l" r="r" t="t"/>
            <a:pathLst>
              <a:path h="1057084" w="934878">
                <a:moveTo>
                  <a:pt x="0" y="1057085"/>
                </a:moveTo>
                <a:cubicBezTo>
                  <a:pt x="7715" y="1027462"/>
                  <a:pt x="17526" y="998315"/>
                  <a:pt x="28385" y="969645"/>
                </a:cubicBezTo>
                <a:cubicBezTo>
                  <a:pt x="39243" y="940975"/>
                  <a:pt x="51245" y="912686"/>
                  <a:pt x="64198" y="884873"/>
                </a:cubicBezTo>
                <a:cubicBezTo>
                  <a:pt x="90297" y="829247"/>
                  <a:pt x="120777" y="775621"/>
                  <a:pt x="155448" y="724757"/>
                </a:cubicBezTo>
                <a:cubicBezTo>
                  <a:pt x="190214" y="673989"/>
                  <a:pt x="229457" y="626078"/>
                  <a:pt x="273368" y="582740"/>
                </a:cubicBezTo>
                <a:cubicBezTo>
                  <a:pt x="316992" y="539115"/>
                  <a:pt x="365950" y="500825"/>
                  <a:pt x="418433" y="468249"/>
                </a:cubicBezTo>
                <a:cubicBezTo>
                  <a:pt x="424910" y="463963"/>
                  <a:pt x="431768" y="460439"/>
                  <a:pt x="438436" y="456533"/>
                </a:cubicBezTo>
                <a:cubicBezTo>
                  <a:pt x="445199" y="452723"/>
                  <a:pt x="451866" y="448818"/>
                  <a:pt x="458629" y="445199"/>
                </a:cubicBezTo>
                <a:cubicBezTo>
                  <a:pt x="472250" y="438055"/>
                  <a:pt x="485775" y="430816"/>
                  <a:pt x="499396" y="423863"/>
                </a:cubicBezTo>
                <a:cubicBezTo>
                  <a:pt x="526733" y="409861"/>
                  <a:pt x="554165" y="396145"/>
                  <a:pt x="581692" y="382619"/>
                </a:cubicBezTo>
                <a:cubicBezTo>
                  <a:pt x="636651" y="355664"/>
                  <a:pt x="692277" y="329756"/>
                  <a:pt x="743998" y="297847"/>
                </a:cubicBezTo>
                <a:cubicBezTo>
                  <a:pt x="756952" y="289846"/>
                  <a:pt x="769430" y="281273"/>
                  <a:pt x="781526" y="272225"/>
                </a:cubicBezTo>
                <a:cubicBezTo>
                  <a:pt x="787432" y="267557"/>
                  <a:pt x="793528" y="262985"/>
                  <a:pt x="799148" y="257937"/>
                </a:cubicBezTo>
                <a:cubicBezTo>
                  <a:pt x="802005" y="255461"/>
                  <a:pt x="804958" y="253079"/>
                  <a:pt x="807720" y="250508"/>
                </a:cubicBezTo>
                <a:lnTo>
                  <a:pt x="816007" y="242697"/>
                </a:lnTo>
                <a:cubicBezTo>
                  <a:pt x="837819" y="221742"/>
                  <a:pt x="856202" y="197358"/>
                  <a:pt x="871728" y="171260"/>
                </a:cubicBezTo>
                <a:cubicBezTo>
                  <a:pt x="887063" y="145066"/>
                  <a:pt x="899255" y="116967"/>
                  <a:pt x="909352" y="88106"/>
                </a:cubicBezTo>
                <a:cubicBezTo>
                  <a:pt x="911828" y="80867"/>
                  <a:pt x="914400" y="73724"/>
                  <a:pt x="916591" y="66389"/>
                </a:cubicBezTo>
                <a:cubicBezTo>
                  <a:pt x="918782" y="59055"/>
                  <a:pt x="921258" y="51816"/>
                  <a:pt x="923163" y="44387"/>
                </a:cubicBezTo>
                <a:cubicBezTo>
                  <a:pt x="925163" y="37052"/>
                  <a:pt x="927449" y="29718"/>
                  <a:pt x="929259" y="22289"/>
                </a:cubicBezTo>
                <a:lnTo>
                  <a:pt x="934879" y="0"/>
                </a:lnTo>
                <a:lnTo>
                  <a:pt x="930212" y="22479"/>
                </a:lnTo>
                <a:cubicBezTo>
                  <a:pt x="928688" y="30004"/>
                  <a:pt x="926783" y="37433"/>
                  <a:pt x="925068" y="44863"/>
                </a:cubicBezTo>
                <a:cubicBezTo>
                  <a:pt x="923354" y="52388"/>
                  <a:pt x="921163" y="59722"/>
                  <a:pt x="919258" y="67151"/>
                </a:cubicBezTo>
                <a:cubicBezTo>
                  <a:pt x="917353" y="74581"/>
                  <a:pt x="914972" y="81915"/>
                  <a:pt x="912686" y="89249"/>
                </a:cubicBezTo>
                <a:cubicBezTo>
                  <a:pt x="903446" y="118491"/>
                  <a:pt x="892112" y="147257"/>
                  <a:pt x="877348" y="174498"/>
                </a:cubicBezTo>
                <a:cubicBezTo>
                  <a:pt x="862298" y="201454"/>
                  <a:pt x="844010" y="226886"/>
                  <a:pt x="822103" y="248888"/>
                </a:cubicBezTo>
                <a:cubicBezTo>
                  <a:pt x="800290" y="270986"/>
                  <a:pt x="775526" y="289941"/>
                  <a:pt x="749522" y="306610"/>
                </a:cubicBezTo>
                <a:cubicBezTo>
                  <a:pt x="723614" y="323374"/>
                  <a:pt x="696563" y="338233"/>
                  <a:pt x="669322" y="352425"/>
                </a:cubicBezTo>
                <a:cubicBezTo>
                  <a:pt x="642080" y="366617"/>
                  <a:pt x="614553" y="380143"/>
                  <a:pt x="587216" y="393859"/>
                </a:cubicBezTo>
                <a:cubicBezTo>
                  <a:pt x="559784" y="407575"/>
                  <a:pt x="532448" y="421196"/>
                  <a:pt x="505301" y="435293"/>
                </a:cubicBezTo>
                <a:cubicBezTo>
                  <a:pt x="491681" y="442341"/>
                  <a:pt x="478250" y="449485"/>
                  <a:pt x="464725" y="456629"/>
                </a:cubicBezTo>
                <a:cubicBezTo>
                  <a:pt x="458057" y="460248"/>
                  <a:pt x="451485" y="464153"/>
                  <a:pt x="444913" y="467868"/>
                </a:cubicBezTo>
                <a:cubicBezTo>
                  <a:pt x="438341" y="471678"/>
                  <a:pt x="431578" y="475202"/>
                  <a:pt x="425291" y="479393"/>
                </a:cubicBezTo>
                <a:cubicBezTo>
                  <a:pt x="373666" y="511397"/>
                  <a:pt x="325469" y="549021"/>
                  <a:pt x="282131" y="591693"/>
                </a:cubicBezTo>
                <a:cubicBezTo>
                  <a:pt x="260128" y="612648"/>
                  <a:pt x="239649" y="635318"/>
                  <a:pt x="219837" y="658368"/>
                </a:cubicBezTo>
                <a:lnTo>
                  <a:pt x="205264" y="675989"/>
                </a:lnTo>
                <a:cubicBezTo>
                  <a:pt x="200406" y="681895"/>
                  <a:pt x="195929" y="687991"/>
                  <a:pt x="191167" y="693992"/>
                </a:cubicBezTo>
                <a:lnTo>
                  <a:pt x="184118" y="703040"/>
                </a:lnTo>
                <a:lnTo>
                  <a:pt x="177356" y="712279"/>
                </a:lnTo>
                <a:cubicBezTo>
                  <a:pt x="172879" y="718471"/>
                  <a:pt x="168307" y="724472"/>
                  <a:pt x="163925" y="730758"/>
                </a:cubicBezTo>
                <a:cubicBezTo>
                  <a:pt x="128873" y="780669"/>
                  <a:pt x="97346" y="833152"/>
                  <a:pt x="70104" y="887825"/>
                </a:cubicBezTo>
                <a:cubicBezTo>
                  <a:pt x="42482" y="942213"/>
                  <a:pt x="18574" y="998696"/>
                  <a:pt x="0" y="1057085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6" name="稻壳儿：耗崽 15"/>
          <p:cNvSpPr/>
          <p:nvPr/>
        </p:nvSpPr>
        <p:spPr>
          <a:xfrm>
            <a:off x="-6523" y="-11736"/>
            <a:ext cx="2938216" cy="3593136"/>
          </a:xfrm>
          <a:custGeom>
            <a:avLst/>
            <a:gdLst>
              <a:gd fmla="*/ 3239 w 1019175" name="connsiteX0"/>
              <a:gd fmla="*/ 1246346 h 1246346" name="connsiteY0"/>
              <a:gd fmla="*/ 0 w 1019175" name="connsiteX1"/>
              <a:gd fmla="*/ 1245775 h 1246346" name="connsiteY1"/>
              <a:gd fmla="*/ 90297 w 1019175" name="connsiteX2"/>
              <a:gd fmla="*/ 1096518 h 1246346" name="connsiteY2"/>
              <a:gd fmla="*/ 601885 w 1019175" name="connsiteX3"/>
              <a:gd fmla="*/ 713994 h 1246346" name="connsiteY3"/>
              <a:gd fmla="*/ 873919 w 1019175" name="connsiteX4"/>
              <a:gd fmla="*/ 256508 h 1246346" name="connsiteY4"/>
              <a:gd fmla="*/ 1018318 w 1019175" name="connsiteX5"/>
              <a:gd fmla="*/ 0 h 1246346" name="connsiteY5"/>
              <a:gd fmla="*/ 1019175 w 1019175" name="connsiteX6"/>
              <a:gd fmla="*/ 3239 h 1246346" name="connsiteY6"/>
              <a:gd fmla="*/ 877157 w 1019175" name="connsiteX7"/>
              <a:gd fmla="*/ 257270 h 1246346" name="connsiteY7"/>
              <a:gd fmla="*/ 603504 w 1019175" name="connsiteX8"/>
              <a:gd fmla="*/ 716947 h 1246346" name="connsiteY8"/>
              <a:gd fmla="*/ 93155 w 1019175" name="connsiteX9"/>
              <a:gd fmla="*/ 1098328 h 1246346" name="connsiteY9"/>
              <a:gd fmla="*/ 3239 w 1019175" name="connsiteX10"/>
              <a:gd fmla="*/ 1246346 h 1246346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1246346" w="1019175">
                <a:moveTo>
                  <a:pt x="3239" y="1246346"/>
                </a:moveTo>
                <a:lnTo>
                  <a:pt x="0" y="1245775"/>
                </a:lnTo>
                <a:cubicBezTo>
                  <a:pt x="95" y="1245203"/>
                  <a:pt x="10858" y="1189482"/>
                  <a:pt x="90297" y="1096518"/>
                </a:cubicBezTo>
                <a:cubicBezTo>
                  <a:pt x="163449" y="1010888"/>
                  <a:pt x="311563" y="875062"/>
                  <a:pt x="601885" y="713994"/>
                </a:cubicBezTo>
                <a:cubicBezTo>
                  <a:pt x="793909" y="607505"/>
                  <a:pt x="838295" y="412909"/>
                  <a:pt x="873919" y="256508"/>
                </a:cubicBezTo>
                <a:cubicBezTo>
                  <a:pt x="902399" y="131540"/>
                  <a:pt x="926973" y="23622"/>
                  <a:pt x="1018318" y="0"/>
                </a:cubicBezTo>
                <a:lnTo>
                  <a:pt x="1019175" y="3239"/>
                </a:lnTo>
                <a:cubicBezTo>
                  <a:pt x="929831" y="26384"/>
                  <a:pt x="905447" y="133350"/>
                  <a:pt x="877157" y="257270"/>
                </a:cubicBezTo>
                <a:cubicBezTo>
                  <a:pt x="841343" y="414338"/>
                  <a:pt x="796766" y="609695"/>
                  <a:pt x="603504" y="716947"/>
                </a:cubicBezTo>
                <a:cubicBezTo>
                  <a:pt x="313944" y="877538"/>
                  <a:pt x="166116" y="1012984"/>
                  <a:pt x="93155" y="1098328"/>
                </a:cubicBezTo>
                <a:cubicBezTo>
                  <a:pt x="14097" y="1190720"/>
                  <a:pt x="3334" y="1245775"/>
                  <a:pt x="3239" y="1246346"/>
                </a:cubicBezTo>
                <a:close/>
              </a:path>
            </a:pathLst>
          </a:custGeom>
          <a:solidFill>
            <a:srgbClr val="ADADAD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7" name="稻壳儿：耗崽 16"/>
          <p:cNvSpPr/>
          <p:nvPr/>
        </p:nvSpPr>
        <p:spPr>
          <a:xfrm>
            <a:off x="-3775" y="-8988"/>
            <a:ext cx="2502700" cy="2169516"/>
          </a:xfrm>
          <a:custGeom>
            <a:avLst/>
            <a:gdLst>
              <a:gd fmla="*/ 0 w 868108" name="connsiteX0"/>
              <a:gd fmla="*/ 752189 h 752537" name="connsiteY0"/>
              <a:gd fmla="*/ 406527 w 868108" name="connsiteX1"/>
              <a:gd fmla="*/ 448437 h 752537" name="connsiteY1"/>
              <a:gd fmla="*/ 868109 w 868108" name="connsiteX2"/>
              <a:gd fmla="*/ 0 h 752537" name="connsiteY2"/>
              <a:gd fmla="*/ 0 w 868108" name="connsiteX3"/>
              <a:gd fmla="*/ 0 h 752537" name="connsiteY3"/>
              <a:gd fmla="*/ 0 w 868108" name="connsiteX4"/>
              <a:gd fmla="*/ 752189 h 752537" name="connsiteY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b="b" l="l" r="r" t="t"/>
            <a:pathLst>
              <a:path h="752537" w="868108">
                <a:moveTo>
                  <a:pt x="0" y="752189"/>
                </a:moveTo>
                <a:cubicBezTo>
                  <a:pt x="0" y="752189"/>
                  <a:pt x="383572" y="775145"/>
                  <a:pt x="406527" y="448437"/>
                </a:cubicBezTo>
                <a:cubicBezTo>
                  <a:pt x="425672" y="176784"/>
                  <a:pt x="709517" y="265367"/>
                  <a:pt x="868109" y="0"/>
                </a:cubicBezTo>
                <a:lnTo>
                  <a:pt x="0" y="0"/>
                </a:lnTo>
                <a:lnTo>
                  <a:pt x="0" y="752189"/>
                </a:lnTo>
                <a:close/>
              </a:path>
            </a:pathLst>
          </a:custGeom>
          <a:solidFill>
            <a:srgbClr val="0F4061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8" name="稻壳儿：耗崽 17"/>
          <p:cNvSpPr/>
          <p:nvPr/>
        </p:nvSpPr>
        <p:spPr>
          <a:xfrm>
            <a:off x="-4049" y="-10361"/>
            <a:ext cx="2507367" cy="2176475"/>
          </a:xfrm>
          <a:custGeom>
            <a:avLst/>
            <a:gdLst>
              <a:gd fmla="*/ 15430 w 869727" name="connsiteX0"/>
              <a:gd fmla="*/ 754952 h 754951" name="connsiteY0"/>
              <a:gd fmla="*/ 0 w 869727" name="connsiteX1"/>
              <a:gd fmla="*/ 754666 h 754951" name="connsiteY1"/>
              <a:gd fmla="*/ 190 w 869727" name="connsiteX2"/>
              <a:gd fmla="*/ 751332 h 754951" name="connsiteY2"/>
              <a:gd fmla="*/ 194310 w 869727" name="connsiteX3"/>
              <a:gd fmla="*/ 721995 h 754951" name="connsiteY3"/>
              <a:gd fmla="*/ 405003 w 869727" name="connsiteX4"/>
              <a:gd fmla="*/ 449104 h 754951" name="connsiteY4"/>
              <a:gd fmla="*/ 607314 w 869727" name="connsiteX5"/>
              <a:gd fmla="*/ 210217 h 754951" name="connsiteY5"/>
              <a:gd fmla="*/ 866870 w 869727" name="connsiteX6"/>
              <a:gd fmla="*/ 0 h 754951" name="connsiteY6"/>
              <a:gd fmla="*/ 869728 w 869727" name="connsiteX7"/>
              <a:gd fmla="*/ 1714 h 754951" name="connsiteY7"/>
              <a:gd fmla="*/ 608743 w 869727" name="connsiteX8"/>
              <a:gd fmla="*/ 213265 h 754951" name="connsiteY8"/>
              <a:gd fmla="*/ 408337 w 869727" name="connsiteX9"/>
              <a:gd fmla="*/ 449390 h 754951" name="connsiteY9"/>
              <a:gd fmla="*/ 334709 w 869727" name="connsiteX10"/>
              <a:gd fmla="*/ 635699 h 754951" name="connsiteY10"/>
              <a:gd fmla="*/ 195358 w 869727" name="connsiteX11"/>
              <a:gd fmla="*/ 725234 h 754951" name="connsiteY11"/>
              <a:gd fmla="*/ 15430 w 869727" name="connsiteX12"/>
              <a:gd fmla="*/ 754952 h 754951" name="connsiteY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b="b" l="l" r="r" t="t"/>
            <a:pathLst>
              <a:path h="754951" w="869727">
                <a:moveTo>
                  <a:pt x="15430" y="754952"/>
                </a:moveTo>
                <a:cubicBezTo>
                  <a:pt x="5715" y="754952"/>
                  <a:pt x="190" y="754666"/>
                  <a:pt x="0" y="754666"/>
                </a:cubicBezTo>
                <a:lnTo>
                  <a:pt x="190" y="751332"/>
                </a:lnTo>
                <a:cubicBezTo>
                  <a:pt x="1143" y="751427"/>
                  <a:pt x="96965" y="756666"/>
                  <a:pt x="194310" y="721995"/>
                </a:cubicBezTo>
                <a:cubicBezTo>
                  <a:pt x="283940" y="690086"/>
                  <a:pt x="393192" y="616934"/>
                  <a:pt x="405003" y="449104"/>
                </a:cubicBezTo>
                <a:cubicBezTo>
                  <a:pt x="415385" y="301276"/>
                  <a:pt x="504349" y="259080"/>
                  <a:pt x="607314" y="210217"/>
                </a:cubicBezTo>
                <a:cubicBezTo>
                  <a:pt x="694944" y="168593"/>
                  <a:pt x="794195" y="121539"/>
                  <a:pt x="866870" y="0"/>
                </a:cubicBezTo>
                <a:lnTo>
                  <a:pt x="869728" y="1714"/>
                </a:lnTo>
                <a:cubicBezTo>
                  <a:pt x="796576" y="124111"/>
                  <a:pt x="696754" y="171450"/>
                  <a:pt x="608743" y="213265"/>
                </a:cubicBezTo>
                <a:cubicBezTo>
                  <a:pt x="506730" y="261747"/>
                  <a:pt x="418624" y="303562"/>
                  <a:pt x="408337" y="449390"/>
                </a:cubicBezTo>
                <a:cubicBezTo>
                  <a:pt x="403098" y="524256"/>
                  <a:pt x="378333" y="587026"/>
                  <a:pt x="334709" y="635699"/>
                </a:cubicBezTo>
                <a:cubicBezTo>
                  <a:pt x="299847" y="674656"/>
                  <a:pt x="252984" y="704755"/>
                  <a:pt x="195358" y="725234"/>
                </a:cubicBezTo>
                <a:cubicBezTo>
                  <a:pt x="120491" y="751713"/>
                  <a:pt x="46673" y="754952"/>
                  <a:pt x="15430" y="754952"/>
                </a:cubicBezTo>
                <a:close/>
              </a:path>
            </a:pathLst>
          </a:custGeom>
          <a:solidFill>
            <a:srgbClr val="606060"/>
          </a:solidFill>
          <a:ln cap="flat" w="9525">
            <a:noFill/>
            <a:prstDash val="solid"/>
            <a:miter/>
          </a:ln>
        </p:spPr>
        <p:txBody>
          <a:bodyPr anchor="ctr" rtlCol="0"/>
          <a:lstStyle/>
          <a:p>
            <a:endParaRPr altLang="en-US" lang="zh-CN">
              <a:latin charset="-122" panose="00020600040101010101" pitchFamily="18" typeface="汉仪中黑S"/>
              <a:ea charset="-122" panose="00020600040101010101" pitchFamily="18" typeface="汉仪文黑-55简"/>
              <a:cs charset="-122" panose="00020600040101010101" pitchFamily="18" typeface="汉仪中黑S"/>
              <a:sym charset="-122" panose="00020600040101010101" pitchFamily="18" typeface="汉仪中黑S"/>
            </a:endParaRPr>
          </a:p>
        </p:txBody>
      </p:sp>
      <p:sp>
        <p:nvSpPr>
          <p:cNvPr id="29" name="稻壳儿：耗崽 18"/>
          <p:cNvSpPr txBox="1"/>
          <p:nvPr/>
        </p:nvSpPr>
        <p:spPr>
          <a:xfrm>
            <a:off x="2579537" y="2914815"/>
            <a:ext cx="7032926" cy="119888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altLang="en-US" dirty="0" lang="zh-CN" sz="7200">
                <a:solidFill>
                  <a:srgbClr val="0F4061"/>
                </a:solidFill>
                <a:latin charset="-122" panose="00020600040101010101" pitchFamily="18" typeface="汉仪中黑S"/>
                <a:ea charset="-122" panose="00020600040101010101" pitchFamily="18" typeface="汉仪文黑-55简"/>
                <a:cs charset="-122" panose="00020600040101010101" pitchFamily="18" typeface="汉仪中黑S"/>
                <a:sym charset="-122" panose="00020600040101010101" pitchFamily="18" typeface="汉仪中黑S"/>
              </a:rPr>
              <a:t>本课到此结束</a:t>
            </a:r>
          </a:p>
        </p:txBody>
      </p:sp>
      <p:sp>
        <p:nvSpPr>
          <p:cNvPr id="31" name="稻壳儿：耗崽 19"/>
          <p:cNvSpPr txBox="1"/>
          <p:nvPr/>
        </p:nvSpPr>
        <p:spPr>
          <a:xfrm>
            <a:off x="2637756" y="4165986"/>
            <a:ext cx="6916489" cy="52197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altLang="zh-CN" cap="all" dirty="0" lang="en-US" sz="2800">
                <a:solidFill>
                  <a:srgbClr val="0F4061"/>
                </a:solidFill>
                <a:uFillTx/>
                <a:latin charset="-122" panose="00020600040101010101" pitchFamily="18" typeface="汉仪中黑S"/>
                <a:ea charset="-122" panose="00020600040101010101" pitchFamily="18" typeface="汉仪文黑-55简"/>
                <a:cs charset="0" panose="020B0604020202020204" pitchFamily="34" typeface="Arial"/>
                <a:sym charset="-122" panose="00020600040101010101" pitchFamily="18" typeface="汉仪中黑S"/>
              </a:rPr>
              <a:t>Thank you for watching</a:t>
            </a:r>
          </a:p>
        </p:txBody>
      </p:sp>
      <p:pic>
        <p:nvPicPr>
          <p:cNvPr id="40" name="稻壳儿：耗崽 22"/>
          <p:cNvPicPr>
            <a:picLocks noChangeAspect="1"/>
          </p:cNvPicPr>
          <p:nvPr/>
        </p:nvPicPr>
        <p:blipFill rotWithShape="1">
          <a:blip r:embed="rId3"/>
          <a:srcRect l="29933" t="18883"/>
          <a:stretch>
            <a:fillRect/>
          </a:stretch>
        </p:blipFill>
        <p:spPr>
          <a:xfrm>
            <a:off x="-1" y="0"/>
            <a:ext cx="2498925" cy="2035086"/>
          </a:xfrm>
          <a:prstGeom prst="rect">
            <a:avLst/>
          </a:prstGeom>
        </p:spPr>
      </p:pic>
      <p:pic>
        <p:nvPicPr>
          <p:cNvPr id="41" name="稻壳儿：耗崽 23"/>
          <p:cNvPicPr>
            <a:picLocks noChangeAspect="1"/>
          </p:cNvPicPr>
          <p:nvPr/>
        </p:nvPicPr>
        <p:blipFill rotWithShape="1">
          <a:blip r:embed="rId4"/>
          <a:srcRect b="14126" r="29972"/>
          <a:stretch>
            <a:fillRect/>
          </a:stretch>
        </p:blipFill>
        <p:spPr>
          <a:xfrm>
            <a:off x="10035271" y="4983806"/>
            <a:ext cx="2156729" cy="1873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0" spd="slow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1263650" y="2287270"/>
            <a:ext cx="4060825" cy="640080"/>
            <a:chOff x="1022" y="3613"/>
            <a:chExt cx="6395" cy="1008"/>
          </a:xfrm>
        </p:grpSpPr>
        <p:sp>
          <p:nvSpPr>
            <p:cNvPr id="18" name="文本框 17"/>
            <p:cNvSpPr txBox="1"/>
            <p:nvPr/>
          </p:nvSpPr>
          <p:spPr>
            <a:xfrm>
              <a:off x="1051" y="3613"/>
              <a:ext cx="1702" cy="344"/>
            </a:xfrm>
            <a:prstGeom prst="rect">
              <a:avLst/>
            </a:prstGeom>
            <a:noFill/>
          </p:spPr>
          <p:txBody>
            <a:bodyPr rtlCol="0" wrap="square">
              <a:noAutofit/>
            </a:bodyPr>
            <a:lstStyle/>
            <a:p>
              <a:pPr algn="l"/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</a:rPr>
                <a:t>中文｜字体名称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2" y="3992"/>
              <a:ext cx="4972" cy="628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en-US" dirty="0" lang="zh-CN" sz="2000">
                  <a:solidFill>
                    <a:srgbClr val="222222"/>
                  </a:solidFill>
                  <a:latin charset="-122" panose="00020600040101010101" pitchFamily="18" typeface="汉仪文黑-55简"/>
                  <a:ea charset="-122" panose="00020600040101010101" pitchFamily="18" typeface="汉仪文黑-55简"/>
                  <a:cs charset="-122" panose="00020600040101010101" pitchFamily="18" typeface="汉仪文黑-55简"/>
                  <a:sym typeface="+mn-ea"/>
                </a:rPr>
                <a:t>汉仪文黑-55简</a:t>
              </a: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182" y="4621"/>
              <a:ext cx="6235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1263650" y="3149600"/>
            <a:ext cx="4069715" cy="638810"/>
            <a:chOff x="1163" y="3615"/>
            <a:chExt cx="6409" cy="1006"/>
          </a:xfrm>
        </p:grpSpPr>
        <p:sp>
          <p:nvSpPr>
            <p:cNvPr id="31" name="文本框 30"/>
            <p:cNvSpPr txBox="1"/>
            <p:nvPr/>
          </p:nvSpPr>
          <p:spPr>
            <a:xfrm>
              <a:off x="1193" y="3615"/>
              <a:ext cx="2288" cy="337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l"/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</a:rPr>
                <a:t>中文｜字体名称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163" y="3992"/>
              <a:ext cx="4972" cy="628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en-US" dirty="0" lang="zh-CN" sz="2000">
                  <a:solidFill>
                    <a:srgbClr val="222222"/>
                  </a:solidFill>
                  <a:latin charset="-122" panose="00020600040101010101" pitchFamily="18" typeface="汉仪文黑-55简"/>
                  <a:ea charset="-122" panose="00020600040101010101" pitchFamily="18" typeface="汉仪文黑-55简"/>
                  <a:cs charset="-122" panose="00020600040101010101" pitchFamily="18" typeface="汉仪文黑-55简"/>
                  <a:sym typeface="+mn-ea"/>
                </a:rPr>
                <a:t>汉仪文黑-55简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1323" y="4621"/>
              <a:ext cx="6249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0" y="546735"/>
            <a:ext cx="7230745" cy="467995"/>
            <a:chOff x="0" y="861"/>
            <a:chExt cx="11387" cy="737"/>
          </a:xfrm>
        </p:grpSpPr>
        <p:sp>
          <p:nvSpPr>
            <p:cNvPr id="12" name="矩形 11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dirty="0" lang="zh-CN">
                <a:latin charset="-122" panose="00020600040101010101" pitchFamily="18" typeface="汉仪文黑-55简"/>
                <a:ea charset="-122" panose="00020600040101010101" pitchFamily="18" typeface="汉仪文黑-55简"/>
                <a:cs charset="-122" panose="00020600040101010101" pitchFamily="18" typeface="汉仪中黑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66" y="869"/>
              <a:ext cx="6175" cy="724"/>
            </a:xfrm>
            <a:prstGeom prst="rect">
              <a:avLst/>
            </a:prstGeom>
            <a:noFill/>
          </p:spPr>
          <p:txBody>
            <a:bodyPr rtlCol="0" wrap="square">
              <a:noAutofit/>
            </a:bodyPr>
            <a:lstStyle/>
            <a:p>
              <a:r>
                <a:rPr altLang="en-US" b="1" lang="zh-CN" sz="24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20B0503020204020204" typeface="微软雅黑"/>
                </a:rPr>
                <a:t/>
              </a:r>
              <a:r>
                <a:rPr altLang="zh-CN" b="1" lang="en-US" sz="24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20B0503020204020204" typeface="微软雅黑"/>
                </a:rPr>
                <a:t/>
              </a:r>
              <a:r>
                <a:rPr altLang="en-US" b="1" lang="zh-CN" sz="24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20B0503020204020204" typeface="微软雅黑"/>
                </a:rPr>
                <a:t>稻壳儿PPT模板使用说明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474" y="1013"/>
              <a:ext cx="5913" cy="434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en-US" dirty="0" lang="zh-CN" sz="12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</a:rPr>
                <a:t>（本页为说明页，用户使用模板时可删除本页内容）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265555" y="1397000"/>
            <a:ext cx="2066925" cy="645160"/>
            <a:chOff x="1166" y="2210"/>
            <a:chExt cx="3255" cy="1016"/>
          </a:xfrm>
        </p:grpSpPr>
        <p:sp>
          <p:nvSpPr>
            <p:cNvPr id="17" name="文本框 16"/>
            <p:cNvSpPr txBox="1"/>
            <p:nvPr/>
          </p:nvSpPr>
          <p:spPr>
            <a:xfrm>
              <a:off x="1166" y="2210"/>
              <a:ext cx="1555" cy="1016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b="1" lang="en-US" sz="3600">
                  <a:solidFill>
                    <a:srgbClr val="FF283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01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135" y="2404"/>
              <a:ext cx="2286" cy="628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en-US" b="1" dirty="0" lang="zh-CN" sz="2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字体说明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263650" y="4010660"/>
            <a:ext cx="4061460" cy="638810"/>
            <a:chOff x="1163" y="3615"/>
            <a:chExt cx="6396" cy="1006"/>
          </a:xfrm>
        </p:grpSpPr>
        <p:sp>
          <p:nvSpPr>
            <p:cNvPr id="49" name="文本框 48"/>
            <p:cNvSpPr txBox="1"/>
            <p:nvPr/>
          </p:nvSpPr>
          <p:spPr>
            <a:xfrm>
              <a:off x="1193" y="3615"/>
              <a:ext cx="2288" cy="337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l"/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</a:rPr>
                <a:t>中文｜字体名称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163" y="3992"/>
              <a:ext cx="4972" cy="628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en-US" dirty="0" lang="zh-CN" sz="2000">
                  <a:solidFill>
                    <a:srgbClr val="222222"/>
                  </a:solidFill>
                  <a:latin charset="-122" panose="00020600040101010101" pitchFamily="18" typeface="汉仪中黑S"/>
                  <a:ea charset="-122" panose="00020600040101010101" pitchFamily="18" typeface="汉仪中黑S"/>
                  <a:cs charset="-122" panose="00020600040101010101" pitchFamily="18" typeface="汉仪文黑-55简"/>
                  <a:sym typeface="+mn-ea"/>
                </a:rPr>
                <a:t>汉仪中黑S</a:t>
              </a:r>
            </a:p>
          </p:txBody>
        </p:sp>
        <p:cxnSp>
          <p:nvCxnSpPr>
            <p:cNvPr id="54" name="直接连接符 53"/>
            <p:cNvCxnSpPr/>
            <p:nvPr/>
          </p:nvCxnSpPr>
          <p:spPr>
            <a:xfrm>
              <a:off x="1323" y="4621"/>
              <a:ext cx="6236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接连接符 56"/>
          <p:cNvCxnSpPr/>
          <p:nvPr/>
        </p:nvCxnSpPr>
        <p:spPr>
          <a:xfrm>
            <a:off x="6096000" y="2048510"/>
            <a:ext cx="0" cy="432000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6727190" y="1419860"/>
            <a:ext cx="2101215" cy="645160"/>
            <a:chOff x="1213" y="2210"/>
            <a:chExt cx="3309" cy="1016"/>
          </a:xfrm>
        </p:grpSpPr>
        <p:sp>
          <p:nvSpPr>
            <p:cNvPr id="63" name="文本框 62"/>
            <p:cNvSpPr txBox="1"/>
            <p:nvPr/>
          </p:nvSpPr>
          <p:spPr>
            <a:xfrm>
              <a:off x="1213" y="2210"/>
              <a:ext cx="1555" cy="1016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b="1" lang="en-US" sz="3600">
                  <a:solidFill>
                    <a:srgbClr val="FF283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02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2236" y="2404"/>
              <a:ext cx="2286" cy="628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en-US" b="1" lang="zh-CN" sz="2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素材说明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727190" y="2266950"/>
            <a:ext cx="3959860" cy="713105"/>
            <a:chOff x="7197" y="3533"/>
            <a:chExt cx="6236" cy="1123"/>
          </a:xfrm>
        </p:grpSpPr>
        <p:sp>
          <p:nvSpPr>
            <p:cNvPr id="68" name="文本框 67"/>
            <p:cNvSpPr txBox="1"/>
            <p:nvPr/>
          </p:nvSpPr>
          <p:spPr>
            <a:xfrm>
              <a:off x="7197" y="3533"/>
              <a:ext cx="1287" cy="386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l"/>
              <a:r>
                <a:rPr altLang="en-US" b="1" lang="zh-CN" sz="1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</a:rPr>
                <a:t>图片：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7197" y="3977"/>
              <a:ext cx="6236" cy="679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l" fontAlgn="auto" lvl="0">
                <a:lnSpc>
                  <a:spcPts val="1400"/>
                </a:lnSpc>
              </a:pP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>模板中使用的图片来源于【hippopx 】 、【pexels】，该图片具有CC0共享协议，您可在遵循CC0共享协议的情况下使用。</a:t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err="1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err="1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6727190" y="3163570"/>
            <a:ext cx="3959860" cy="695325"/>
            <a:chOff x="7197" y="4715"/>
            <a:chExt cx="6236" cy="1095"/>
          </a:xfrm>
        </p:grpSpPr>
        <p:sp>
          <p:nvSpPr>
            <p:cNvPr id="75" name="文本框 74"/>
            <p:cNvSpPr txBox="1"/>
            <p:nvPr/>
          </p:nvSpPr>
          <p:spPr>
            <a:xfrm>
              <a:off x="7197" y="4715"/>
              <a:ext cx="1287" cy="386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l"/>
              <a:r>
                <a:rPr altLang="en-US" b="1" lang="zh-CN" sz="1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</a:rPr>
                <a:t>素材：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197" y="5101"/>
              <a:ext cx="6236" cy="709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l" fontAlgn="auto">
                <a:lnSpc>
                  <a:spcPts val="1400"/>
                </a:lnSpc>
              </a:pP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zh-CN" dirty="0" lang="en-US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/>
              </a:r>
              <a:r>
                <a:rPr altLang="en-US" dirty="0" lang="zh-CN" sz="800">
                  <a:solidFill>
                    <a:srgbClr val="222222">
                      <a:alpha val="60000"/>
                    </a:srgbClr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中黑S"/>
                  <a:sym typeface="+mn-ea"/>
                </a:rPr>
                <a:t>模板中使用的素材来源于【iconfont】，该素材具有CC0共享协议，您可在遵循CC0共享协议的情况下使用。 </a:t>
              </a:r>
              <a:endParaRPr altLang="en-US" dirty="0" lang="zh-CN" sz="8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54760" y="5792470"/>
            <a:ext cx="4069715" cy="57594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【说明】</a:t>
            </a:r>
          </a:p>
          <a:p>
            <a:pPr algn="l" fontAlgn="auto">
              <a:lnSpc>
                <a:spcPct val="150000"/>
              </a:lnSpc>
            </a:pPr>
            <a:r>
              <a:rPr dirty="0" err="1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  <a:sym charset="-122" panose="00020600040101010101" pitchFamily="18" typeface="汉仪中黑S"/>
              </a:rPr>
              <a:t/>
            </a:r>
            <a:r>
              <a:rPr dirty="0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  <a:sym charset="-122" panose="00020600040101010101" pitchFamily="18" typeface="汉仪中黑S"/>
              </a:rPr>
              <a:t/>
            </a:r>
            <a:r>
              <a:rPr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  <a:sym typeface="+mn-ea"/>
              </a:rPr>
              <a:t/>
            </a:r>
            <a:r>
              <a:rPr dirty="0" err="1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  <a:sym charset="-122" panose="00020600040101010101" pitchFamily="18" typeface="汉仪中黑S"/>
              </a:rPr>
              <a:t/>
            </a:r>
            <a:r>
              <a:rPr dirty="0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  <a:sym charset="-122" panose="00020600040101010101" pitchFamily="18" typeface="汉仪中黑S"/>
              </a:rPr>
              <a:t/>
            </a:r>
            <a:r>
              <a:rPr dirty="0" err="1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  <a:sym charset="-122" panose="00020600040101010101" pitchFamily="18" typeface="汉仪中黑S"/>
              </a:rPr>
              <a:t/>
            </a: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  <a:sym typeface="+mn-ea"/>
              </a:rPr>
              <a:t/>
            </a:r>
            <a:r>
              <a:rPr dirty="0" err="1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  <a:sym charset="-122" panose="00020600040101010101" pitchFamily="18" typeface="汉仪中黑S"/>
              </a:rPr>
              <a:t>模板中使用的字体为【汉仪文黑-55简】、【汉仪中黑S】，仅限于个人学习、研究或欣赏目的使用，如需商用请您自行向版权方购买、获取商用版权。</a:t>
            </a:r>
            <a:r>
              <a:rPr dirty="0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  <a:sym charset="-122" panose="00020600040101010101" pitchFamily="18" typeface="汉仪中黑S"/>
              </a:rPr>
              <a:t/>
            </a:r>
            <a:endParaRPr dirty="0" sz="700">
              <a:solidFill>
                <a:srgbClr val="222222">
                  <a:alpha val="60000"/>
                </a:srgbClr>
              </a:solidFill>
              <a:latin charset="-122" panose="020B0503020204020204" typeface="微软雅黑"/>
              <a:ea charset="-122" panose="020B0503020204020204" typeface="微软雅黑"/>
              <a:cs charset="-122" panose="020B0503020204020204" typeface="微软雅黑"/>
              <a:sym charset="-122" panose="00020600040101010101" pitchFamily="18" typeface="汉仪中黑S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稻壳品牌介绍页-bg"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160"/>
            <a:ext cx="12228195" cy="68783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89965" y="5809615"/>
            <a:ext cx="1923415" cy="21399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r>
              <a:rPr altLang="en-US" lang="zh-CN" sz="800" u="sng">
                <a:solidFill>
                  <a:srgbClr val="FF283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0020600040101010101" pitchFamily="18" typeface="汉仪中黑S"/>
              </a:rPr>
              <a:t>https://www.docer.com</a:t>
            </a:r>
          </a:p>
        </p:txBody>
      </p:sp>
      <p:pic>
        <p:nvPicPr>
          <p:cNvPr descr="PPT模板-品牌介绍"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" y="4745355"/>
            <a:ext cx="1011555" cy="10115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32250" y="894715"/>
            <a:ext cx="3564890" cy="96329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fontAlgn="auto">
              <a:lnSpc>
                <a:spcPts val="3400"/>
              </a:lnSpc>
            </a:pPr>
            <a:r>
              <a:rPr b="1" lang="en-US" sz="2400">
                <a:solidFill>
                  <a:srgbClr val="222222"/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  <a:r>
              <a:rPr altLang="en-US" b="1" lang="zh-CN" sz="2400">
                <a:solidFill>
                  <a:srgbClr val="222222"/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60+项内容服务特权</a:t>
            </a:r>
          </a:p>
          <a:p>
            <a:pPr fontAlgn="auto">
              <a:lnSpc>
                <a:spcPts val="3400"/>
              </a:lnSpc>
            </a:pPr>
            <a:r>
              <a:rPr altLang="en-US" b="1" lang="zh-CN" sz="2400">
                <a:solidFill>
                  <a:srgbClr val="222222"/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提供极致办公体验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039235" y="1921510"/>
            <a:ext cx="7200265" cy="11169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fontAlgn="auto">
              <a:lnSpc>
                <a:spcPts val="2000"/>
              </a:lnSpc>
            </a:pPr>
            <a:r>
              <a:rPr altLang="en-US" dirty="0" lang="zh-CN" sz="1200">
                <a:solidFill>
                  <a:srgbClr val="222222"/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稻壳儿（Docer）内容资源全面，质量精美专业，涵盖模板、图表、字体、图标、图片、艺术字、文库等多种资源品类；覆盖总结汇报、求职简历、教师备课、论文答辩、数据分析等超过200个文档使用场景；服务教育、金融、人资、行政、新媒体等多个行业人群。帮助用户提升工作学习质量与效率，简单创作，轻松表达。</a:t>
            </a:r>
          </a:p>
        </p:txBody>
      </p:sp>
      <p:pic>
        <p:nvPicPr>
          <p:cNvPr descr="稻壳新logo-标准版-加品牌背书"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945" y="983615"/>
            <a:ext cx="1642745" cy="50355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4065905" y="3237865"/>
            <a:ext cx="5670550" cy="802640"/>
            <a:chOff x="6403" y="5099"/>
            <a:chExt cx="8930" cy="1264"/>
          </a:xfrm>
        </p:grpSpPr>
        <p:pic>
          <p:nvPicPr>
            <p:cNvPr descr="素材图标"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05" y="5099"/>
              <a:ext cx="8727" cy="727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6403" y="5816"/>
              <a:ext cx="934" cy="547"/>
            </a:xfrm>
            <a:prstGeom prst="rect">
              <a:avLst/>
            </a:prstGeom>
            <a:noFill/>
          </p:spPr>
          <p:txBody>
            <a:bodyPr anchor="ctr" anchorCtr="0" rtlCol="0" wrap="square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altLang="en-US" lang="zh-CN" sz="1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模板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704" y="5816"/>
              <a:ext cx="934" cy="547"/>
            </a:xfrm>
            <a:prstGeom prst="rect">
              <a:avLst/>
            </a:prstGeom>
            <a:noFill/>
          </p:spPr>
          <p:txBody>
            <a:bodyPr anchor="ctr" anchorCtr="0" rtlCol="0" wrap="square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altLang="en-US" lang="zh-CN" sz="1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图表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057" y="5816"/>
              <a:ext cx="934" cy="547"/>
            </a:xfrm>
            <a:prstGeom prst="rect">
              <a:avLst/>
            </a:prstGeom>
            <a:noFill/>
          </p:spPr>
          <p:txBody>
            <a:bodyPr anchor="ctr" anchorCtr="0" rtlCol="0" wrap="square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altLang="en-US" lang="zh-CN" sz="1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字体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401" y="5816"/>
              <a:ext cx="934" cy="547"/>
            </a:xfrm>
            <a:prstGeom prst="rect">
              <a:avLst/>
            </a:prstGeom>
            <a:noFill/>
          </p:spPr>
          <p:txBody>
            <a:bodyPr anchor="ctr" anchorCtr="0" rtlCol="0" wrap="square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altLang="en-US" lang="zh-CN" sz="1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图标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1745" y="5816"/>
              <a:ext cx="934" cy="547"/>
            </a:xfrm>
            <a:prstGeom prst="rect">
              <a:avLst/>
            </a:prstGeom>
            <a:noFill/>
          </p:spPr>
          <p:txBody>
            <a:bodyPr anchor="ctr" anchorCtr="0" rtlCol="0" wrap="square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altLang="en-US" lang="zh-CN" sz="1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图片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026" y="5816"/>
              <a:ext cx="1027" cy="547"/>
            </a:xfrm>
            <a:prstGeom prst="rect">
              <a:avLst/>
            </a:prstGeom>
            <a:noFill/>
          </p:spPr>
          <p:txBody>
            <a:bodyPr anchor="ctr" anchorCtr="0" rtlCol="0" wrap="square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altLang="en-US" lang="zh-CN" sz="1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艺术字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4399" y="5816"/>
              <a:ext cx="934" cy="547"/>
            </a:xfrm>
            <a:prstGeom prst="rect">
              <a:avLst/>
            </a:prstGeom>
            <a:noFill/>
          </p:spPr>
          <p:txBody>
            <a:bodyPr anchor="ctr" anchorCtr="0" rtlCol="0" wrap="square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altLang="en-US" lang="zh-CN" sz="1000">
                  <a:solidFill>
                    <a:srgbClr val="222222"/>
                  </a:solidFill>
                  <a:latin charset="-122" panose="020B0503020204020204" typeface="微软雅黑"/>
                  <a:ea charset="-122" panose="020B0503020204020204" typeface="微软雅黑"/>
                  <a:cs charset="-122" panose="00020600040101010101" pitchFamily="18" typeface="汉仪文黑-55简"/>
                </a:rPr>
                <a:t>文库</a:t>
              </a: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3998595" y="4537075"/>
            <a:ext cx="7240905" cy="1548130"/>
          </a:xfrm>
          <a:prstGeom prst="rect">
            <a:avLst/>
          </a:prstGeom>
          <a:noFill/>
        </p:spPr>
        <p:txBody>
          <a:bodyPr rtlCol="0" wrap="square">
            <a:noAutofit/>
          </a:bodyPr>
          <a:lstStyle/>
          <a:p>
            <a:pPr fontAlgn="auto">
              <a:lnSpc>
                <a:spcPts val="1400"/>
              </a:lnSpc>
            </a:pP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【声明】</a:t>
            </a:r>
          </a:p>
          <a:p>
            <a:pPr fontAlgn="auto" marL="39370">
              <a:lnSpc>
                <a:spcPts val="1400"/>
              </a:lnSpc>
            </a:pP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  <a:r>
              <a:rPr altLang="en-US" b="1" dirty="0" lang="zh-CN" sz="700">
                <a:solidFill>
                  <a:srgbClr val="FF0000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本数字作品由设计师【耗崽】：https://www.docer.com/works?userid=561280129提供，稻壳儿尊重知识产权，并注重保护原创设计师及用户享有的各项权利。</a:t>
            </a: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</a:p>
          <a:p>
            <a:pPr fontAlgn="auto" marL="39370">
              <a:lnSpc>
                <a:spcPts val="1400"/>
              </a:lnSpc>
            </a:pP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  <a:r>
              <a:rPr altLang="zh-CN" dirty="0" lang="en-US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  <a:r>
              <a:rPr altLang="zh-CN" dirty="0" lang="en-US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郑重提醒：您对数字作品的使用行为应当遵循《WPS稻壳儿平台服务使用协议》（https://www.wps.cn/privacy/clean_docer）的相关约定，包括但不限于：</a:t>
            </a: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</a:p>
          <a:p>
            <a:pPr fontAlgn="auto" marL="39370">
              <a:lnSpc>
                <a:spcPts val="1400"/>
              </a:lnSpc>
            </a:pPr>
            <a:r>
              <a:rPr altLang="zh-CN" dirty="0" lang="en-US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1、数字作品本身（包括但不限于文字模板、表格模板、演示模板等）及其包含的全部素材（包括但不限于字体、图片、图标、文本框、艺术字等）均不支持商用，仅能为您个人学习、研究或欣赏目的使用。</a:t>
            </a:r>
          </a:p>
          <a:p>
            <a:pPr fontAlgn="auto" marL="39370">
              <a:lnSpc>
                <a:spcPts val="1400"/>
              </a:lnSpc>
            </a:pPr>
            <a:r>
              <a:rPr altLang="zh-CN" dirty="0" lang="en-US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2、您不可将数字作品中的全部或部分内容用于复制再出售，或以出租、出借、转让、分销、发布等其他任何直接、间接方式提供给他人使用。</a:t>
            </a:r>
          </a:p>
          <a:p>
            <a:pPr fontAlgn="auto" marL="39370">
              <a:lnSpc>
                <a:spcPts val="1400"/>
              </a:lnSpc>
            </a:pPr>
            <a:r>
              <a:rPr altLang="zh-CN" dirty="0" lang="en-US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3、您不可将数字作品接入网站、平台等，或以任意方式为他人提供数字作品下载。</a:t>
            </a:r>
          </a:p>
          <a:p>
            <a:pPr fontAlgn="auto" marL="39370">
              <a:lnSpc>
                <a:spcPts val="1400"/>
              </a:lnSpc>
            </a:pPr>
            <a:r>
              <a:rPr altLang="zh-CN" dirty="0" lang="en-US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/>
            </a:r>
            <a:r>
              <a:rPr altLang="en-US" dirty="0" lang="zh-CN" sz="700">
                <a:solidFill>
                  <a:srgbClr val="222222">
                    <a:alpha val="60000"/>
                  </a:srgbClr>
                </a:solidFill>
                <a:latin charset="-122" panose="020B0503020204020204" typeface="微软雅黑"/>
                <a:ea charset="-122" panose="020B0503020204020204" typeface="微软雅黑"/>
                <a:cs charset="-122" panose="020B0503020204020204" typeface="微软雅黑"/>
              </a:rPr>
              <a:t>4、数字作品中包含的内容仅供参考，稻壳儿不保证真实性、正确性、有效性、完整性和准确性，不代表稻壳儿的立场和观点，也不构成对您的任何建议。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81737;#30664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5109;#181737;#78594;#166757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黑S"/>
        <a:ea typeface=""/>
        <a:cs typeface=""/>
        <a:font script="Jpan" typeface="游ゴシック"/>
        <a:font script="Hang" typeface="맑은 고딕"/>
        <a:font script="Hans" typeface="汉仪中黑S"/>
        <a:font script="Hant" typeface="新細明體"/>
        <a:font script="Arab" typeface="汉仪中黑S"/>
        <a:font script="Hebr" typeface="汉仪中黑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黑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" cap="flat" cmpd="sng" algn="ctr">
          <a:solidFill>
            <a:srgbClr val="0F4061"/>
          </a:solidFill>
          <a:prstDash val="solid"/>
        </a:ln>
      </a:spPr>
      <a:bodyPr anchor="ctr"/>
      <a:lstStyle>
        <a:defPPr algn="ctr" eaLnBrk="1" hangingPunct="1">
          <a:buClrTx/>
          <a:buSzTx/>
          <a:defRPr lang="zh-CN" altLang="en-US" sz="1600" dirty="0">
            <a:solidFill>
              <a:srgbClr val="4D4D4D"/>
            </a:solidFill>
            <a:latin typeface="汉仪中黑S" panose="00020600040101010101" pitchFamily="18" charset="-122"/>
            <a:ea typeface="汉仪文黑-55简" panose="00020600040101010101" pitchFamily="18" charset="-122"/>
            <a:cs typeface="+mn-ea"/>
            <a:sym typeface="汉仪中黑S" panose="00020600040101010101" pitchFamily="18" charset="-122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黑S"/>
        <a:ea typeface=""/>
        <a:cs typeface=""/>
        <a:font script="Jpan" typeface="游ゴシック"/>
        <a:font script="Hang" typeface="맑은 고딕"/>
        <a:font script="Hans" typeface="汉仪中黑S"/>
        <a:font script="Hant" typeface="新細明體"/>
        <a:font script="Arab" typeface="汉仪中黑S"/>
        <a:font script="Hebr" typeface="汉仪中黑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黑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中黑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黑S"/>
        <a:ea typeface=""/>
        <a:cs typeface=""/>
        <a:font script="Jpan" typeface="ＭＳ Ｐゴシック"/>
        <a:font script="Hang" typeface="맑은 고딕"/>
        <a:font script="Hans" typeface="汉仪中黑S"/>
        <a:font script="Hant" typeface="新細明體"/>
        <a:font script="Arab" typeface="汉仪中黑S"/>
        <a:font script="Hebr" typeface="汉仪中黑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黑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Microsoft Office PowerPoint</Application>
  <PresentationFormat>宽屏</PresentationFormat>
  <Paragraphs>197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汉仪文黑-55简</vt:lpstr>
      <vt:lpstr>Arial</vt:lpstr>
      <vt:lpstr>汉仪中黑S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2021-09-03T15:16:00Z</dcterms:created>
  <dc:creator>耗崽</dc:creator>
  <cp:lastModifiedBy>宇轩 丁</cp:lastModifiedBy>
  <dcterms:modified xsi:type="dcterms:W3CDTF">2026-05-29T08:13:06Z</dcterms:modified>
  <cp:revision>79</cp:revision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684AC239288C495294326F64B10CF5B4_11</vt:lpwstr>
  </property>
  <property fmtid="{D5CDD505-2E9C-101B-9397-08002B2CF9AE}" pid="3" name="KSOProductBuildVer">
    <vt:lpwstr>2052-12.1.0.26375</vt:lpwstr>
  </property>
  <property fmtid="{D5CDD505-2E9C-101B-9397-08002B2CF9AE}" pid="4" name="KSOTemplateUUID">
    <vt:lpwstr>v1.0_mb_vuJo0WHCbjU+GnH7Q1LR9A==</vt:lpwstr>
  </property>
</Properties>
</file>