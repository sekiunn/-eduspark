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2286000"/>
            <a:ext cx="85953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111827"/>
                </a:solidFill>
                <a:latin typeface="Microsoft YaHei"/>
              </a:rPr>
              <a:t>{{TITLE}}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" y="3794760"/>
            <a:ext cx="114300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4023360"/>
            <a:ext cx="859536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6B7280"/>
                </a:solidFill>
                <a:latin typeface="Microsoft YaHei"/>
              </a:rPr>
              <a:t>{{SUBTITLE}}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84048"/>
            <a:ext cx="9509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Microsoft YaHei"/>
              </a:rPr>
              <a:t>{{TITLE}}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868680"/>
            <a:ext cx="11064240" cy="254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1051560"/>
            <a:ext cx="7406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74151"/>
                </a:solidFill>
                <a:latin typeface="Microsoft YaHei"/>
              </a:rPr>
              <a:t>{{BULLETS}}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85048" y="1051560"/>
            <a:ext cx="3429000" cy="47548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77072" y="1234440"/>
            <a:ext cx="3044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Microsoft YaHei"/>
              </a:rPr>
              <a:t>讲解提示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7072" y="1645920"/>
            <a:ext cx="304495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Microsoft YaHei"/>
              </a:rPr>
              <a:t>{{NOTES}}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79000"/>
            <a:ext cx="121920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84048"/>
            <a:ext cx="9509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Microsoft YaHei"/>
              </a:rPr>
              <a:t>{{TITLE}}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868680"/>
            <a:ext cx="11064240" cy="254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10515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374151"/>
                </a:solidFill>
                <a:latin typeface="Microsoft YaHei"/>
              </a:rPr>
              <a:t>{{BULLETS}}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